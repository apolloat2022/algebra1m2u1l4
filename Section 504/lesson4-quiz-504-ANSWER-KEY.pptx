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4 Quiz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point-slope form has slope m = −3 and passes through (2, 7)?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− 7 = −3(x − 2)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Substitute m = −3, x₁ = 2 and y₁ = 7 into y − y₁ = m(x − x₁).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216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passes through (2, 2) and (4, 14). Which is its equation in point-slope form?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− 2 = 6(x − 2)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(14 − 2) ÷ (4 − 2) = 12 ÷ 2 = 6. Using (2, 2) gives y − 2 = 6(x − 2). Both numbers in the equation must come from the same point.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30453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204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3045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the line through (−4, 1) and (2, −11)?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3045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(−11 − 1) ÷ (2 − (−4)) = −12 ÷ 6 = −2.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3286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Rewrite y − 1 = 4(x + 3) in slope-intercept form.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4x + 13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y − 1 = 4x + 12. Add 1 to both sides: y = 4x + 13.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point is on the line y + 2 = 5(x − 1)?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(1, −2)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Write it as y − (−2) = 5(x − 1). The point is (x₁, y₁) = (1, −2). Check: −2 + 2 = 5(1 − 1) gives 0 = 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030218"/>
            <a:ext cx="2164019" cy="21214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215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030218"/>
            <a:ext cx="4328038" cy="21214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Lucia is taking the stairs at a steady pace. After 2 minutes, she was 100 steps from the bottom floor. After 5 minutes, she was 196 steps from the bottom floor. Let x be the minutes and y the steps. Which equation models this?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030218"/>
            <a:ext cx="4328038" cy="21214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− 100 = 32(x − 2)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points are (2, 100) and (5, 196). Slope = (196 − 100) ÷ (5 − 2) = 96 ÷ 3 = 32 steps per minute. Then use (2, 100).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61516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7–9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the horizontal line through (−4, 9)?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9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horizontal line keeps the same y-value, so it is y = 9.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the vertical line through (−4, 9)?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−4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line keeps the same x-value, so it is x = −4.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755898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207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755898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describes the graph of y = −1?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755898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horizontal line with slope 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a number is a horizontal line, and a horizontal line has slope 0 (HOY: Horizontal, zerO slope, y = a number).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3286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does NOT describe the same line as y = 2x + 1?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− 5 = 2(x − 1)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Each equation names a point on its line. (1, 3), (3, 7) and (−1, −1) are all on y = 2x + 1, but (1, 5) is not: 2(1) + 1 = 3, not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Quiz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4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Lesson 4 Quiz Answer Key</dc:title>
  <dc:subject>Bluebonnet Algebra I</dc:subject>
</cp:coreProperties>
</file>