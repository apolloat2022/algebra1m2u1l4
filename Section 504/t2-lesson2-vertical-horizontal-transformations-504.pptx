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The slope −⅔ is negative, so the line falls from left to right.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f(2x) = 2x and 2f(x) = 2x. For the parent function they match.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increasing or decreasing?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Decreasing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key characteristics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2.1: horizontal vs. vertical translations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2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 you put in.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value that comes out,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left or right.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): right 3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 toward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0" name="Shape 20"/>
          <p:cNvSpPr txBox="1"/>
          <p:nvPr/>
        </p:nvSpPr>
        <p:spPr>
          <a:xfrm>
            <a:off x="4349648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4559198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Inside vs. outside</a:t>
            </a:r>
            <a:endParaRPr lang="en-US" sz="210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parentheses: input. Outside: output.</a:t>
            </a:r>
            <a:endParaRPr lang="en-US" sz="1575" dirty="0"/>
          </a:p>
        </p:txBody>
      </p:sp>
      <p:sp>
        <p:nvSpPr>
          <p:cNvPr id="23" name="Shape 23"/>
          <p:cNvSpPr txBox="1"/>
          <p:nvPr/>
        </p:nvSpPr>
        <p:spPr>
          <a:xfrm>
            <a:off x="8013497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23047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Counterexample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One example that shows a rule is not always true.</a:t>
            </a:r>
            <a:endParaRPr lang="en-US" sz="157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  <p:sp>
        <p:nvSpPr>
          <p:cNvPr id="103" name="Slide Number 10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  <p:sp>
        <p:nvSpPr>
          <p:cNvPr id="100" name="Slide Number 10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6" name="Slide Number 6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sign flips: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+ 3) is left 3.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 sign flip.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same as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Not for other lines.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is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 as the graph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51433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both are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2.2: horizontal vs. vertical dilations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2.3: describe and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  <p:sp>
        <p:nvSpPr>
          <p:cNvPr id="98" name="Slide Number 9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55" name="Slide Number 5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3" name="Slide Number 5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compresses.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stretches.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Matching dilations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 by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horizontal by 1/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Simplify first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311886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Distribute, then combine.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7566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25</Slides>
  <Notes>25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