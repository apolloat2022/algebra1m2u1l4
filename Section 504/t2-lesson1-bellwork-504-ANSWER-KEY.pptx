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12 questions over 3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12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between (1, 2) and (4, 11)?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(11 − 2) ÷ (4 − 1) = 9 ÷ 3 =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y-intercept of y = 3x − 7?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−7)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the y-intercept is (0, b), so it is (0, −7).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2x + 1. What is f(−3)?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2(−3) + 1 = −6 + 1 = −5.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3x + 1?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lines have the same slope. Only y = 3x − 5 has slope 3.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translated up 4 units. Which equation is the new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x + 4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adds to the output: g(x) = f(x) + 4 = x + 4.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 (2, 5) is translated down 3 units. Where does it go?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(2, 2)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changes only y: 5 − 3 = 2, so (2, 2).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2x − 1. What is the slope of g(x) = f(x) + 6?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does not change the slope. g(x) = 2x + 5 still has slope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2x − 1. What is the y-intercept of g(x) = f(x) + 6?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− 1 + 6 = 2x + 5, so the y-intercept moves from (0, −1) up 6 to (0, 5).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3f(x). What is the slope of g(x)?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3x. A vertical dilation by 3 multiplies the slope of f(x) = x by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is g(x) = −2f(x) related to f(x) = x?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vertically by 2 and reflected across the x-axis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2 stretches the graph and the negative sign reflects it across the x-axis.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vertical compression of f(x) = x?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½f(x)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by a number between 0 and 1 compresses the graph toward the x-axis.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2f(x) − 5. What is the y-intercept of g(x)?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−5)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− 5. The dilation keeps (0, 0) fixed, then the graph moves down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>
  <dc:title>Topic 2 Lesson 1 Bell Work Answer Key</dc:title>
  <dc:subject>Bluebonnet Algebra I</dc:subject>
</cp:coreProperties>
</file>