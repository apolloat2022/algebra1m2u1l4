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1 Bell 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12 questions over 3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12 questions and choices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between (1, 2) and (4, 11)?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(11 − 2) ÷ (4 − 1) = 9 ÷ 3 = 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y-intercept of y = 3x − 7?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−7)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y = mx + b, the y-intercept is (0, b), so it is (0, −7).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2x + 1. What is f(−3)?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2(−3) + 1 = −6 + 1 = −5.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in slope-intercept form is parallel to y = 3x + 1 and passes through (1, 5)?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3x + 2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Parallel: same slope 3. Put in the point: 5 = 3(1) + b, so b = 2 and y = 3x + 2.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translated up 4 units. Which equation is the new function?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x + 4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translation adds to the output: g(x) = f(x) + 4 = x + 4.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point (2, 5) is translated down 3 units. Where does it go?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(2, 2)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translation changes only y: 5 − 3 = 2, so (2, 2).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2x − 1. What is the slope of g(x) = f(x) + 6?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translation does not change the slope. g(x) = 2x + 5 still has slope 2.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f(x) = x is transformed to make g(x) = x − 2. Which describes the transformation?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translation down 2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− 2 is outside: it subtracts 2 from every output, so the graph moves down 2.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277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3f(x). What is the slope of g(x)?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3x. A vertical dilation by 3 multiplies the slope of f(x) = x by 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is g(x) = −2f(x) related to f(x) = x?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Stretched vertically by 2 and reflected across the x-axis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2 stretches the graph and the negative sign reflects it across the x-axis.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3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is a vertical compression of f(x) = x?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½f(x)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Multiplying by a number between 0 and 1 compresses the graph toward the x-axis.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is a reflection of f(x) = x across the x-axis and a vertical dilation by a factor of 2?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−2x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= −2: the negative sign reflects across the x-axis, and |−2| = 2 stretches by 2.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1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7</Slides>
  <Notes>7</Notes>
</Properties>
</file>

<file path=docProps/core.xml><?xml version="1.0" encoding="utf-8"?>
<cp:coreProperties xmlns:cp="http://schemas.openxmlformats.org/package/2006/metadata/core-properties" xmlns:dc="http://purl.org/dc/elements/1.1/">
  <dc:title>Topic 2 Lesson 1 Bell Work Answer Key</dc:title>
  <dc:subject>Bluebonnet Algebra I</dc:subject>
</cp:coreProperties>
</file>