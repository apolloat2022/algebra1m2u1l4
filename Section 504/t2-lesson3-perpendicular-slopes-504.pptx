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Slope = (−2 − 4) ÷ (2 − (−1)) = −6 ÷ 3 = −2.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do you find the slope of a perpendicular line?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Perpendicular slope: −½. Put in the point: 1 = −½(4) + b = −2 + b, so b = 3.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0466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0530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line passes through the points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the line?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rotate a segment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3.1: slopes of perpendicular lines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3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that meet at a right angle (90°).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⊥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Reciprocal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fraction. A number times its reciprocal is 1.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Rotation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Turning a figure about a point.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14138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90°: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line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0.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line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undefined.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  <p:sp>
        <p:nvSpPr>
          <p:cNvPr id="95" name="Slide Number 9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90° rotation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reciprocals. Their product is −1.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(−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−1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slopes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Equal.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equation represents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passes through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312)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3.2: horizontal and vertical lines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3.3: write perpendicular lines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  <p:sp>
        <p:nvSpPr>
          <p:cNvPr id="82" name="Slide Number 8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and vertical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0.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undefined.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They are always perpendicular.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 perpendicular line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Find the given slope.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Take the negative reciprocal.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Use the point: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Check the scale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can look perpendicular on a stretched grid. Check the slopes.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41780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24</Slides>
  <Notes>24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