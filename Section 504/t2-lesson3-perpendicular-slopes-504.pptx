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24</Slides>
  <Notes>24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