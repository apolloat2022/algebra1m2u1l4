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decreasing?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table with (−5, 10), (0, 0) and (2.5,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table's slope is −2; the others have positive slopes.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−¼x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must be the negative reciprocal of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 How does this compare to y = 4x − 3?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have slope 4 but different y-intercepts.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ton; Hays County's graph shows $20 per ton. Which is true?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pays $5 more per ton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the slopes: 20 &gt; 15.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saves $20 a month from $0. Lauren starts with $25 and saves $25 a month. Compare the slopes.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Lauren's is greater (25 &gt; 20)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is the monthly deposit.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Miguel's account (0) mean?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He started with $0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amount at 0 months.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this table?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(5 − 0) ÷ (10 − (−10)) = 5 ÷ 20 = 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the same table (x: −10, 10, 20, 25; y: 0, 5, 7.5, 8.75)?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(0, 2.5)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From (−10, 0), move right 10 at slope ¼: up 2.5.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less steep than a slope of ¼?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0.2x + 30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0.2 &lt; 0.25.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 converts °F to °C with a y-intercept of about −17.8. What does it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0°F is about −17.8°C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is °F, so at 0°F the output is about −17.8°C.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Quiz Answer Key</dc:title>
  <dc:subject>Bluebonnet Algebra I</dc:subject>
</cp:coreProperties>
</file>