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14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14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decreasing?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table with (−5, 10), (0, 0) and (2.5, −5)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table's slope is −2; the others have positive slopes.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−¼x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must be the negative reciprocal of 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 How does this compare to y = 4x − 3?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Both have slope 4 but different y-intercepts.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ton; Hays County's graph shows $20 per ton. Which is true?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pays $5 more per ton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the slopes: 20 &gt; 15.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Miguel saves $20 a month from $0. Lauren starts with $25 and saves $25 a month. Compare the slopes.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Lauren's is greater (25 &gt; 20)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is the monthly deposit.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Miguel's account (0) mean?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He started with $0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y-intercept is the amount at 0 months.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this table? (uses the table on the page)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(5 − 0) ÷ (10 − (−10)) = 5 ÷ 20 = ¼.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the same table (x: −10, 10, 20, 25; y: 0, 5, 7.5, 8.75)?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(0, 2.5)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From (−10, 0), move right 10 at slope ¼: up 2.5.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less steep than a slope of ¼?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0.2x + 30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0.2 &lt; 0.25.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10–12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 converts °F to °C with a y-intercept of about −17.8. What does it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0°F is about −17.8°C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is °F, so at 0°F the output is about −17.8°C.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C's total cost is shown in the table. Gym D's total cost is c = 15m + 45. Which gym has the greater rate of change, and what does it mean? (uses the table on the page)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Gym C: it costs $20 more each month (Gym D costs $15 more)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C goes up $20 each month; Gym D goes up $15. The rate of change is the cost per month.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329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C's cost is in the table; Gym D's cost is c = 15m + 45. After how many months do they cost the same, and which gym costs less for 6 months? (uses the table on the page)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 months; Gym D costs less for 6 months ($135 vs. $150)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C is c = 20m + 30. 20m + 30 = 15m + 45 → 5m = 15 → m = 3. 6 months: C = $150, D = $135.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8773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has a greater rate of change than function p shown in the graph? (uses the table on the page)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0.6x − 1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 has slope 2/4 = 0.5. Only 0.6 is greater. (x − 2y = 6 is y = 0.5x − 3: equal. The last line has slope 0.25.)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90-liter tank drains 6 liters each minute: v(t) = 90 − 6t. What is the domain of the function for this situation?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 ≤ t ≤ 15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 = the inputs, the minutes: from 0 until the tank is empty, 90 − 6t = 0 at t = 15.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Lesson 4 Quiz Answer Key</dc:title>
  <dc:subject>Bluebonnet Algebra I</dc:subject>
</cp:coreProperties>
</file>