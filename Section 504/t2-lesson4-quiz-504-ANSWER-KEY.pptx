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4 Quiz · Section 504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10 questions,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Same 10 questions and choices as the general quiz.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Quiz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1–3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320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function is decreasing?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 table with (−5, 10), (0, 0) and (2.5, −5)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table's slope is −2; the others have positive slopes.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321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line is perpendicular to y = 4x − 3?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−¼x + 2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slope must be the negative reciprocal of 4.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03021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4030218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321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4030218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For every hour Chiletso bakes, she makes 4 dozen cookies. How does this compare to y = 4x − 3?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4030218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Both have slope 4 but different y-intercepts.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505434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Quiz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4–6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322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Travis County pays $15 per ton; Hays County's graph shows $20 per ton. Which is true?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Hays pays $5 more per ton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Compare the slopes: 20 &gt; 15.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324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Miguel saves $20 a month from $0. Lauren starts with $25 and saves $25 a month. Compare the slopes.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Lauren's is greater (25 &gt; 20)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slope is the monthly deposit.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755898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324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3755898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does the y-intercept of Miguel's account (0) mean?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3755898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He started with $0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y-intercept is the amount at 0 months.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478002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Quiz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7–9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7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325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of this table? (uses the table on the page)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¼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(5 − 0) ÷ (10 − (−10)) = 5 ÷ 20 = ¼.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45745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8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325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y-intercept of the same table (x: −10, 10, 20, 25; y: 0, 5, 7.5, 8.75)?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(0, 2.5)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From (−10, 0), move right 10 at slope ¼: up 2.5.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481578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9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325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348157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equation is less steep than a slope of ¼?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348157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0.2x + 30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0.2 &lt; 0.25.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423138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Quiz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10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10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323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Joey's table converts °F to °C with a y-intercept of about −17.8. What does it mean?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0°F is about −17.8°C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input is °F, so at 0°F the output is about −17.8°C.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Quiz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4 Quiz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5</Slides>
  <Notes>5</Notes>
</Properties>
</file>

<file path=docProps/core.xml><?xml version="1.0" encoding="utf-8"?>
<cp:coreProperties xmlns:cp="http://schemas.openxmlformats.org/package/2006/metadata/core-properties" xmlns:dc="http://purl.org/dc/elements/1.1/">
  <dc:title>Topic 2 Lesson 4 Quiz Answer Key</dc:title>
  <dc:subject>Bluebonnet Algebra I</dc:subject>
</cp:coreProperties>
</file>