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2 Exit Ticket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Section 504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Exit Ticket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+ 6)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 Describe the transformation.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Left 6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457450"/>
            <a:ext cx="4869043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 Simplify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− 2)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457450"/>
            <a:ext cx="5951052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− 5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29329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2932938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For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, which vertical dilation gives the same graph as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(5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2932938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6827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85419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Adding to the input moves left. 2. 3(x − 2) + 1 = 3x − 5. 3. f(5x) = 5x = 5f(x).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Exit Ticket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2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Topic 2 Lesson 2 Exit Ticket Answer Key</dc:title>
  <dc:subject>Bluebonnet Algebra I</dc:subject>
</cp:coreProperties>
</file>