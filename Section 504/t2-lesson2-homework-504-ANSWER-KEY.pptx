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2 Homework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10 questions,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Same 10 questions and choices as the general homework.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Homework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289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is translated left 3 units to make t(x). Which is t(x)?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t(x) = f(x + 3) = x + 3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Left 3 adds 3 to the input: f(x + 3).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290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horizontal translation of f(x) = x changes which values in the table?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The input values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outputs stay the same; each input moves left or right.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Homework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291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For f(x) = x, translating right n units gives the same graph as which translation?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Down n units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 − n) = x − n = f(x) − n.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293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j(x) = 2x − 1 and b(x) = j(x − 2). Simplify b(x).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b(x) = 2x − 5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2(x − 2) − 1 = 2x − 4 − 1 = 2x − 5.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Homework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5–6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294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j(x) = 2x − 1, b(x) = j(x − 2) and v(x) = j(x) − 2. Are b(x) and v(x) the same?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No: b(x) = 2x − 5 and v(x) = 2x − 3 are parallel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Right 2 and down 2 match only for f(x) = x. Here the y-intercepts differ.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28041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28041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297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28041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For f(x) = x, the graph of f(½x) is the same as the graph of which function?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28041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½f(x)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f(½x) = ½x = ½f(x).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Homework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7–8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7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300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and g(x) = f(x + 5). Describe the transformation.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Translated left 5 units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Adding 5 to the input moves the graph left 5.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8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297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and g(x) = f(⅓x). Describe the transformation.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Stretched horizontally by a factor of 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For f(bx) with 0 &lt; b &lt; 1, the graph stretches horizontally by 1/b = 3.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0302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Homework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9–10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9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303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Ricardo burns w(x) = 4x calories in x minutes of walking. Which domain fits the situation?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x ≥ 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He can't walk a negative number of minutes.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10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303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Ricardo burns w(x) = 4x calories in x minutes. How many calories does he burn in 45 minutes?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180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4 · 45 = 180.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Homework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2 Homework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6</Slides>
  <Notes>6</Notes>
</Properties>
</file>

<file path=docProps/core.xml><?xml version="1.0" encoding="utf-8"?>
<cp:coreProperties xmlns:cp="http://schemas.openxmlformats.org/package/2006/metadata/core-properties" xmlns:dc="http://purl.org/dc/elements/1.1/">
  <dc:title>Topic 2 Lesson 2 Homework Answer Key</dc:title>
  <dc:subject>Bluebonnet Algebra I</dc:subject>
</cp:coreProperties>
</file>