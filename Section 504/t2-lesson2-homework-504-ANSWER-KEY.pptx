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left 3 units to make t(x). Which is t(x)?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t(x) = f(x + 3) = 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3 adds 3 to the input: f(x + 3).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of f(x) = x changes which values in the table?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input values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outputs stay the same; each input moves left or right.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translating right n units gives the same graph as which translation?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n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n) = x − n = f(x) − 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b(x) = j(x − 2). Simplify b(x).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b(x) = 2x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− 2) − 1 = 2x − 4 − 1 = 2x − 5.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− 1, b(x) = j(x − 2) and v(x) = j(x) − 2. Are b(x) and v(x) the same?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b(x) = 2x − 5 and v(x) = 2x − 3 are 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 match only for f(x) = x. Here the y-intercepts differ.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the graph of f(½x) is the same as the graph of which function?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f(½x) = ½x = ½f(x).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+ 5).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left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5 to the input moves the graph left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f(⅓x).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horizontally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0 &lt; b &lt; 1, the graph stretches horizontally by 1/b =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 of walking. Which domain fits the situation?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≥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He can't walk a negative number of minutes.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minutes. How many calories does he burn in 45 minutes?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180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45 = 180.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2 Homework Answer Key</dc:title>
  <dc:subject>Bluebonnet Algebra I</dc:subject>
</cp:coreProperties>
</file>