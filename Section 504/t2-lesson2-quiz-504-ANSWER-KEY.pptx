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2 Quiz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10 questions and choices as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 − 7). Describe the transformation.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Translated right 7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Subtracting 7 from the input moves the graph right 7.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3f(x). Describe the transformation.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Stretched vertically by a factor of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Multiplying the output by 3 is a vertical stretch. (For f(x) = x it matches f(3x).)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30453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291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30453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which gives the same graph as a translation down 4?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30453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f(x − 4)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 − 4) = x − 4 = f(x) − 4.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0543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297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m(x) = 2x − 1. Compare 3m(x) and m(3x).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Parallel: 6x − 3 and 6x − 1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3(2x − 1) = 6x − 3, but 2(3x) − 1 = 6x − 1.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which transformation is the same as k(x) = f(x) + 8?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f(x + 8)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 + 8 is both up 8 and left 8 for the parent function.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75589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296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75589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compressed horizontally by a factor of ½. Which is the new function?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75589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f(2x) = 2x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f(bx) with |b| &gt; 1, the graph compresses horizontally by 1/b = ½.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78002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7–9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a · f(b(x − c)) + d, which constants change the input values?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 and c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 and c are inside with x: horizontal changes.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− 1. Simplify j(x + 4).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2x + 7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2(x + 4) − 1 = 2x + 7.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297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a vertical dilation by ⅘ gives the same graph as a horizontal dilation by which factor?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5/4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dilation by n matches a horizontal dilation by 1/n.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50570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10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304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reciprocal of −⅘?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−5/4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−⅘ · (−5/4) = 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2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2 Quiz Answer Key</dc:title>
  <dc:subject>Bluebonnet Algebra I</dc:subject>
</cp:coreProperties>
</file>