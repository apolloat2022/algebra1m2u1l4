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Topic 2 Lesson 2 Quiz · Section 504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10 questions, 1 point each. The answer choices are shuffled for each student, so match the answer text, not the letter.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91922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Same 10 questions and choices as the general quiz.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442716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2 Quiz · Section 504 Version · Answer Key (teacher copy)</a:t>
            </a:r>
            <a:endParaRPr lang="en-US" sz="1125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1–3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298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f(x) = x and g(x) = f(x − 7). Describe the transformation.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Translated right 7 units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Subtracting 7 from the input moves the graph right 7.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298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f(x) = x and g(x) = 3f(x). Describe the transformation.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Stretched vertically by a factor of 3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Multiplying the output by 3 is a vertical stretch. (For f(x) = x it matches f(3x).)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30453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4304538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291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4304538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For f(x) = x, which gives the same graph as a translation down 4?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4304538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f(x − 4)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f(x − 4) = x − 4 = f(x) − 4.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505434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2 Quiz · Section 504 Version · Answer Key (teacher copy)</a:t>
            </a:r>
            <a:endParaRPr lang="en-US" sz="1125" dirty="0"/>
          </a:p>
        </p:txBody>
      </p:sp>
      <p:sp>
        <p:nvSpPr>
          <p:cNvPr id="20" name="Slide Number 2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4–6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297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m(x) = 2x − 1. Compare 3m(x) and m(3x).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Parallel: 6x − 3 and 6x − 1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3(2x − 1) = 6x − 3, but 2(3x) − 1 = 6x − 1.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301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For f(x) = x, which transformation is the same as k(x) = f(x) + 8?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f(x + 8)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x + 8 is both up 8 and left 8 for the parent function.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7558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3755898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296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3755898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f(x) = x is compressed horizontally by a factor of ½. Which is the new function?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3755898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g(x) = f(2x) = 2x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For f(bx) with |b| &gt; 1, the graph compresses horizontally by 1/b = ½.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478002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2 Quiz · Section 504 Version · Answer Key (teacher copy)</a:t>
            </a:r>
            <a:endParaRPr lang="en-US" sz="1125" dirty="0"/>
          </a:p>
        </p:txBody>
      </p:sp>
      <p:sp>
        <p:nvSpPr>
          <p:cNvPr id="20" name="Slide Number 2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</a:t>
            </a:fld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7–9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7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303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In a · f(b(x − c)) + d, which constants change the input values?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 and c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b and c are inside with x: horizontal changes.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8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292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j(x) = 2x − 1. Simplify j(x + 4).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2x + 7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2(x + 4) − 1 = 2x + 7.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48157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3481578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9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297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3481578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For f(x) = x, a vertical dilation by ⅘ gives the same graph as a horizontal dilation by which factor?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3481578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5/4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 vertical dilation by n matches a horizontal dilation by 1/n.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450570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2 Quiz · Section 504 Version · Answer Key (teacher copy)</a:t>
            </a:r>
            <a:endParaRPr lang="en-US" sz="1125" dirty="0"/>
          </a:p>
        </p:txBody>
      </p:sp>
      <p:sp>
        <p:nvSpPr>
          <p:cNvPr id="20" name="Slide Number 2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4</a:t>
            </a:fld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10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10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304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reciprocal of −⅘?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−5/4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−⅘ · (−5/4) = 1.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45745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2 Quiz · Section 504 Version · Answer Key (teacher copy)</a:t>
            </a:r>
            <a:endParaRPr lang="en-US" sz="1125" dirty="0"/>
          </a:p>
        </p:txBody>
      </p:sp>
      <p:sp>
        <p:nvSpPr>
          <p:cNvPr id="12" name="Slide Number 1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5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opic 2 Lesson 2 Quiz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5</Slides>
  <Notes>5</Notes>
</Properties>
</file>

<file path=docProps/core.xml><?xml version="1.0" encoding="utf-8"?>
<cp:coreProperties xmlns:cp="http://schemas.openxmlformats.org/package/2006/metadata/core-properties" xmlns:dc="http://purl.org/dc/elements/1.1/">
  <dc:title>Topic 2 Lesson 2 Quiz Answer Key</dc:title>
  <dc:subject>Bluebonnet Algebra I</dc:subject>
</cp:coreProperties>
</file>