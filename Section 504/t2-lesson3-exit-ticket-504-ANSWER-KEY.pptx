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Exit Ticket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Section 504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Exit Ticket · Section 504 Version · Answer Key (teacher copy)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slope is perpendicular to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−5/2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2/5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1831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18313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⊥ to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(3, 1)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18313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−⅓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9329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93293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vertical line through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(−4, 7)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293293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−4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6827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85419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Flip and change the sign. 2. Slope −1/3: 1 = −1/3(3) + b, so b = 2. 3. A vertical line keeps x the same.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Exit Ticket · Section 504 Version · Answer Key (teacher copy)</a:t>
            </a:r>
            <a:endParaRPr lang="en-US" sz="112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3 Exit Ticket Answer Key</dc:title>
  <dc:subject>Bluebonnet Algebra I</dc:subject>
</cp:coreProperties>
</file>