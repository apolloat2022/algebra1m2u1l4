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Quiz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14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14 questions and choices as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Are y = ¾x + 1 and y = −4/3x − 2 perpendicular?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Yes, the slopes multiply to −1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¾ · (−4/3) = −1.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are y = 2x and y = −2x related?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Neither parallel nor perpendicular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 · (−2) = −4, not −1, and the slopes are not equal.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312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−¾x and passes through (3, −8)?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4/3x − 12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4/3: −8 = 4/3(3) + b = 4 + b, so b = −12.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5057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passes through (6, 2) and is perpendicular to the line through (−5, 3) and (−1, −9)?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⅓x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Given slope −12/4 = −3, so the new slope is ⅓: 2 = ⅓(6) + b, b = 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Two perpendicular lines meet at (5, 9). One passes through (−4, 4). Which is the other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−9/5x + 18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through the points = 5/9, so the other slope is −9/5: 9 = −9/5(5) + b, b = 18.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03021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308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Rotating (a, b) 90° counterclockwise about the origin gives which point?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(−b, a)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This is the rotation used in the proof that perpendicular slopes are negative reciprocals.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7–9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“All horizontal lines are parallel.” Is this always, sometimes, or never true?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horizontal line has slope 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the horizontal line through (2, −1)?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horizontal line has the same y-value.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309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a line perpendicular to a line with slope ⅕?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⅕ · (−5) = −1.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5057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10–12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Lines with slope 1 and lines with slope −¼ look perpendicular on a graph. Are they?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1 · (−¼) ≠ −1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Different axis scales can make lines look perpendicular. Check the slopes.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a line perpendicular to y = ½x − 4 that passes through the point (2, 3)?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−2x + 7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slope: −2. Put in the point: 3 = −2(2) + b = −4 + b, so b = 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312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the equation in slope-intercept form of the line parallel to y = −4x + 1 that passes through the point (−1, 6)?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−4x + 2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Parallel slope: −4. 6 = −4(−1) + b = 4 + b, so b = 2.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6029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statement describes the lines 2x − y = 3 and y = 2x + 5?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They are parallel.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Solve 2x − y = 3 for y: y = 2x − 3. Same slope 2, different y-intercept: parallel.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the points (0, −2) and (5, 8). What is the slope of a line perpendicular to it?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−½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(8 − (−2)) ÷ (5 − 0) = 10 ÷ 5 = 2. Flip and change the sign: −½.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Lesson 3 Quiz Answer Key</dc:title>
  <dc:subject>Bluebonnet Algebra I</dc:subject>
</cp:coreProperties>
</file>