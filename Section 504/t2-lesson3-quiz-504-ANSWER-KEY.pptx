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3 Quiz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Same 10 questions and choices as the general quiz.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Quiz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1–3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308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Are y = ¾x + 1 and y = −4/3x − 2 perpendicular?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Yes, the slopes multiply to −1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¾ · (−4/3) = −1.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309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How are y = 2x and y = −2x related?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Neither parallel nor perpendicular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 · (−2) = −4, not −1, and the slopes are not equal.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481578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312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48157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perpendicular to y = −¾x and passes through (3, −8)?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48157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4/3x − 12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4/3: −8 = 4/3(3) + b = 4 + b, so b = −12.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50570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Quiz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4–6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passes through (6, 2) and is perpendicular to the line through (−5, 3) and (−1, −9)?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⅓x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Given slope −12/4 = −3, so the new slope is ⅓: 2 = ⅓(6) + b, b = 0.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Two perpendicular lines meet at (5, 9). One passes through (−4, 4). Which is the other line?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−9/5x + 18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through the points = 5/9, so the other slope is −9/5: 9 = −9/5(5) + b, b = 18.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4030218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308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4030218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Rotating (a, b) 90° counterclockwise about the origin gives which point?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4030218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(−b, a)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This is the rotation used in the proof that perpendicular slopes are negative reciprocals.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532866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Quiz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7–9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7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“All horizontal lines are parallel.” Is this always, sometimes, or never true?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Every horizontal line has slope 0.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8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is the horizontal line through (2, −1)?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−1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Every point on a horizontal line has the same y-value.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755898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309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75589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a line perpendicular to a line with slope ⅕?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75589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⅕ · (−5) = −1.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50570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Quiz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10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10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314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Lines with slope 1 and lines with slope −¼ look perpendicular on a graph. Are they?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No: 1 · (−¼) ≠ −1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Different axis scales can make lines look perpendicular. Check the slopes.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Quiz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3 Quiz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5</Slides>
  <Notes>5</Notes>
</Properties>
</file>

<file path=docProps/core.xml><?xml version="1.0" encoding="utf-8"?>
<cp:coreProperties xmlns:cp="http://schemas.openxmlformats.org/package/2006/metadata/core-properties" xmlns:dc="http://purl.org/dc/elements/1.1/">
  <dc:title>Topic 2 Lesson 3 Quiz Answer Key</dc:title>
  <dc:subject>Bluebonnet Algebra I</dc:subject>
</cp:coreProperties>
</file>