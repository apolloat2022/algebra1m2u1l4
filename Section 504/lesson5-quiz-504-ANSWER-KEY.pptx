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5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219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describes how to graph y = −3x + 4?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Plot (0, 4), then go down 3 and right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the y-intercept (0, 4). The slope −3 = −3/1 means down 3, right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has y-intercept (0, −1) and passes through (2, 2)?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(3/2)x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From (0, −1) to (2, 2) is up 3, right 2, so the slope is 3/2 and b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222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diver is 90 feet below sea level and rises at a constant 15 feet per minute. Let x be minutes and y the depth in feet. Which equation models this?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15x − 90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diver starts at −90 (below sea level) and the depth goes up, so the slope is +15.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8773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club had some money, then sold T-shirts for $8 each. After selling 4 shirts, the club had $60. Let x be shirts sold and y the money. Which equation models this?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− 60 = 8(x − 4)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rate, $8 per shirt, is the slope. 4 shirts and $60 give the point (4, 60).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 graph y + 3 = ½(x − 4), which point do you plot first?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(4, −3)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(−3) = ½(x − 4). The point is (4, −3); then go up 1, right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57885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226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57885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written in standard form?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57885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3x − 5y = 15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Standard form is Ax + By = C with integers A, B, C. ½x + y = 4 has a fraction, so it isn't standard form.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8773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3x + 4y = 24?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y = 0: 3x = 24, so x = 8. (0, 6) is the y-intercept.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228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6x + 3y = 9?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−A/B = −6/3 = −2. The coefficient of x is not the slope in standard form.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230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standard form passes through (1, 3) and (3, 7)?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−2x + y =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(7 − 3) ÷ (3 − 1) = 2, so y − 3 = 2(x − 1), which is y = 2x + 1. Subtract 2x: −2x + y = 1.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y − 2 = 4(x + 1)?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(0, 6)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y − 2 = 4x + 4, so y = 4x + 6. (−1, 2) is a point on the line, not the y-intercept.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5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Lesson 5 Quiz Answer Key</dc:title>
  <dc:subject>Bluebonnet Algebra I</dc:subject>
</cp:coreProperties>
</file>