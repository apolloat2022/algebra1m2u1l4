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3 Homework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14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Same 14 questions and choices as the general homework.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Homework · Section 504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309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Line j has slope −⅘. What is the slope of a line perpendicular to j?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5/4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negative reciprocal of −⅘ is 5/4.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309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Line j has slope −3. What is the slope of a line perpendicular to j?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⅓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−3 · ⅓ = −1.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Homework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312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perpendicular to y = 2x + 1 and passes through (6, 2)?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−½x + 5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−½: y − 2 = −½(x − 6), so y = −½x + 3 + 2 = −½x + 5.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313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line passes through (−2, 7) and is perpendicular to the line through (−6, 1) and (0, 4). Which is it?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−2x + 3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given line has slope 3/6 = ½, so the new slope is −2: 7 = −2(−2) + b, b = 3.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0302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Homework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5–6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311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perpendicular to x = 5 and passes through (1, 0)?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x = 5 is vertical, so the perpendicular line is horizontal: y = 0.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311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perpendicular to y = −2 and passes through (5, 6)?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x = 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y = −2 is horizontal, so the perpendicular line is vertical: x = 5.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Homework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7–8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7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316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Moonbeam Drive has slope −⅘. Which road is parallel to it through (20, 7)?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−⅘x + 23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7 = −⅘(20) + b = −16 + b, so b = 23.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8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316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Moonbeam Drive has slope −⅘. Which road is perpendicular to it through (2, 6)?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5/4x + 7/2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5/4: 6 = 5/4(2) + b = 5/2 + b, so b = 7/2.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Homework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9–10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9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316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Buildings are at (8, 4) and (12, 10). Is the road between them perpendicular to Moonbeam Drive (slope −⅘)?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No: its slope is 3/2, not 5/4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(10 − 4) ÷ (12 − 8) = 3/2, and 3/2 · (−⅘) = −6/5 ≠ −1.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10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310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any vertical line?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Undefined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run is 0, and you can't divide by 0.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Homework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11–12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309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line passes through the points (−3, 1) and (3, 5). Which gives its slope, the slope of a parallel line, and the slope of a perpendicular line?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⅔; parallel ⅔; perpendicular −3/2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= (5 − 1) ÷ (3 − (−3)) = 4/6 = ⅔. Parallel: the same. Perpendicular: flip and change the sign, −3/2.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312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represents a line perpendicular to y = −3x + 2 that passes through the point (6, 1)?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⅓x − 1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Perpendicular slope: ⅓. Put in the point: 1 = ⅓(6) + b = 2 + b, so b = −1.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Homework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7</a:t>
            </a:fld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13–14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312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is the equation in slope-intercept form of the line parallel to y = 2x − 5 that passes through the point (3, 4)?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2x − 2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Parallel slope: 2. y − 4 = 2(x − 3), so y = 2x − 6 + 4 = 2x − 2.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312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statement describes the lines 3x + 4y = 8 and y = (4/3)x + 1?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They are perpendicular.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Solve 3x + 4y = 8 for y: y = −¾x + 2. −¾ · 4/3 = −1, so they are perpendicular.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Homework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8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3 Home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8</Slides>
  <Notes>8</Notes>
</Properties>
</file>

<file path=docProps/core.xml><?xml version="1.0" encoding="utf-8"?>
<cp:coreProperties xmlns:cp="http://schemas.openxmlformats.org/package/2006/metadata/core-properties" xmlns:dc="http://purl.org/dc/elements/1.1/">
  <dc:title>Topic 2 Lesson 3 Homework Answer Key</dc:title>
  <dc:subject>Bluebonnet Algebra I</dc:subject>
</cp:coreProperties>
</file>