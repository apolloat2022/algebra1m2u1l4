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3 Homework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Homework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309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Line j has slope −⅘. What is the slope of a line perpendicular to j?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5/4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negative reciprocal of −⅘ is 5/4.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309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Line j has slope −3. What is the slope of a line perpendicular to j?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⅓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−3 · ⅓ =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perpendicular to y = 2x + 1 and passes through (6, 2)?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−½x + 5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−½: y − 2 = −½(x − 6), so y = −½x + 3 + 2 = −½x + 5.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(−2, 7) and is perpendicular to the line through (−6, 1) and (0, 4). Which is it?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−2x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given line has slope 3/6 = ½, so the new slope is −2: 7 = −2(−2) + b, b = 3.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perpendicular to x = 5 and passes through (1, 0)?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= 5 is vertical, so the perpendicular line is horizontal: y = 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perpendicular to y = −2 and passes through (5, 6)?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−2 is horizontal, so the perpendicular line is vertical: x = 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Moonbeam Drive has slope −⅘. Which road is parallel to it through (20, 7)?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−⅘x + 23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7 = −⅘(20) + b = −16 + b, so b = 23.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Moonbeam Drive has slope −⅘. Which road is perpendicular to it through (2, 6)?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5/4x + 7/2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5/4: 6 = 5/4(2) + b = 5/2 + b, so b = 7/2.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Buildings are at (8, 4) and (12, 10). Is the road between them perpendicular to Moonbeam Drive (slope −⅘)?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No: its slope is 3/2, not 5/4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(10 − 4) ÷ (12 − 8) = 3/2, and 3/2 · (−⅘) = −6/5 ≠ −1.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any vertical line?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Undefined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run is 0, and you can't divide by 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Homework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3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2 Lesson 3 Homework Answer Key</dc:title>
  <dc:subject>Bluebonnet Algebra I</dc:subject>
</cp:coreProperties>
</file>