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4 Exit Ticket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 questions, the same ones on the exit ticket slide of the Section 504 deck.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22042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Exit Ticket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Exit ticket answers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4869043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5554843" y="1209294"/>
            <a:ext cx="5951052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6" name="Shape 6"/>
          <p:cNvSpPr txBox="1"/>
          <p:nvPr/>
        </p:nvSpPr>
        <p:spPr>
          <a:xfrm>
            <a:off x="685800" y="1707642"/>
            <a:ext cx="4869043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A table has 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(0, 3)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(2, 11)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. Is its line parallel, perpendicular, or neither to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5554843" y="1707642"/>
            <a:ext cx="5951052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 (slope 4)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2731770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+ 10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and a table with 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(0, 4), (1, 9)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grows faster?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5554843" y="2731770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The table (slope 5 &gt; 3)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3481578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3. A taxi charges $2.50 per mile plus $3. What are the units of the slope?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5554843" y="3481578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Dollars per mile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2313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40283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1. (11 − 3) ÷ 2 = 4. 2. (9 − 4) ÷ 1 = 5. 3. The slope is the output unit over the input unit.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Exit Ticket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4 Exit Ticke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>
  <dc:title>Topic 2 Lesson 4 Exit Ticket Answer Key</dc:title>
  <dc:subject>Bluebonnet Algebra I</dc:subject>
</cp:coreProperties>
</file>