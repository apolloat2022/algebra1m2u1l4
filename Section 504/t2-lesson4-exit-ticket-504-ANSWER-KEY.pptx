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4 Exit Ticket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Section 504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Exit Ticket · Section 504 Version · Answer Key (teacher copy)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A table has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(0, 3)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(2, 11)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Is its line parallel, perpendicular, or neither to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(slope 4)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73177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and a table with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(0, 4), (1, 9)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grows faster?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73177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The table (slope 5 &gt; 3)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348157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A taxi charges $2.50 per mile plus $3. What are the units of the slope?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348157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Dollars per mile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2313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40283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(11 − 3) ÷ 2 = 4. 2. (9 − 4) ÷ 1 = 5. 3. The slope is the output unit over the input unit.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Exit Ticket · Section 504 Version · Answer Key (teacher copy)</a:t>
            </a:r>
            <a:endParaRPr lang="en-US" sz="112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4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Topic 2 Lesson 4 Exit Ticket Answer Key</dc:title>
  <dc:subject>Bluebonnet Algebra I</dc:subject>
</cp:coreProperties>
</file>