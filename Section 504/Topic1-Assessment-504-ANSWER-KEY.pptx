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Grade with the original scoring: same items and letters as the standard form.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0774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point per multiple-choice item, 2 points per written item (1 for the value, 1 for units or meaning). Total: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21 points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903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y = 1750x + 40,500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LinReg with x = years since 2000: a = 1750, b = 40,500.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J. don't brush → cavities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Not brushing causes cavities. The others are coincidence or reversed.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$2.75 per cookie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(1.25 − (−1.50)) ÷ (5 − 4) = 2.75. Profit goes up $2.75 per cookie.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9189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91896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91896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C. Weak positive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91896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LinReg gives r ≈ 0.04: positive but close to 0, so weak.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66877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−77x + 950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= 0 in March, so b = 950. Each month changes by −77.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193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1935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H. $131.46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1935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LinReg: y ≈ 14.357x + 2.25. At x = 9: ≈ 131.46.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1691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169158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169158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 = −5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169158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3y = −15x + 45 → y = −5x + 15.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36446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364464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364464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(1/3)x − 5/3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364464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+ 2 = (1/3)(x + 1) → y = (1/3)x + 1/3 − 2.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439445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−60 liters per minute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(240 − 360) ÷ (2 − 0) = −60. Meaning: the water goes down 60 L each minute.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6936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6936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(40, 0)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6936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Meaning: after 40 minutes Gracie is 0 miles from home (she is home).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434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434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(0, 2 2/3)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434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Meaning: she starts 2 2/3 miles from home (school is 2 2/3 mi away).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1932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4193286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(2 pt)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2849819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−1/15 mile per minute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177857" y="4193286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(1 − 2) ÷ (25 − 10) = −1/15. Meaning: 1/15 mile closer to home each minute.</a:t>
            </a:r>
            <a:endParaRPr lang="en-US" sz="1800" dirty="0"/>
          </a:p>
        </p:txBody>
      </p:sp>
      <p:cxnSp>
        <p:nvCxnSpPr>
          <p:cNvPr id="22" name="Line 22"/>
          <p:cNvCxnSpPr/>
          <p:nvPr/>
        </p:nvCxnSpPr>
        <p:spPr>
          <a:xfrm>
            <a:off x="685800" y="521741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 · Answer Key (teacher copy)</a:t>
            </a:r>
            <a:endParaRPr lang="en-US" sz="1125" dirty="0"/>
          </a:p>
        </p:txBody>
      </p:sp>
      <p:sp>
        <p:nvSpPr>
          <p:cNvPr id="24" name="Slide Number 2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13–14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1711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 / meaning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6695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669542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6695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B. −94.94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669542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23.2(−4.2) + 2.5 = −97.44 + 2.5.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1450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14503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(1 pt)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14503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G. {0, 1, 2, …, 10}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14503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Domain = x-values; only whole batches, 0 to 10.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28948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Quick key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 C · 2 J · 3 $2.75 per cookie · 4 C · 5 y = −77x + 950 · 6 H · 7 m = −5 · 8 y = (1/3)x − 5/3 · 9 −60 liters per minute · 10 (40, 0) · 11 (0, 2 2/3) · 12 −1/15 mile per minute · 13 B · 14 G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 · Answer Key (teacher copy)</a:t>
            </a:r>
            <a:endParaRPr lang="en-US" sz="1125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1 Assessmen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1 Assessment Answer Key</dc:title>
  <dc:subject>Bluebonnet Algebra I</dc:subject>
</cp:coreProperties>
</file>