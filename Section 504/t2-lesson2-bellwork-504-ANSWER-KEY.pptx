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Bell 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8 questions and choices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− 3. How does the graph move?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3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Subtracting from the output is a vertical translation down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g(x) = 3x − 8?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m is the slope.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x-intercept of g(x) = 3x − 8?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(8/3, 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Set g(x) = 0: 3x − 8 = 0, so x = 8/3.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Let f(x) = x and g(x) = 2f(x) − 3. Which is g(x) in slope-intercept form?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2x − 3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Replace f(x) with x: g(x) = 2x − 3, a vertical dilation by 2 and a translation down 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right 5 units. Which equation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f(x − 5) = 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horizontal translation right 5 subtracts 5 from the input: f(x − 5).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a translation right 5 gives the same graph as which other translation?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5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− 5) = x − 5 = f(x) − 5, a vertical translation down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r(x) = j(x + 4). Simplify r(x).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r(x) = 2x + 7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+ 4) − 1 = 2x + 8 − 1 = 2x + 7.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f(x) = 3x is translated right 2 units. Which function represents the new graph?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3x − 6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Right 2 means f(x − 2) = 3(x − 2). Distribute: 3x − 6.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2 Bell Work Answer Key</dc:title>
  <dc:subject>Bluebonnet Algebra I</dc:subject>
</cp:coreProperties>
</file>