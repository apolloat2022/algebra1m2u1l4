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1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− 2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 and write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 by 3, down 2: 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parallel to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(1, 7)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2072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20725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(2, 5)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point is on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−2 ·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20725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(2, −10)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9570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12851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3x is the stretch, − 2 moves the line down 2. 2. 7 = 4(1) + b, so b = 3. 3. Multiply the output by −2: 5 · (−2) = −10.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1 Exit Ticket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1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1 Exit Ticket Answer Key</dc:title>
  <dc:subject>Bluebonnet Algebra I</dc:subject>
</cp:coreProperties>
</file>