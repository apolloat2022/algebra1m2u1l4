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Exit Ticket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Section 504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Exit Ticket · Section 504 Version · Answer Key (teacher copy)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 =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 − 2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 Describe the transformation and write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g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 by 3, down 2: 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g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 = 3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− 2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457450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Write the line parallel to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through 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(1, 7)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457450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18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+ 3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32072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3207258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(2, 5)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is on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point is on 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−2 · 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3207258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(2, −10)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9570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128516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3x is the stretch, − 2 moves the line down 2. 2. 7 = 4(1) + b, so b = 3. 3. Multiply the output by −2: 5 · (−2) = −10.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Exit Ticket · Section 504 Version · Answer Key (teacher copy)</a:t>
            </a:r>
            <a:endParaRPr lang="en-US" sz="11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Topic 2 Lesson 1 Exit Ticket Answer Key</dc:title>
  <dc:subject>Bluebonnet Algebra I</dc:subject>
</cp:coreProperties>
</file>