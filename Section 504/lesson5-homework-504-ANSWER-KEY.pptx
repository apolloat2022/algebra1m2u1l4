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= 4x + 2, which point do you plot first, and which point do you reach next using the slope?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2), then (1,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Plot the y-intercept (0, 2). The slope 4 = 4/1 means up 4, right 1, to (1, 6).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three points lie on y = −⅓x − 5?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−5), (3, −6), (−3, −4)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−5). Slope −⅓: down 1, right 3 to (3, −6), or up 1, left 3 to (−3, −4).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+ 1 = ¾(x − 8), which point do you start from, and what is the slope?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 (8, −1), slope ¾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(−1) = ¾(x − 8). The point is (8, −1) and the slope is ¾: up 3, right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given point of y − 4 = −⅔(x − 6) and use the slope. Which point is also on the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(9, 2)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 is (6, 4). Slope −⅔: down 2, right 3 gives (9, 2). (Up 2, left 3 gives (3, 6).)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intercepts of 4x + 6y = 48?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(12, 0) and (0, 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4x = 48, so x = 12. Let x = 0: 6y = 48, so y = 8.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intercepts of −2x + 8y = 56?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(−28, 0) and (0, 7)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−2x = 56, so x = −28. Let x = 0: 8y = 56, so y =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standard form passes through (0, −9) and (−3, 6)?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5x + y = −9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(6 − (−9)) ÷ (−3 − 0) = 15 ÷ (−3) = −5, so y = −5x − 9. Add 5x: 5x + y = −9.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standard form passes through (−4, 2) and (2, 5)?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− 2y = −8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(5 − 2) ÷ (2 − (−4)) = 3 ÷ 6 = ½, so y − 2 = ½(x + 4), which is y = ½x + 4. Multiply by 2: 2y = x + 8, so x − 2y = −8. ½x − y = −4 is the same line but not standard form, because A must be an integer.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51274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Brianna bought magazines for $6 each and paperback books for $3 each, for a total of $54. Let x = magazines and y = books. Which equation and x-intercept are correct?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6x + 3y = 54; (9, 0): she could buy 9 magazines and no books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Money from magazines plus money from books is the total: 6x + 3y = 54. Let y = 0: 6x = 54, so x = 9. (The y-intercept is (0, 18): 18 books and no magazines.)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8290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8290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8290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y-intercept of −9x + 2y = −36?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8290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9/2, (0, −18)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−A/B = −(−9)/2 = 9/2. Let x = 0: 2y = −36, so y = −18.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Lesson 5 Homework Answer Key</dc:title>
  <dc:subject>Bluebonnet Algebra I</dc:subject>
</cp:coreProperties>
</file>