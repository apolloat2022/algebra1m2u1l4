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Homework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14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14 questions and choices as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w(x) = 4x and r(x) = ½ · w(x). What is r(30)?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w(30) = 120, and half of that is 60.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w(x) = 4x and r(x) = ½ · w(x). Which is r(x) in general form?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r(x) = 2x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½ · 4x = 2x.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transformation turns w(x) = 4x into r(x) = ½ · w(x)?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vertical compression by a factor of ½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Multiplying the output by a number between 0 and 1 compresses the graph.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2x and passes through (0, 4)?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2x + 4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 2, and the y-intercept is (0, 4).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2x and passes through (−2, −1)?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−1 = 2(−2) + b, so b = 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2x and passes through (2, 0)?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2x − 4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0 = 2(2) + b, so b = −4.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f(x) − 7. Describe the transformation.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Translated down 7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Subtracting 7 from the output moves every point down 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−3f(x). What is the slope of g(x)?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−3x: stretched by 3 and reflected across the x-axis.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parallel to y = −3x + 4 and passes through (−1, 5)?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−3x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5 = −3(−1) + b = 3 + b, so b =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⅓f(x) + 2. Which describes g(x)?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Compressed vertically by ⅓, then up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⅓x + 2: the ⅓ compresses, the + 2 moves the graph up.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11–12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f(x) = x is transformed to make g(x) = x + 6. Which describes the transformation?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translation up 6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+ 6 is outside: it adds 6 to every output (y-value), so the graph moves up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a reflection of f(x) = x across the x-axis and a vertical dilation by a factor of ½?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−½x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= −½: the negative sign reflects, and |−½| = ½ compresses by ½.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f(x) = x and g(x) = 3f(x) − 2. Which gives g(x) in slope-intercept form and the two transformations?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3x − 2: a vertical dilation by 3 and a translation down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Replace f(x) with x: 3x − 2. The 3 multiplies the outputs (dilation); the − 2 moves the graph down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274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shows f(x) = x (dashed) and a transformed function g(x). Which equation represents g(x)? (uses the table on the page)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f(x)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is parallel to f and crosses the y-axis at 2 instead of 0: up 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8</Slides>
  <Notes>8</Notes>
</Properties>
</file>

<file path=docProps/core.xml><?xml version="1.0" encoding="utf-8"?>
<cp:coreProperties xmlns:cp="http://schemas.openxmlformats.org/package/2006/metadata/core-properties" xmlns:dc="http://purl.org/dc/elements/1.1/">
  <dc:title>Topic 2 Lesson 1 Homework Answer Key</dc:title>
  <dc:subject>Bluebonnet Algebra I</dc:subject>
</cp:coreProperties>
</file>