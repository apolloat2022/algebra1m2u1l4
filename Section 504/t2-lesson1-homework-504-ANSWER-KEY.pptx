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What is r(30)?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w(30) = 120, and half of that is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Which is r(x) in general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 · 4x = 2x.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transformation turns w(x) = 4x into r(x) = ½ · w(x)?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vertical compression by a factor of ½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a number between 0 and 1 compresses the graph.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(0, 4)?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2, and the y-intercept is (0, 4).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(−2,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−1 = 2(−2) + b, so b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(2,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 = 2(2) + b, so b = −4.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− 7.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down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output moves every point down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−3f(x). What is the slope of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−3x: stretched by 3 and reflected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−3x + 4 and passes through (−1,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 = −3(−1) + b = 3 + b, so b =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⅓f(x) + 2. Which describes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Compressed vertically by ⅓, then up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⅓x + 2: the ⅓ compresses, the + 2 moves the graph up.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1 Homework Answer Key</dc:title>
  <dc:subject>Bluebonnet Algebra I</dc:subject>
</cp:coreProperties>
</file>