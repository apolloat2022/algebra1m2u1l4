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The 150-day guide omits this lesson, but the End of Topic 2 Assessment covers it (questions 11–14). On the class calendar: Day 1 (Mon Nov 2, review day) Getting Started, Activities 4.1 and 4.2, then the online Topic 2 Review practice test; Day 2 (Wed Nov 4, after the test, for students not retaking)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p has slope (4 − 1) ÷ 4 = ¾ = 0.75. y = x − 2 has slope 1, which is greater. (3x − 4y = 8 is y = ¾x − 2: equal, not greater.)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Range = the outputs, the gallons left: 200 at the start, down to 0 when t = 20.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function has a greater rate of change than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odd one out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4.1: compare slopes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4.2: a table and a graph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4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Representation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way to show a function: table, graph, equation or words.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÷ 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$15 per ton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0: the starting amount.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$25 to start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Independent quantity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349648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Dependent quantity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saved</a:t>
            </a:r>
            <a:endParaRPr lang="en-US" sz="2325" dirty="0"/>
          </a:p>
        </p:txBody>
      </p:sp>
      <p:sp>
        <p:nvSpPr>
          <p:cNvPr id="26" name="Shape 26"/>
          <p:cNvSpPr txBox="1"/>
          <p:nvPr/>
        </p:nvSpPr>
        <p:spPr>
          <a:xfrm>
            <a:off x="8013497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How much each grid line counts.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each tick = $20</a:t>
            </a:r>
            <a:endParaRPr lang="en-US" sz="2325" dirty="0"/>
          </a:p>
        </p:txBody>
      </p:sp>
      <p:sp>
        <p:nvSpPr>
          <p:cNvPr id="27" name="Slide Number 2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8" name="Slide Number 6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2" name="Slide Number 7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  <p:sp>
        <p:nvSpPr>
          <p:cNvPr id="67" name="Slide Number 6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slope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Table or 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pick two points, 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number with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"per" amount.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→ parallel.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Product −1 → perpendicular.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Otherwise neither.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 slope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Steeper line: it grows faster (pays more per ton).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8580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12435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200-gallon tank drains 10 gallons each minute: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200 − 10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range of the function for this situation?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62076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 ≤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≤ 200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4.3: an equation and a table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4.4: words and a graph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  <p:sp>
        <p:nvSpPr>
          <p:cNvPr id="41" name="Slide Number 4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units = output units per input unit: degrees per degree, dollars per month.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starting value: $0 or $25 at month 0.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a known point to find what each tick counts: $80 after 4 months → $20 per tick.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779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22</Slides>
  <Notes>22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