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Two days on the 150-day calendar: Day 1 Getting Started, Activities 4.1 and 4.2; Day 2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Equal numbers of each grade: y = x, slope 1.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80 ÷ 4 = 20 dollars per month.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ratio of 9th-graders to 10th-graders is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 :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this relationship?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odd one out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4.1: compare slopes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4.2: a table and a graph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4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Representation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way to show a function: table, graph, equation or words.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$15 per ton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0: the starting amount.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 to start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Independent quantity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Dependent quantity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saved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each grid line counts.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each tick = $20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Table or 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pick two points,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number with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"per" amount.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→ parallel.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Product −1 → perpendicular.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Otherwise neither.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slope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Steeper line: it grows faster (pays more per ton).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8580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Miguel started with $0 and had $80 after 4 months. How much did he save each month?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4.3: an equation and a table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4.4: words and a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units = output units per input unit: degrees per degree, dollars per month.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starting value: $0 or $25 at month 0.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a known point to find what each tick counts: $80 after 4 months → $20 per tick.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779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