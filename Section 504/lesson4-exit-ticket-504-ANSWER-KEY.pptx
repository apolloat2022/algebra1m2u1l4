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Exit Ticket · Section 504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Write the equation in point-slope form: slope 5, through (−2, 3).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204)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− 3 = 5(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+ 2)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Rewrite your answer to #1 in slope-intercept form.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203)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5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+ 13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equation of the line through (4, 1) and (4, −7). Is it horizontal or vertical?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207)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· vertical, slope undefined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4028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For #3, both points have the same x-value, so the line is vertical.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Exit Ticket · Section 504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Lesson 4 Exit Ticket Answer Key</dc:title>
  <dc:subject>Bluebonnet Algebra I</dc:subject>
</cp:coreProperties>
</file>