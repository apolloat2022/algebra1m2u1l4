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m = 2 and passes through (5, 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− 6 = 2(x − 5)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Point-slope form is y − y₁ = m(x − x₁). Substitute m = 2, x₁ = 5 and y₁ =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m = −9.2 and passes through (−17, 10)?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− 10 = −9.2(x + 17)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x₁ = −17, so x − x₁ = x − (−17) = x + 17. With y₁ = 10, the left side is y − 10.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passes through (−2, −3) and (8, −8)?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+ 3 = −½(x + 2)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(−8 − (−3)) ÷ (8 − (−2)) = −5 ÷ 10 = −½. Using the point (−2, −3): y − (−3) = −½(x − (−2)), which is y + 3 = −½(x + 2).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photography studio charges $50 for a sitting fee and 6 prints. Luigi increased his order to 11 prints and paid $65. Let x be the number of prints and y the total cost. Which equation models this?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− 50 = 3(x − 6)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are (6, 50) and (11, 65). Slope = (65 − 50) ÷ (11 − 6) = 15 ÷ 5 = 3, so each extra print costs $3. Then use the point (6, 50).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51274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newspaper charges a flat fee plus a charge per day to place a classified ad. Which equation gives the total charge y for x days?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2.5x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2 more days add $5, so the slope is 5 ÷ 2 = 2.5 dollars per day. Then 8 = 2.5(2) + b gives b = 3, the flat fee.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y − 4 = 3(x + 2) in slope-intercept form.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+ 10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− 4 = 3x + 6. Add 4 to both sides: y = 3x + 10.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a point on the line y + 5 = −2(x − 4)?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−2, point (4,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(−5) = −2(x − 4). So m = −2, x₁ = 4 and y₁ = −5. The signs in the parentheses are the opposite of the point's coordinates.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horizontal line through (3, −6)?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 Here it's −6, so the line is y = −6.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vertical line through (−2, 7)?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−2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vertical line has the same x-value. Here it's −2, so the line is x = −2.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x =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5 is a vertical line. The x-values never change, so the run is 0, and you can't divide by 0. Remember HOY VUX: Vertical, Undefined slope, x = a number.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Lesson 4 Homework Answer Key</dc:title>
  <dc:subject>Bluebonnet Algebra I</dc:subject>
</cp:coreProperties>
</file>