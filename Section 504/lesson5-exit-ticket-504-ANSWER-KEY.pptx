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5 Exit Ticket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Section 504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Exit Ticket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Name the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and one more point you would plot to graph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−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220)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2), then down 3, right 4: (4, −1)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73177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Find the intercepts of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227)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73177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(4, 0) and (0, 6)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348157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Find the slope and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− 1 = 2(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+ 3)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231)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348157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2, (0, 7)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2313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40283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For #1, up 3 and left 4 to (−4, 5) is also right. For #3, y − 1 = 2x + 6, so y = 2x + 7.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Exit Ticket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5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Lesson 5 Exit Ticket Answer Key</dc:title>
  <dc:subject>Bluebonnet Algebra I</dc:subject>
</cp:coreProperties>
</file>