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12 questions over 3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12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y-intercept of y = ½x − 3?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 = ½, (0, −3)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the slope is the coefficient of x and the y-intercept is (0, b). Here b = −3.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a point on y − 4 = −2(x + 1)?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 = −2, (−1,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− 4 = −2(x − (−1)). So x₁ = −1 and y₁ = 4; the sign inside the parentheses flips.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4x + 2y = 10 for y.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−2x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4x: 2y = −4x + 10. Divide every term by 2: y = −2x + 5.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(0, 1). Go up 3 and right 2. Where do you land?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(2, 4)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Right 2 changes x from 0 to 2. Up 3 changes y from 1 to 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three points are on the line y = −⅓x + 4?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4), (3, 3), (−3,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the y-intercept (0, 4). The slope −⅓ means down 1, right 3 to (3, 3), or up 1, left 3 to (−3, 5).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Lena has $25 and saves $5 a week. Let x be the weeks and y her total savings. Which equation models this?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5x + 25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rate, $5 per week, is the slope. The starting amount, $25, is the y-intercept.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a point on y + 2 = 4(x − 1)?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 = 4, (1, −2)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(−2) = 4(x − 1). So m = 4 and the point is (1, −2).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Where does the line y = 2x − 6 cross the x-axis?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(3, 0)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On the x-axis, y = 0. Solve 0 = 2x − 6: x = 3. (0, −6) is where it crosses the y-axis.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x- and y-intercepts of 2x + 5y = 20?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(10, 0) and (0,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2x = 20, so x = 10. Let x = 0: 5y = 20, so y =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3x − 4y = 12?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¾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standard form the slope is −A/B = −3/(−4) = ¾. Don't drop the sign of B.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y = ⅔x − 1 written in standard form?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2x − 3y =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3: 3y = 2x − 3. Move the x-term: −2x + 3y = −3, which is the same as 2x − 3y = 3. In standard form A, B and C must be integers, so ⅔x − y = 1 doesn't count.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5547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55473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standard form passes through (0, 6) and (3, 0)?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2x + y =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(0 − 6) ÷ (3 − 0) = −2, so y = −2x + 6. Add 2x to both sides: 2x + y =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>
  <dc:title>Lesson 5 Bell Work Answer Key</dc:title>
  <dc:subject>Bluebonnet Algebra I</dc:subject>
</cp:coreProperties>
</file>