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Lesson 6 Homework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10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Same 10 questions and choices as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44271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x-values −2, 0, 2, 4 and y-values 5⅔, 5, 4⅓, 3⅔. Is it linear? If so, which function?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Yes: y = −⅓x + 5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Each time x goes up 2, y goes down ⅔. Slope = −⅔ ÷ 2 = −⅓, and (0, 5) is the y-intercept.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 table has x-values −5, 0, 5, 10 and y-values −27, −2, 20, 48. Is it linear?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No: the slopes are 5, 4.4 and 5.6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(−2 − (−27)) ÷ 5 = 5, (20 − (−2)) ÷ 5 = 4.4, (48 − 20) ÷ 5 = 5.6. The rate isn't constant, so it isn't linear.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Omar sells T-shirts for $14.99 each, and 5 each month are misprinted and can't be sold. Which functions give his earnings for x shirts printed?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84708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f(x) = 14.99(x − 5) and f(x) = 14.99x − 74.95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5 fewer shirts earn money, so 14.99(x − 5). Distribute: 14.99 · 5 = 74.95, so the general form is 14.99x − 74.95.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55473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55473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255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much will Omar earn when he prints 22 T-shirts?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55473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$254.83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f(22) = 14.99(22 − 5) = 14.99(17) = 254.83. $329.78 forgets the 5 misprinted shirts.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8531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255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many T-shirts does Omar need to print to earn $200?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19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14.99x − 74.95 = 200, so 14.99x = 274.95 and x ≈ 18.3. 18 shirts aren't enough, so he needs 19.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Juliana sells vases for $35 each and breaks 3 in the kiln each month: f(x) = 35(x − 3). How much does she earn if she makes 17 vases?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$490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f(17) = 35(17 − 3) = 35(14) = 490.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30453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7–8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7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many vases does Juliana need to make to earn $600?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2984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21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35x − 105 = 600, so 35x = 705 and x ≈ 20.1. 20 isn't enough, so she needs 21.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300609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3006090"/>
            <a:ext cx="2164019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8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Antonio sells toys for $12 each and pays $50 for his booth. Which functions give his earnings for x toys sold?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3006090"/>
            <a:ext cx="4328038" cy="157276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f(x) = 12x − 50 and f(x) = 12(x − 25/6)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$12 per toy minus the $50 fee: 12x − 50. Factor out 12: 50 ÷ 12 = 25/6, so 12(x − 25/6).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457885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9–10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256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much will Antonio earn if he sells 35 toys?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$370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f(35) = 12(35) − 50 = 420 − 50 = 370. $420 forgets the booth fee.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10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· SE p. 256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How many toys does Antonio need to sell to earn $250?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12x − 50 = 250, so 12x = 300 and x = 25.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Lesson 6 Homework · Section 504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Lesson 6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6</Slides>
  <Notes>6</Notes>
</Properties>
</file>

<file path=docProps/core.xml><?xml version="1.0" encoding="utf-8"?>
<cp:coreProperties xmlns:cp="http://schemas.openxmlformats.org/package/2006/metadata/core-properties" xmlns:dc="http://purl.org/dc/elements/1.1/">
  <dc:title>Lesson 6 Homework Answer Key</dc:title>
  <dc:subject>Bluebonnet Algebra I</dc:subject>
</cp:coreProperties>
</file>