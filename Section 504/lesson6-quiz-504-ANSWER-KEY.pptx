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6 Quiz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10 questions and choices as the general quiz.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Quiz · Section 504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1–3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240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of these represents a nonlinear function?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2ˣ + 1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In y = 2ˣ + 1 the variable is in the exponent, so the rate of change isn't constant. The others change by the same amount each step.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28041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28041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28041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table has the points (2, 9), (5, 15) and (11, 27). Which function does it represent?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28041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2x + 5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(15 − 9) ÷ (5 − 2) = 2 and (27 − 15) ÷ (11 − 5) = 2, so the slope is 2. Then 9 = 2(2) + b, so b = 5.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5788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578858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241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578858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Selling 4 bracelets earns $10, 10 earn $25, and 16 earn $40. Which is true?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578858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2.5x; the money is directly proportional to bracelets sold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Every ratio is 10 ÷ 4 = 25 ÷ 10 = 40 ÷ 16 = 2.5, so y = 2.5x, which passes through (0, 0).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615162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Quiz · Section 504 Version · Answer Key (teacher copy)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4–6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242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fair charges a $5 entrance fee and $1.50 per ride. With $20, how many rides can you go 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1.5x + 5 = 20, so 1.5x = 15 and x = 10. 13 forgets the entrance fee.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Gracie earns E(t) = 15t dollars for t T-shirts. What does E(6) = 90 mean?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Selling 6 T-shirts earns $90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input t is T-shirts and the output E(t) is dollars, so (6, 90) means 6 shirts earn $90.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030218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244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03021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Gracie earns $15 per T-shirt. How many T-shirts must she sell to earn at least $200?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03021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15t = 200 gives t ≈ 13.3. She can't sell part of a shirt, and 13 shirts earn only $195, so she needs 14.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32866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Quiz · Section 504 Version · Answer Key (teacher copy)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7–9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248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is G(t) = 15(t − 3) in general form, and what is its y-intercept?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G(t) = 15t − 45; (0, −45)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15t − 45. In general form f(x) = ax + b, b is the y-intercept. (3, 0) is the x-intercept.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248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degree and leading coefficient of P(x) = −4x² + 7x − 1?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degree 2, leading coefficient −4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greatest exponent is 2, and the coefficient on x² is −4. Keep the negative sign.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304538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249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30453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zero of f(x) = 6(x − 2.5)?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30453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x − 2.5 = 0 when x = 2.5. In factored form f(x) = a(x − c), c is the zero. (−15 is the y-intercept.)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6029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Quiz · Section 504 Version · Answer Key (teacher copy)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10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251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is F(t) = 15t − 80 written in factored form?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F(t) = 15(t − 16/3)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Factor out the leading coefficient 15: 80 ÷ 15 = 16/3. Check: 15 · 16/3 = 80.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Quiz · Section 504 Version · Answer Key (teacher copy)</a:t>
            </a:r>
            <a:endParaRPr lang="en-US" sz="11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6 Quiz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5</Slides>
  <Notes>5</Notes>
</Properties>
</file>

<file path=docProps/core.xml><?xml version="1.0" encoding="utf-8"?>
<cp:coreProperties xmlns:cp="http://schemas.openxmlformats.org/package/2006/metadata/core-properties" xmlns:dc="http://purl.org/dc/elements/1.1/">
  <dc:title>Lesson 6 Quiz Answer Key</dc:title>
  <dc:subject>Bluebonnet Algebra I</dc:subject>
</cp:coreProperties>
</file>