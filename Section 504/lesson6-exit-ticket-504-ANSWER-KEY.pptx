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Do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(1, 4), (3, 10), (7, 22)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 a linear function? If so, write it.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241)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Yes: 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73177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− 20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in factored form. What is its zero?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249)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73177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5(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− 4); zero 4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481578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Bracelets sell for $10 each, and the booth costs $30. How many must you sell to earn $100?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251)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481578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 bracelets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67715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(10 − 4)/(3 − 1) = 3 and (22 − 10)/(7 − 3) = 3, so linear; 4 = 3(1) + b gives b = 1. 2. Factor out 5: 5(x − 4); the zero is 4. 3. 10x − 30 = 100, so 10x = 130 and x = 13.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6 Exit Ticket Answer Key</dc:title>
  <dc:subject>Bluebonnet Algebra I</dc:subject>
</cp:coreProperties>
</file>