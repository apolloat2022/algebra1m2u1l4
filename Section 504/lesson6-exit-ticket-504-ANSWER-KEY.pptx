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Exit Ticket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 questions, the same ones on the exit ticket slide of the Section 504 deck.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22042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Exit Ticket · Section 504 Version · Answer Key (teacher copy)</a:t>
            </a:r>
            <a:endParaRPr lang="en-US" sz="1125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Exit ticket answers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4869043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5554843" y="1209294"/>
            <a:ext cx="5951052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</a:t>
            </a:r>
            <a:endParaRPr lang="en-US" sz="1950" dirty="0"/>
          </a:p>
        </p:txBody>
      </p:sp>
      <p:cxnSp>
        <p:nvCxnSpPr>
          <p:cNvPr id="5" name="Line 5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6" name="Shape 6"/>
          <p:cNvSpPr txBox="1"/>
          <p:nvPr/>
        </p:nvSpPr>
        <p:spPr>
          <a:xfrm>
            <a:off x="685800" y="1707642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1. Do 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(1, 4), (3, 10), (7, 22)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represent a linear function? If so, write it.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241)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5554843" y="1707642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Yes: 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1800" dirty="0"/>
          </a:p>
        </p:txBody>
      </p:sp>
      <p:cxnSp>
        <p:nvCxnSpPr>
          <p:cNvPr id="8" name="Line 8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9" name="Shape 9"/>
          <p:cNvSpPr txBox="1"/>
          <p:nvPr/>
        </p:nvSpPr>
        <p:spPr>
          <a:xfrm>
            <a:off x="685800" y="2731770"/>
            <a:ext cx="4869043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 = 5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− 20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in factored form. What is its zero?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249)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5554843" y="2731770"/>
            <a:ext cx="5951052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) = 5(</a:t>
            </a:r>
            <a:r>
              <a:rPr lang="en-US" sz="180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− 4); zero 4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3481578"/>
            <a:ext cx="4869043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3. Bracelets sell for $10 each, and the booth costs $30. How many must you sell to earn $100?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251)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5554843" y="3481578"/>
            <a:ext cx="5951052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13 bracelets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0570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4677156"/>
            <a:ext cx="10820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Work: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1. (10 − 4)/(3 − 1) = 3 and (22 − 10)/(7 − 3) = 3, so linear; 4 = 3(1) + b gives b = 1. 2. Factor out 5: 5(x − 4); the zero is 4. 3. 10x − 30 = 100, so 10x = 130 and x = 13.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Exit Ticket · Section 504 Version · Answer Key (teacher copy)</a:t>
            </a:r>
            <a:endParaRPr lang="en-US" sz="1125" dirty="0"/>
          </a:p>
        </p:txBody>
      </p:sp>
      <p:sp>
        <p:nvSpPr>
          <p:cNvPr id="17" name="Slide Number 1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Exit Ticket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  <Notes>2</Notes>
</Properties>
</file>

<file path=docProps/core.xml><?xml version="1.0" encoding="utf-8"?>
<cp:coreProperties xmlns:cp="http://schemas.openxmlformats.org/package/2006/metadata/core-properties" xmlns:dc="http://purl.org/dc/elements/1.1/">
  <dc:title>Lesson 6 Exit Ticket Answer Key</dc:title>
  <dc:subject>Bluebonnet Algebra I</dc:subject>
</cp:coreProperties>
</file>