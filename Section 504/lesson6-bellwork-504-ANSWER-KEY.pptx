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6 Bell 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12 questions over 3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12 questions and choices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between (2, 7) and (6, 15)?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(15 − 7) ÷ (6 − 2) = 8 ÷ 4 = 2. The change in y goes on top.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4x − 3. What is f(5)?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 5 for x: 4(5) − 3 = 20 − 3 = 17.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Solve 3x − 6 = 12.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Add 6 to both sides: 3x = 18. Divide by 3: x = 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a direct variation?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direct variation has the form y = kx and passes through (0, 0). y = 3x + 2 starts at (0, 2), so it is not one.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 (0, 3), (2, 7) and (6, 15) lie on one line? If so, which equation?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Yes: y = 2x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(7 − 3) ÷ (2 − 0) = 2 and (15 − 7) ÷ (6 − 2) = 8 ÷ 4 = 2. Same slope, so it's linear, and (0, 3) is the y-intercept. Watch the jump from 2 to 6: divide by 4, not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5547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55473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 (0, 1), (2, 5) and (4, 13) lie on one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No: the slopes are 2 and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(5 − 1) ÷ 2 = 2 but (13 − 5) ÷ 2 = 4. The slope isn't constant, so the points aren't on one line.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8531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Pretzels cost $3 each. Let x = pretzels and y = cost. Which equation fits, and is it a direct variation?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3x; yes, a direct variation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$3 per pretzel is the slope, and 0 pretzels cost $0, so the line passes through (0, 0): y = 3x is a direct variation.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Solve 0.75x + 6 = 15.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12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 6: 0.75x = 9. Divide by 0.75: x = 12.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f(x) = 4(x − 5) written in general form?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f(x) = 4x − 20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 the 4 to both terms: 4 · x − 4 · 5 = 4x − 20.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249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zero of f(x) = 3(x − 7)?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zero makes f(x) = 0: x − 7 = 0 when x = 7. The zero is a number, 7; the x-intercept is the point (7, 0).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degree and leading coefficient of P(x) = 5x³ − 2x + 1?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degree 3, leading coefficient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degree is the greatest exponent, 3. The leading coefficient is the number on that term,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E(t) = 15t gives Gracie's earnings for t T-shirts. What is E(4), and what does it mean?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60: selling 4 T-shirts earns $60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E(4) = 15(4) = 60. The input is T-shirts and the output is dollars.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6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7</Slides>
  <Notes>7</Notes>
</Properties>
</file>

<file path=docProps/core.xml><?xml version="1.0" encoding="utf-8"?>
<cp:coreProperties xmlns:cp="http://schemas.openxmlformats.org/package/2006/metadata/core-properties" xmlns:dc="http://purl.org/dc/elements/1.1/">
  <dc:title>Lesson 6 Bell Work Answer Key</dc:title>
  <dc:subject>Bluebonnet Algebra I</dc:subject>
</cp:coreProperties>
</file>