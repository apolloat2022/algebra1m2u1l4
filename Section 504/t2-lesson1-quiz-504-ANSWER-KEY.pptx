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1 Quiz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10 questions and choices as the general quiz.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Quiz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1–3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changes when f(x) becomes f(x) + d?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The y-intercept only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vertical translation moves the line up or down; it stays parallel, so the slope is unchanged.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(3, −1) is on f(x). Which point is on g(x) = f(x) + 5?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(3, 4)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Add 5 to the output: −1 + 5 = 4.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75589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274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75589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f(x) + 5. Which is g(x)?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75589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g(x) = x + 5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+ 5 = x + 5.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50570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Quiz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4–6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278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How is g(x) = 4f(x) related to f(x) = x?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Stretched vertically by a factor of 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Multiplying the output by 4 stretches the graph.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278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How is g(x) = −f(x) related to f(x) = x?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Reflected across the x-axis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Each output changes sign, which flips the graph across the x-axis.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03021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280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03021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is compressed vertically by ½, then translated down 3. Which is the new function?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03021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g(x) = ½x − 3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½f(x) − 3 = ½x − 3.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05434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Quiz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7–9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parallel to y = ½x + 3 and passes through (2, 9)?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½x + 8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9 = ½(2) + b = 1 + b, so b = 8.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pair of lines is parallel?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2x − 1 and y = 2x + 3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 lines have equal slopes and different y-intercepts.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8157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275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815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j(x) = 2x − 1 and q(x) = j(x) + 4. Which is q(x)?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815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q(x) = 2x + 3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2x − 1 + 4 = 2x + 3.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2313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Quiz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10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282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x. Which function has slope −1 and y-intercept (0, −4)?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g(x) = −f(x) − 4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−f(x) − 4 = −x − 4.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Quiz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1 Quiz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5</Slides>
  <Notes>5</Notes>
</Properties>
</file>

<file path=docProps/core.xml><?xml version="1.0" encoding="utf-8"?>
<cp:coreProperties xmlns:cp="http://schemas.openxmlformats.org/package/2006/metadata/core-properties" xmlns:dc="http://purl.org/dc/elements/1.1/">
  <dc:title>Topic 2 Lesson 1 Quiz Answer Key</dc:title>
  <dc:subject>Bluebonnet Algebra I</dc:subject>
</cp:coreProperties>
</file>