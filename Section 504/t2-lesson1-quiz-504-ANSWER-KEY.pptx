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1 Quiz · Section 504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14 questions,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Same 14 questions and choices as the general quiz.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Quiz · Section 504 Version · Answer Key (teacher copy)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1–3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275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changes when f(x) becomes f(x) + d?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The y-intercept only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vertical translation moves the line up or down; it stays parallel, so the slope is unchanged.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273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(3, −1) is on f(x). Which point is on g(x) = f(x) + 5?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(3, 4)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Add 5 to the output: −1 + 5 = 4.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3755898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274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3755898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and g(x) = f(x) + 5. Which is g(x)?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3755898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g(x) = x + 5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+ 5 = x + 5.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450570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Quiz · Section 504 Version · Answer Key (teacher copy)</a:t>
            </a:r>
            <a:endParaRPr lang="en-US" sz="1125" dirty="0"/>
          </a:p>
        </p:txBody>
      </p:sp>
      <p:sp>
        <p:nvSpPr>
          <p:cNvPr id="20" name="Slide Number 2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4–6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278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How is g(x) = 4f(x) related to f(x) = x?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Stretched vertically by a factor of 4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Multiplying the output by 4 stretches the graph.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278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How is g(x) = −f(x) related to f(x) = x?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Reflected across the x-axis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Each output changes sign, which flips the graph across the x-axis.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03021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4030218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280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4030218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is compressed vertically by ½, then translated down 3. Which is the new function?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4030218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g(x) = ½x − 3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½f(x) − 3 = ½x − 3.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505434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Quiz · Section 504 Version · Answer Key (teacher copy)</a:t>
            </a:r>
            <a:endParaRPr lang="en-US" sz="1125" dirty="0"/>
          </a:p>
        </p:txBody>
      </p:sp>
      <p:sp>
        <p:nvSpPr>
          <p:cNvPr id="20" name="Slide Number 2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7–9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7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276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line is parallel to y = ½x + 3 and passes through (2, 9)?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½x + 8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9 = ½(2) + b = 1 + b, so b = 8.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4574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45745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8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276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pair of lines is parallel?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2x − 1 and y = 2x + 3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Parallel lines have equal slopes and different y-intercepts.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3481578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9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275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3481578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j(x) = 2x − 1 and q(x) = j(x) + 4. Which is q(x)?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3481578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q(x) = 2x + 3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2x − 1 + 4 = 2x + 3.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423138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Quiz · Section 504 Version · Answer Key (teacher copy)</a:t>
            </a:r>
            <a:endParaRPr lang="en-US" sz="1125" dirty="0"/>
          </a:p>
        </p:txBody>
      </p:sp>
      <p:sp>
        <p:nvSpPr>
          <p:cNvPr id="20" name="Slide Number 2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10–12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10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282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x. Which function has slope −1 and y-intercept (0, −4)?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g(x) = −f(x) − 4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−f(x) − 4 = −x − 4.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4574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45745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275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45745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graph of f(x) = x is transformed to make g(x) = x − 9. Which describes the transformation?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45745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 translation down 9 units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− 9 is outside: it subtracts 9 from every output, so the graph moves down 9.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3755898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280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3755898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function is a vertical dilation of f(x) = x by a factor of 4 and a translation up 1?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3755898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g(x) = 4x + 1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4f(x) + 1 = 4x + 1.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478002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Quiz · Section 504 Version · Answer Key (teacher copy)</a:t>
            </a:r>
            <a:endParaRPr lang="en-US" sz="1125" dirty="0"/>
          </a:p>
        </p:txBody>
      </p:sp>
      <p:sp>
        <p:nvSpPr>
          <p:cNvPr id="20" name="Slide Number 2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13–14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282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Let f(x) = x and g(x) = −f(x) + 3. Which gives g(x) in slope-intercept form and the two transformations?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g(x) = −x + 3: a reflection across the x-axis and a translation up 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Replace f(x) with x: −x + 3. The negative reflects; the + 3 moves the graph up 3.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28041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28041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274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28041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graph shows f(x) = x (dashed) and a transformed function g(x). Which equation represents g(x)? (uses the table on the page)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28041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g(x) = f(x) − 5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g is parallel to f and crosses the y-axis at −5: 5 units down. (f(x + 5) = x + 5 would be up 5.)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57885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Quiz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6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1 Quiz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6</Slides>
  <Notes>6</Notes>
</Properties>
</file>

<file path=docProps/core.xml><?xml version="1.0" encoding="utf-8"?>
<cp:coreProperties xmlns:cp="http://schemas.openxmlformats.org/package/2006/metadata/core-properties" xmlns:dc="http://purl.org/dc/elements/1.1/">
  <dc:title>Topic 2 Lesson 1 Quiz Answer Key</dc:title>
  <dc:subject>Bluebonnet Algebra I</dc:subject>
</cp:coreProperties>
</file>