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(4 − (−6)) ÷ (0 − (−2.5)) =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4 is −¼.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Function p passes through (0, 1) and (4, 4). Which function has a greater rate of change than function 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x − 2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 has slope (4 − 1) ÷ 4 = ¾ = 0.75. y = x − 2 has slope 1, which is greater. (3x − 4y = 8 is y = ¾x − 2: equal, not greater.)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 · 3 = 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20 ÷ 1 = 20 dollars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9/5 · 10 + 32 = 18 + 32 = 50, so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200-gallon tank drains 10 gallons each minute: w(t) = 200 − 10t. What is the range of the function for this situation?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 ≤ w(t) ≤ 200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Range = the outputs, the gallons left: 200 at the start, down to 0 when t = 20.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