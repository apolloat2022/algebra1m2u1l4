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(4 − (−6)) ÷ (0 − (−2.5)) =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4 is −¼.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9th-graders to 10th-graders is 1 : 1. What is the slope of this relationship?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Equal numbers of each grade: y = x, slope 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 · 3 = 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20 ÷ 1 = 20 dollars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9/5 · 10 + 32 = 18 + 32 = 50, so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started with $0 and had $80 after 4 months. How much did he save each month?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80 ÷ 4 = 20 dollars per month.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