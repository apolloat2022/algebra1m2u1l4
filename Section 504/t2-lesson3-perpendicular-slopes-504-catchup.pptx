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Tuesday, October 27.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Tuesday, October 27.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Wednesday, October 28.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Wednesday, October 28.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Tue, Oct 27 · Day 2: Wed, Oct 28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73880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87451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Tuesday, October 27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Tue, Oct 27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Tue, Oct 27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Tuesday, October 27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Wednesday, October 28. Start at the next slide, “Start: Wednesday, October 28.”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Wednesday, October 28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Wed, Oct 28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Wed, Oct 28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Thursday, October 29. Lesson 4 in one day: open the Lesson 4 deck. Tonight: the Lesson 3 quiz as homework.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36</a:t>
            </a:fld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38</Slides>
  <Notes>38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