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Wednesday, October 28.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Wednesday, October 28.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Thursday, October 29.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Thursday, October 29.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Wed, Oct 28 · Day 2: Thu, Oct 29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73880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87451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Wednesday, October 28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Wed, Oct 28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Wed, Oct 28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  <p:sp>
        <p:nvSpPr>
          <p:cNvPr id="71" name="Slide Number 7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rotate a segment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3.1: slopes of perpendicular lines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3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that meet at a right angle (90°).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⊥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Reciprocal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fraction. A number times its reciprocal is 1.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Rotation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Turning a figure about a point.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90°: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line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0.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line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undefined.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90° rotation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reciprocals. Their product is −1.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(−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slopes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Equal.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Wednesday, October 28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Thursday, October 29. Start at the next slide, “Start: Thursday, October 29.”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Thursday, October 29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Thu, Oct 29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Thu, Oct 29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  <p:sp>
        <p:nvSpPr>
          <p:cNvPr id="78" name="Slide Number 7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2" name="Slide Number 3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3.2: horizontal and vertical lines ★ Essential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3.3: write perpendicular lines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0.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undefined.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They are always perpendicular.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 perpendicular line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Find the given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Take the negative reciprocal.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Use the point: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the 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can look perpendicular on a stretched grid. Check the slopes.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41780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Monday, November 2. Topic 2 Review: Lesson 4 in brief, then the online practice test. Tonight: the Lesson 3 quiz as homework.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36</a:t>
            </a:fld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38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38</Slides>
  <Notes>38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