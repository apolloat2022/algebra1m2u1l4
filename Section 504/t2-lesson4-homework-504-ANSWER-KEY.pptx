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4 Homework · Section 504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14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Same 14 questions and choices as the general homework.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table has the points (−4, 3), (0, 2), (2, 1.5) and (8, 0). How does its line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Slope = (2 − 3) ÷ (0 − (−4)) = −¼, and 4 · (−¼) = −1.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An elevator descends 4 feet every second. How does its graph compare to y = 4x − 3?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Its slope is −4: not equal to 4, and 4 · (−4) ≠ −1.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3–4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321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does y = ¼x + 5 compare to y = 4x − 3?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Neither parallel nor perpendicular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4 · ¼ = 1, not −1, and the slopes are not equal.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Travis pays w(x) = 15x and Hays pays j(x) = 20x dollars for x tons. Compare w(3) and j(3).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w(3) &lt; j(3)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w(3) = 45 and j(3) = 60.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5–6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322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Both recycling functions have a y-intercept of 0. What does it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$0 is paid for 0 tons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y-intercept is the payout when the weight is 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Xavier uses J(x) = 9/5x + 32. Which conversion does he make?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°C to 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The input x is Celsius and the output J(x) is Fahrenheit.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4</a:t>
            </a:fld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7–8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7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What does the y-intercept of J(x) = 9/5x + 32 mean?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0°C is 32°F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At x = 0 (0°C), J(0) = 32 (32°F).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4574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457450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8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323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Joey's table has (10, −12.2) and (50, 10) (°F, °C). What is its slope, about?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457450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About 5/9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(10 − (−12.2)) ÷ (50 − 10) = 22.2 ÷ 40 ≈ 0.56 ≈ 5/9.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5</a:t>
            </a:fld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9–10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9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Lauren starts with $25 and deposits $25 each month. How much does she have after 3 months?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25 + 25 · 3 = 100.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10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Brianna has 0 movies and buys 3 a month. Antonio has 27 and buys 2 a month. After how many months will they have the same number?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27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3m = 27 + 2m, so m = 27. Then both have 81.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0302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6</a:t>
            </a:fld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11–12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324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A's total cost is shown in the table. Plan B's total cost is c = 30m + 10, where m is the number of months. Which plan has the greater rate of change, and which has the greater initial value?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21214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Plan B has the greater rate ($30 vs. $20 a month); Plan A has the greater initial value ($40 vs. $10)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 goes up $20 each month and starts at $40. Plan B goes up $30 each month and starts at $10.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82905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829050"/>
            <a:ext cx="2164019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329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82905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A's cost is in the table; Plan B's cost is c = 30m + 10. After how many months do the two plans cost the same, and what is that cost? (uses the table on the page)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829050"/>
            <a:ext cx="4328038" cy="157276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 months, $100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Plan A is c = 20m + 40. 20m + 40 = 30m + 10 → 30 = 10m → m = 3. Cost: 20(3) + 40 = 100 dollars.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540181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7</a:t>
            </a:fld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13–14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function has a greater rate of change than function p shown in the graph? (uses the table on the page)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2x − 1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p has slope 3/2 = 1.5. Only 2 is greater. (3x − 2y = 4 is y = 1.5x − 2: equal.)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· SE p. 325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phone has 80% battery and uses 4% each hour: b(h) = 80 − 4h. What is the domain of the function for this situation?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0 ≤ h ≤ 20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Domain = the inputs, the hours: from 0 until the battery is empty, 80 − 4h = 0 at h = 20.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430453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4 Homework · Section 504 Version · Answer Key (teacher copy)</a:t>
            </a:r>
            <a:endParaRPr lang="en-US" sz="1125" dirty="0"/>
          </a:p>
        </p:txBody>
      </p:sp>
      <p:sp>
        <p:nvSpPr>
          <p:cNvPr id="16" name="Slide Number 16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8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4 Homework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8</Slides>
  <Notes>8</Notes>
</Properties>
</file>

<file path=docProps/core.xml><?xml version="1.0" encoding="utf-8"?>
<cp:coreProperties xmlns:cp="http://schemas.openxmlformats.org/package/2006/metadata/core-properties" xmlns:dc="http://purl.org/dc/elements/1.1/">
  <dc:title>Topic 2 Lesson 4 Homework Answer Key</dc:title>
  <dc:subject>Bluebonnet Algebra I</dc:subject>
</cp:coreProperties>
</file>