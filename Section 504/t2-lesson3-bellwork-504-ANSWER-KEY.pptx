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3 Bell Work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8 questions over 2 days,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Same 8 questions and choices as the general bell 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Bell Work · Section 504 Version · Answer Key (teacher copy)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reciprocal of ⅔?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3/2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Flip the fraction: ⅔ · 3/2 = 1.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5745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306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Rotate the point (8, 5) 90° counterclockwise about the origin. Where does it go?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(−5, 8)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90° counterclockwise rotation maps (x, y) to (−y, x).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Bell 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306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the segment from (0, 0) to (8, 5)?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5/8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(5 − 0) ÷ (8 − 0) = 5/8.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5745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line passes through the points (−1, 4) and (2, −2). What is the slope of the line?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(−2 − 4) ÷ (2 − (−1)) = −6 ÷ 3 = −2.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Bell 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309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Line j has slope ⅔. Line k is perpendicular to it. What is the slope of k?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−3/2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Perpendicular slopes are negative reciprocals: ⅔ · (−3/2) = −1.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310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any horizontal line?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On a horizontal line y never changes, so the rise is 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Bell 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is the equation of the vertical line through (2, −1)?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x = 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Every point on a vertical line has the same x-value, here 2.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312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represents a line perpendicular to y = 2x + 3 that passes through the point (4, 1)?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−½x + 3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Perpendicular slope: −½. Put in the point: 1 = −½(4) + b = −2 + b, so b = 3.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Bell Work · Section 504 Version · Answer Key (teacher copy)</a:t>
            </a:r>
            <a:endParaRPr lang="en-US" sz="11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3 Bell 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5</Slides>
  <Notes>5</Notes>
</Properties>
</file>

<file path=docProps/core.xml><?xml version="1.0" encoding="utf-8"?>
<cp:coreProperties xmlns:cp="http://schemas.openxmlformats.org/package/2006/metadata/core-properties" xmlns:dc="http://purl.org/dc/elements/1.1/">
  <dc:title>Topic 2 Lesson 3 Bell Work Answer Key</dc:title>
  <dc:subject>Bluebonnet Algebra I</dc:subject>
</cp:coreProperties>
</file>