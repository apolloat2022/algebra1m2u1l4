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Retest · Algebra I Module 2 Topic 1 · Forms A, B, C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item.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Answer Key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A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(−1, 5)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y₁ = m(x − x₁): x₁ = −1, y₁ =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1831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18313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18313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3x − 10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18313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− 2 = 3x − 12 → y = 3x − 10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6586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265861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265861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(1/3)x + 3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265861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 = (1/3)(−3) + b → 2 = −1 + b → b = 3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4084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408426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40842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−2/5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40842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5y = −2x + 10 → y = (−2/5)x + 2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38839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Answer Key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B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(8, −2)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+ 2 = y − (−2): x₁ = 8, y₁ = −2.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1831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18313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18313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−2x − 3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18313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+ 5 = −2x + 2 → y = −2x − 3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6586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265861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265861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(3/4)x − 4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265861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−1 = (3/4)(4) + b → −1 = 3 + b → b = −4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4084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408426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40842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40842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−2y = −4x + 8 → y = 2x − 4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38839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Answer Key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C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(−3, 7)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+ 3 = x − (−3): x₁ = −3, y₁ = 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1831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18313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18313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5x + 16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18313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− 6 = 5x + 10 → y = 5x + 16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6586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265861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265861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−(2/5)x + 3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265861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 = (−2/5)(5) + b → 1 = −2 + b → b = 3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4084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408426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40842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−2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40842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3y = −6x + 9 → y = −2x + 3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38839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Answer Key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etest-Alg1M2T1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Retest-Alg1M2T1 Answer Key</dc:title>
  <dc:subject>Bluebonnet Algebra I</dc:subject>
</cp:coreProperties>
</file>