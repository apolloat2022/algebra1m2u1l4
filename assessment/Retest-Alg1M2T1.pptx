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1792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Retest · Algebra I Module 2 Topic 1</a:t>
            </a:r>
            <a:endParaRPr lang="en-US" sz="57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2420874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Forms A, B, C</a:t>
            </a:r>
            <a:endParaRPr lang="en-US" sz="21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96722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Name ____________________ Date __________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490722"/>
            <a:ext cx="10820095" cy="9921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3662172"/>
            <a:ext cx="104009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Answer each question. Show your work, then write your answer in the box. Write points as ordered pairs (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).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Retest · Algebra I Module 2 Topic 1</a:t>
            </a:r>
            <a:endParaRPr lang="en-US" sz="1125" dirty="0"/>
          </a:p>
        </p:txBody>
      </p:sp>
      <p:sp>
        <p:nvSpPr>
          <p:cNvPr id="8" name="Slide Number 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</a:t>
            </a:fld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2103120"/>
            <a:ext cx="10820095" cy="13121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8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Form A</a:t>
            </a:r>
            <a:endParaRPr lang="en-US" sz="8250" dirty="0"/>
          </a:p>
        </p:txBody>
      </p:sp>
      <p:sp>
        <p:nvSpPr>
          <p:cNvPr id="3" name="Slide Number 3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</a:t>
            </a:fld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Form A · Question 1 of 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7863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  <a:t xml:space="preserve">What is the point of the line given by the point-slope equation </a:t>
            </a:r>
            <a:r>
              <a:rPr lang="en-US" sz="240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  <a:t xml:space="preserve"> − 5 = (</a:t>
            </a:r>
            <a: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  <a:t xml:space="preserve">/</a:t>
            </a:r>
            <a: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  <a:t xml:space="preserve">)(</a:t>
            </a:r>
            <a:r>
              <a:rPr lang="en-US" sz="240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  <a:t xml:space="preserve"> + 1)? Enter your answer as an ordered pair.</a:t>
            </a:r>
            <a:endParaRPr lang="en-US" sz="24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923288"/>
            <a:ext cx="3068955" cy="505206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3050B8"/>
            </a:solidFill>
            <a:prstDash val="dash"/>
          </a:ln>
        </p:spPr>
        <p:txBody>
          <a:bodyPr wrap="square" lIns="228600" tIns="109728" rIns="228600" bIns="10972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75" dirty="0">
                <a:solidFill>
                  <a:srgbClr val="16171D"/>
                </a:solidFill>
                <a:latin typeface="Segoe UI"/>
                <a:cs typeface="Segoe UI"/>
              </a:rPr>
              <a:t xml:space="preserve">Show your work here.</a:t>
            </a:r>
            <a:endParaRPr lang="en-US" sz="187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561844"/>
            <a:ext cx="10820095" cy="4206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  <a:t xml:space="preserve">Answer: ____________________</a:t>
            </a:r>
            <a:endParaRPr lang="en-US" sz="240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Retest · Algebra I Module 2 Topic 1 · Form A</a:t>
            </a:r>
            <a:endParaRPr lang="en-US" sz="1125" dirty="0"/>
          </a:p>
        </p:txBody>
      </p:sp>
      <p:sp>
        <p:nvSpPr>
          <p:cNvPr id="7" name="Slide Number 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3</a:t>
            </a:fld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Form A · Question 2 of 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7863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  <a:t xml:space="preserve">Rewrite the equation in slope-intercept form. Simplify your answer.</a:t>
            </a:r>
            <a:b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240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4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− 2 = 3(</a:t>
            </a:r>
            <a:r>
              <a:rPr lang="en-US" sz="240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4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− 4)</a:t>
            </a:r>
            <a:endParaRPr lang="en-US" sz="24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923288"/>
            <a:ext cx="3068955" cy="505206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3050B8"/>
            </a:solidFill>
            <a:prstDash val="dash"/>
          </a:ln>
        </p:spPr>
        <p:txBody>
          <a:bodyPr wrap="square" lIns="228600" tIns="109728" rIns="228600" bIns="10972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75" dirty="0">
                <a:solidFill>
                  <a:srgbClr val="16171D"/>
                </a:solidFill>
                <a:latin typeface="Segoe UI"/>
                <a:cs typeface="Segoe UI"/>
              </a:rPr>
              <a:t xml:space="preserve">Show your work here.</a:t>
            </a:r>
            <a:endParaRPr lang="en-US" sz="187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561844"/>
            <a:ext cx="10820095" cy="4206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  <a:t xml:space="preserve">Answer: ____________________</a:t>
            </a:r>
            <a:endParaRPr lang="en-US" sz="240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Retest · Algebra I Module 2 Topic 1 · Form A</a:t>
            </a:r>
            <a:endParaRPr lang="en-US" sz="1125" dirty="0"/>
          </a:p>
        </p:txBody>
      </p:sp>
      <p:sp>
        <p:nvSpPr>
          <p:cNvPr id="7" name="Slide Number 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4</a:t>
            </a:fld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Form A · Question 3 of 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7863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  <a:t xml:space="preserve">What is the equation in slope-intercept form of a line with a slope of (</a:t>
            </a:r>
            <a: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  <a:t xml:space="preserve">/</a:t>
            </a:r>
            <a: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  <a:t xml:space="preserve">) that passes through the point (−3, 2)?</a:t>
            </a:r>
            <a:endParaRPr lang="en-US" sz="24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923288"/>
            <a:ext cx="3068955" cy="505206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3050B8"/>
            </a:solidFill>
            <a:prstDash val="dash"/>
          </a:ln>
        </p:spPr>
        <p:txBody>
          <a:bodyPr wrap="square" lIns="228600" tIns="109728" rIns="228600" bIns="10972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75" dirty="0">
                <a:solidFill>
                  <a:srgbClr val="16171D"/>
                </a:solidFill>
                <a:latin typeface="Segoe UI"/>
                <a:cs typeface="Segoe UI"/>
              </a:rPr>
              <a:t xml:space="preserve">Show your work here.</a:t>
            </a:r>
            <a:endParaRPr lang="en-US" sz="187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561844"/>
            <a:ext cx="10820095" cy="4206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  <a:t xml:space="preserve">Answer: ____________________</a:t>
            </a:r>
            <a:endParaRPr lang="en-US" sz="240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Retest · Algebra I Module 2 Topic 1 · Form A</a:t>
            </a:r>
            <a:endParaRPr lang="en-US" sz="1125" dirty="0"/>
          </a:p>
        </p:txBody>
      </p:sp>
      <p:sp>
        <p:nvSpPr>
          <p:cNvPr id="7" name="Slide Number 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5</a:t>
            </a:fld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Form A · Question 4 of 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4206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  <a:t xml:space="preserve">What is the slope of the line given by the equation 2</a:t>
            </a:r>
            <a:r>
              <a:rPr lang="en-US" sz="240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  <a:t xml:space="preserve"> + 5</a:t>
            </a:r>
            <a:r>
              <a:rPr lang="en-US" sz="240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  <a:t xml:space="preserve"> = 10?</a:t>
            </a:r>
            <a:endParaRPr lang="en-US" sz="24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557528"/>
            <a:ext cx="3068955" cy="505206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3050B8"/>
            </a:solidFill>
            <a:prstDash val="dash"/>
          </a:ln>
        </p:spPr>
        <p:txBody>
          <a:bodyPr wrap="square" lIns="228600" tIns="109728" rIns="228600" bIns="10972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75" dirty="0">
                <a:solidFill>
                  <a:srgbClr val="16171D"/>
                </a:solidFill>
                <a:latin typeface="Segoe UI"/>
                <a:cs typeface="Segoe UI"/>
              </a:rPr>
              <a:t xml:space="preserve">Show your work here.</a:t>
            </a:r>
            <a:endParaRPr lang="en-US" sz="187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96084"/>
            <a:ext cx="10820095" cy="4206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  <a:t xml:space="preserve">Answer: ____________________</a:t>
            </a:r>
            <a:endParaRPr lang="en-US" sz="240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Retest · Algebra I Module 2 Topic 1 · Form A</a:t>
            </a:r>
            <a:endParaRPr lang="en-US" sz="1125" dirty="0"/>
          </a:p>
        </p:txBody>
      </p:sp>
      <p:sp>
        <p:nvSpPr>
          <p:cNvPr id="7" name="Slide Number 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6</a:t>
            </a:fld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2103120"/>
            <a:ext cx="10820095" cy="13121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8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Form B</a:t>
            </a:r>
            <a:endParaRPr lang="en-US" sz="8250" dirty="0"/>
          </a:p>
        </p:txBody>
      </p:sp>
      <p:sp>
        <p:nvSpPr>
          <p:cNvPr id="3" name="Slide Number 3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7</a:t>
            </a:fld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Form B · Question 1 of 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7863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  <a:t xml:space="preserve">What is the point of the line given by the point-slope equation </a:t>
            </a:r>
            <a:r>
              <a:rPr lang="en-US" sz="240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  <a:t xml:space="preserve"> + 2 = (</a:t>
            </a:r>
            <a: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  <a:t xml:space="preserve">5</a:t>
            </a:r>
            <a: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  <a:t xml:space="preserve">/</a:t>
            </a:r>
            <a: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  <a:t xml:space="preserve">)(</a:t>
            </a:r>
            <a:r>
              <a:rPr lang="en-US" sz="240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  <a:t xml:space="preserve"> − 8)? Enter your answer as an ordered pair.</a:t>
            </a:r>
            <a:endParaRPr lang="en-US" sz="24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923288"/>
            <a:ext cx="3068955" cy="505206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3050B8"/>
            </a:solidFill>
            <a:prstDash val="dash"/>
          </a:ln>
        </p:spPr>
        <p:txBody>
          <a:bodyPr wrap="square" lIns="228600" tIns="109728" rIns="228600" bIns="10972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75" dirty="0">
                <a:solidFill>
                  <a:srgbClr val="16171D"/>
                </a:solidFill>
                <a:latin typeface="Segoe UI"/>
                <a:cs typeface="Segoe UI"/>
              </a:rPr>
              <a:t xml:space="preserve">Show your work here.</a:t>
            </a:r>
            <a:endParaRPr lang="en-US" sz="187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561844"/>
            <a:ext cx="10820095" cy="4206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  <a:t xml:space="preserve">Answer: ____________________</a:t>
            </a:r>
            <a:endParaRPr lang="en-US" sz="240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Retest · Algebra I Module 2 Topic 1 · Form B</a:t>
            </a:r>
            <a:endParaRPr lang="en-US" sz="1125" dirty="0"/>
          </a:p>
        </p:txBody>
      </p:sp>
      <p:sp>
        <p:nvSpPr>
          <p:cNvPr id="7" name="Slide Number 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8</a:t>
            </a:fld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Form B · Question 2 of 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7863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  <a:t xml:space="preserve">Rewrite the equation in slope-intercept form. Simplify your answer.</a:t>
            </a:r>
            <a:b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240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4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+ 5 = −2(</a:t>
            </a:r>
            <a:r>
              <a:rPr lang="en-US" sz="240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4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− 1)</a:t>
            </a:r>
            <a:endParaRPr lang="en-US" sz="24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923288"/>
            <a:ext cx="3068955" cy="505206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3050B8"/>
            </a:solidFill>
            <a:prstDash val="dash"/>
          </a:ln>
        </p:spPr>
        <p:txBody>
          <a:bodyPr wrap="square" lIns="228600" tIns="109728" rIns="228600" bIns="10972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75" dirty="0">
                <a:solidFill>
                  <a:srgbClr val="16171D"/>
                </a:solidFill>
                <a:latin typeface="Segoe UI"/>
                <a:cs typeface="Segoe UI"/>
              </a:rPr>
              <a:t xml:space="preserve">Show your work here.</a:t>
            </a:r>
            <a:endParaRPr lang="en-US" sz="187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561844"/>
            <a:ext cx="10820095" cy="4206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  <a:t xml:space="preserve">Answer: ____________________</a:t>
            </a:r>
            <a:endParaRPr lang="en-US" sz="240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Retest · Algebra I Module 2 Topic 1 · Form B</a:t>
            </a:r>
            <a:endParaRPr lang="en-US" sz="1125" dirty="0"/>
          </a:p>
        </p:txBody>
      </p:sp>
      <p:sp>
        <p:nvSpPr>
          <p:cNvPr id="7" name="Slide Number 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9</a:t>
            </a:fld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Form B · Question 3 of 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7863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  <a:t xml:space="preserve">What is the equation in slope-intercept form of a line with a slope of (</a:t>
            </a:r>
            <a: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  <a:t xml:space="preserve">/</a:t>
            </a:r>
            <a: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  <a:t xml:space="preserve">) that passes through the point (4, −1)?</a:t>
            </a:r>
            <a:endParaRPr lang="en-US" sz="24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923288"/>
            <a:ext cx="3068955" cy="505206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3050B8"/>
            </a:solidFill>
            <a:prstDash val="dash"/>
          </a:ln>
        </p:spPr>
        <p:txBody>
          <a:bodyPr wrap="square" lIns="228600" tIns="109728" rIns="228600" bIns="10972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75" dirty="0">
                <a:solidFill>
                  <a:srgbClr val="16171D"/>
                </a:solidFill>
                <a:latin typeface="Segoe UI"/>
                <a:cs typeface="Segoe UI"/>
              </a:rPr>
              <a:t xml:space="preserve">Show your work here.</a:t>
            </a:r>
            <a:endParaRPr lang="en-US" sz="187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561844"/>
            <a:ext cx="10820095" cy="4206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  <a:t xml:space="preserve">Answer: ____________________</a:t>
            </a:r>
            <a:endParaRPr lang="en-US" sz="240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Retest · Algebra I Module 2 Topic 1 · Form B</a:t>
            </a:r>
            <a:endParaRPr lang="en-US" sz="1125" dirty="0"/>
          </a:p>
        </p:txBody>
      </p:sp>
      <p:sp>
        <p:nvSpPr>
          <p:cNvPr id="7" name="Slide Number 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10</a:t>
            </a:fld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Form B · Question 4 of 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4206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  <a:t xml:space="preserve">What is the slope of the line given by the equation 4</a:t>
            </a:r>
            <a:r>
              <a:rPr lang="en-US" sz="240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  <a:t xml:space="preserve"> − 2</a:t>
            </a:r>
            <a:r>
              <a:rPr lang="en-US" sz="240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  <a:t xml:space="preserve"> = 8?</a:t>
            </a:r>
            <a:endParaRPr lang="en-US" sz="24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557528"/>
            <a:ext cx="3068955" cy="505206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3050B8"/>
            </a:solidFill>
            <a:prstDash val="dash"/>
          </a:ln>
        </p:spPr>
        <p:txBody>
          <a:bodyPr wrap="square" lIns="228600" tIns="109728" rIns="228600" bIns="10972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75" dirty="0">
                <a:solidFill>
                  <a:srgbClr val="16171D"/>
                </a:solidFill>
                <a:latin typeface="Segoe UI"/>
                <a:cs typeface="Segoe UI"/>
              </a:rPr>
              <a:t xml:space="preserve">Show your work here.</a:t>
            </a:r>
            <a:endParaRPr lang="en-US" sz="187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96084"/>
            <a:ext cx="10820095" cy="4206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  <a:t xml:space="preserve">Answer: ____________________</a:t>
            </a:r>
            <a:endParaRPr lang="en-US" sz="240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Retest · Algebra I Module 2 Topic 1 · Form B</a:t>
            </a:r>
            <a:endParaRPr lang="en-US" sz="1125" dirty="0"/>
          </a:p>
        </p:txBody>
      </p:sp>
      <p:sp>
        <p:nvSpPr>
          <p:cNvPr id="7" name="Slide Number 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11</a:t>
            </a:fld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2103120"/>
            <a:ext cx="10820095" cy="13121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8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Form C</a:t>
            </a:r>
            <a:endParaRPr lang="en-US" sz="8250" dirty="0"/>
          </a:p>
        </p:txBody>
      </p:sp>
      <p:sp>
        <p:nvSpPr>
          <p:cNvPr id="3" name="Slide Number 3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12</a:t>
            </a:fld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Form C · Question 1 of 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7863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  <a:t xml:space="preserve">What is the point of the line given by the point-slope equation </a:t>
            </a:r>
            <a:r>
              <a:rPr lang="en-US" sz="240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  <a:t xml:space="preserve"> − 7 = −(</a:t>
            </a:r>
            <a: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  <a:t xml:space="preserve">/</a:t>
            </a:r>
            <a: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  <a:t xml:space="preserve">)(</a:t>
            </a:r>
            <a:r>
              <a:rPr lang="en-US" sz="240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  <a:t xml:space="preserve"> + 3)? Enter your answer as an ordered pair.</a:t>
            </a:r>
            <a:endParaRPr lang="en-US" sz="24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923288"/>
            <a:ext cx="3068955" cy="505206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3050B8"/>
            </a:solidFill>
            <a:prstDash val="dash"/>
          </a:ln>
        </p:spPr>
        <p:txBody>
          <a:bodyPr wrap="square" lIns="228600" tIns="109728" rIns="228600" bIns="10972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75" dirty="0">
                <a:solidFill>
                  <a:srgbClr val="16171D"/>
                </a:solidFill>
                <a:latin typeface="Segoe UI"/>
                <a:cs typeface="Segoe UI"/>
              </a:rPr>
              <a:t xml:space="preserve">Show your work here.</a:t>
            </a:r>
            <a:endParaRPr lang="en-US" sz="187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561844"/>
            <a:ext cx="10820095" cy="4206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  <a:t xml:space="preserve">Answer: ____________________</a:t>
            </a:r>
            <a:endParaRPr lang="en-US" sz="240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Retest · Algebra I Module 2 Topic 1 · Form C</a:t>
            </a:r>
            <a:endParaRPr lang="en-US" sz="1125" dirty="0"/>
          </a:p>
        </p:txBody>
      </p:sp>
      <p:sp>
        <p:nvSpPr>
          <p:cNvPr id="7" name="Slide Number 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13</a:t>
            </a:fld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Form C · Question 2 of 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7863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  <a:t xml:space="preserve">Rewrite the equation in slope-intercept form. Simplify your answer.</a:t>
            </a:r>
            <a:b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240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4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− 6 = 5(</a:t>
            </a:r>
            <a:r>
              <a:rPr lang="en-US" sz="240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4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+ 2)</a:t>
            </a:r>
            <a:endParaRPr lang="en-US" sz="24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923288"/>
            <a:ext cx="3068955" cy="505206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3050B8"/>
            </a:solidFill>
            <a:prstDash val="dash"/>
          </a:ln>
        </p:spPr>
        <p:txBody>
          <a:bodyPr wrap="square" lIns="228600" tIns="109728" rIns="228600" bIns="10972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75" dirty="0">
                <a:solidFill>
                  <a:srgbClr val="16171D"/>
                </a:solidFill>
                <a:latin typeface="Segoe UI"/>
                <a:cs typeface="Segoe UI"/>
              </a:rPr>
              <a:t xml:space="preserve">Show your work here.</a:t>
            </a:r>
            <a:endParaRPr lang="en-US" sz="187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561844"/>
            <a:ext cx="10820095" cy="4206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  <a:t xml:space="preserve">Answer: ____________________</a:t>
            </a:r>
            <a:endParaRPr lang="en-US" sz="240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Retest · Algebra I Module 2 Topic 1 · Form C</a:t>
            </a:r>
            <a:endParaRPr lang="en-US" sz="1125" dirty="0"/>
          </a:p>
        </p:txBody>
      </p:sp>
      <p:sp>
        <p:nvSpPr>
          <p:cNvPr id="7" name="Slide Number 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14</a:t>
            </a:fld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Form C · Question 3 of 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7863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  <a:t xml:space="preserve">What is the equation in slope-intercept form of a line with a slope of −(</a:t>
            </a:r>
            <a: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  <a:t xml:space="preserve">/</a:t>
            </a:r>
            <a: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  <a:t xml:space="preserve">5</a:t>
            </a:r>
            <a: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  <a:t xml:space="preserve">) that passes through the point (5, 1)?</a:t>
            </a:r>
            <a:endParaRPr lang="en-US" sz="24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923288"/>
            <a:ext cx="3068955" cy="505206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3050B8"/>
            </a:solidFill>
            <a:prstDash val="dash"/>
          </a:ln>
        </p:spPr>
        <p:txBody>
          <a:bodyPr wrap="square" lIns="228600" tIns="109728" rIns="228600" bIns="10972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75" dirty="0">
                <a:solidFill>
                  <a:srgbClr val="16171D"/>
                </a:solidFill>
                <a:latin typeface="Segoe UI"/>
                <a:cs typeface="Segoe UI"/>
              </a:rPr>
              <a:t xml:space="preserve">Show your work here.</a:t>
            </a:r>
            <a:endParaRPr lang="en-US" sz="187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561844"/>
            <a:ext cx="10820095" cy="4206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  <a:t xml:space="preserve">Answer: ____________________</a:t>
            </a:r>
            <a:endParaRPr lang="en-US" sz="240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Retest · Algebra I Module 2 Topic 1 · Form C</a:t>
            </a:r>
            <a:endParaRPr lang="en-US" sz="1125" dirty="0"/>
          </a:p>
        </p:txBody>
      </p:sp>
      <p:sp>
        <p:nvSpPr>
          <p:cNvPr id="7" name="Slide Number 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15</a:t>
            </a:fld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Form C · Question 4 of 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4206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  <a:t xml:space="preserve">What is the slope of the line given by the equation 6</a:t>
            </a:r>
            <a:r>
              <a:rPr lang="en-US" sz="240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  <a:t xml:space="preserve"> + 3</a:t>
            </a:r>
            <a:r>
              <a:rPr lang="en-US" sz="240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  <a:t xml:space="preserve"> = 9?</a:t>
            </a:r>
            <a:endParaRPr lang="en-US" sz="24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557528"/>
            <a:ext cx="3068955" cy="505206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3050B8"/>
            </a:solidFill>
            <a:prstDash val="dash"/>
          </a:ln>
        </p:spPr>
        <p:txBody>
          <a:bodyPr wrap="square" lIns="228600" tIns="109728" rIns="228600" bIns="10972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75" dirty="0">
                <a:solidFill>
                  <a:srgbClr val="16171D"/>
                </a:solidFill>
                <a:latin typeface="Segoe UI"/>
                <a:cs typeface="Segoe UI"/>
              </a:rPr>
              <a:t xml:space="preserve">Show your work here.</a:t>
            </a:r>
            <a:endParaRPr lang="en-US" sz="187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96084"/>
            <a:ext cx="10820095" cy="4206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  <a:t xml:space="preserve">Answer: ____________________</a:t>
            </a:r>
            <a:endParaRPr lang="en-US" sz="240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Retest · Algebra I Module 2 Topic 1 · Form C</a:t>
            </a:r>
            <a:endParaRPr lang="en-US" sz="1125" dirty="0"/>
          </a:p>
        </p:txBody>
      </p:sp>
      <p:sp>
        <p:nvSpPr>
          <p:cNvPr id="7" name="Slide Number 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16</a:t>
            </a:fld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Retest-Alg1M2T1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16</Slides>
  <Notes>16</Notes>
</Properties>
</file>

<file path=docProps/core.xml><?xml version="1.0" encoding="utf-8"?>
<cp:coreProperties xmlns:cp="http://schemas.openxmlformats.org/package/2006/metadata/core-properties" xmlns:dc="http://purl.org/dc/elements/1.1/">
  <dc:title>Retest-Alg1M2T1</dc:title>
  <dc:subject>Bluebonnet Algebra I</dc:subject>
</cp:coreProperties>
</file>