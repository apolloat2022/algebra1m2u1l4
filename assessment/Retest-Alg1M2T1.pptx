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1792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Retest · Algebra I Module 2 Topic 1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42087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Forms A, B, C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96722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Name ____________________ Date __________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90722"/>
            <a:ext cx="10820095" cy="9921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3662172"/>
            <a:ext cx="104009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Answer each question. Show your work, then write your answer in the box. Write points as ordered pairs 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A</a:t>
            </a:r>
            <a:endParaRPr lang="en-US" sz="8250" dirty="0"/>
          </a:p>
        </p:txBody>
      </p:sp>
      <p:sp>
        <p:nvSpPr>
          <p:cNvPr id="3" name="Slide Number 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A · Question 1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point of the line given by the point-slope equation 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− 5 = (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)(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+ 1)? Enter your answer as an ordered pair.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A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A · Question 2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the equation in slope-intercept form. Simplify your answer.</a:t>
            </a:r>
            <a:b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24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− 2 = 3(</a:t>
            </a:r>
            <a:r>
              <a:rPr lang="en-US" sz="24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− 4)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A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A · Question 3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equation in slope-intercept form of a line with a slope of (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) that passes through the point (−3, 2)?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A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A · Question 4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given by the equation 2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+ 5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= 10?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5752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9608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A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B</a:t>
            </a:r>
            <a:endParaRPr lang="en-US" sz="8250" dirty="0"/>
          </a:p>
        </p:txBody>
      </p:sp>
      <p:sp>
        <p:nvSpPr>
          <p:cNvPr id="3" name="Slide Number 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B · Question 1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point of the line given by the point-slope equation 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+ 2 = (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)(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− 8)? Enter your answer as an ordered pair.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B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B · Question 2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the equation in slope-intercept form. Simplify your answer.</a:t>
            </a:r>
            <a:b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24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+ 5 = −2(</a:t>
            </a:r>
            <a:r>
              <a:rPr lang="en-US" sz="24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− 1)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B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B · Question 3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equation in slope-intercept form of a line with a slope of (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) that passes through the point (4, −1)?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B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B · Question 4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given by the equation 4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= 8?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5752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9608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B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C</a:t>
            </a:r>
            <a:endParaRPr lang="en-US" sz="8250" dirty="0"/>
          </a:p>
        </p:txBody>
      </p:sp>
      <p:sp>
        <p:nvSpPr>
          <p:cNvPr id="3" name="Slide Number 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C · Question 1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point of the line given by the point-slope equation 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− 7 = −(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)(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+ 3)? Enter your answer as an ordered pair.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C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C · Question 2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the equation in slope-intercept form. Simplify your answer.</a:t>
            </a:r>
            <a:b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24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− 6 = 5(</a:t>
            </a:r>
            <a:r>
              <a:rPr lang="en-US" sz="24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+ 2)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C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C · Question 3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equation in slope-intercept form of a line with a slope of −(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) that passes through the point (5, 1)?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2328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6184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C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Form C · Question 4 of 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given by the equation 6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r>
              <a:rPr lang="en-US" sz="24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 = 9?</a:t>
            </a:r>
            <a:endParaRPr lang="en-US" sz="24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57528"/>
            <a:ext cx="3068955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96084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Answer: ____________________</a:t>
            </a:r>
            <a:endParaRPr lang="en-US" sz="24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Retest · Algebra I Module 2 Topic 1 · Form C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Retest-Alg1M2T1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16</Slides>
  <Notes>16</Notes>
</Properties>
</file>

<file path=docProps/core.xml><?xml version="1.0" encoding="utf-8"?>
<cp:coreProperties xmlns:cp="http://schemas.openxmlformats.org/package/2006/metadata/core-properties" xmlns:dc="http://purl.org/dc/elements/1.1/">
  <dc:title>Retest-Alg1M2T1</dc:title>
  <dc:subject>Bluebonnet Algebra I</dc:subject>
</cp:coreProperties>
</file>