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Replace f(x) with x: g(x) = 2x − 3, a vertical dilation by 2 and a translation down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an extra Lesson 2 day.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Right 2 means f(x − 2) = 3(x − 2). Distribute: 3x − 6.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an extra Lesson 2 day.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extra day</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Let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Which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in slope-intercept form?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 · ★ Essential</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10835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Lesson 3 starts: open the Lesson 3 deck. (Monday is the Catch-Up Day deck; use the next slide only if you get an extra Lesson 2 day.)</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an extra Lesson 2 day</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extra day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2 units. Which function represents the new graph? </a:t>
            </a:r>
            <a:r>
              <a:rPr lang="en-US" sz="1575" dirty="0">
                <a:solidFill>
                  <a:srgbClr val="5F6272"/>
                </a:solidFill>
                <a:latin typeface="Segoe UI"/>
                <a:cs typeface="Segoe UI"/>
              </a:rPr>
              <a:t xml:space="preserve">(SE p. 293)</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extra day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
        <p:nvSpPr>
          <p:cNvPr id="34" name="Slide Number 3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an extra Lesson 2 day</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Lesson 3. Open the Lesson 3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33</Slides>
  <Notes>33</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