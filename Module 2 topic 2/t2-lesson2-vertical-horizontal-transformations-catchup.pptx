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
        <p:nvSpPr>
          <p:cNvPr id="34" name="Slide Number 3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33</Slides>
  <Notes>33</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