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3.xml" ContentType="application/vnd.openxmlformats-officedocument.them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44.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80" r:id="rId4"/>
    <p:sldMasterId id="2147483779" r:id="rId5"/>
    <p:sldMasterId id="2147483799" r:id="rId6"/>
    <p:sldMasterId id="2147483819" r:id="rId7"/>
  </p:sldMasterIdLst>
  <p:notesMasterIdLst>
    <p:notesMasterId r:id="rId51"/>
  </p:notesMasterIdLst>
  <p:sldIdLst>
    <p:sldId id="329" r:id="rId8"/>
    <p:sldId id="300" r:id="rId9"/>
    <p:sldId id="365" r:id="rId10"/>
    <p:sldId id="366" r:id="rId11"/>
    <p:sldId id="360" r:id="rId12"/>
    <p:sldId id="334" r:id="rId13"/>
    <p:sldId id="378" r:id="rId14"/>
    <p:sldId id="367" r:id="rId15"/>
    <p:sldId id="352" r:id="rId16"/>
    <p:sldId id="359" r:id="rId17"/>
    <p:sldId id="379" r:id="rId18"/>
    <p:sldId id="380" r:id="rId19"/>
    <p:sldId id="381" r:id="rId20"/>
    <p:sldId id="382" r:id="rId21"/>
    <p:sldId id="383" r:id="rId22"/>
    <p:sldId id="376" r:id="rId23"/>
    <p:sldId id="317" r:id="rId24"/>
    <p:sldId id="337" r:id="rId25"/>
    <p:sldId id="384" r:id="rId26"/>
    <p:sldId id="369" r:id="rId27"/>
    <p:sldId id="353" r:id="rId28"/>
    <p:sldId id="344" r:id="rId29"/>
    <p:sldId id="370" r:id="rId30"/>
    <p:sldId id="361" r:id="rId31"/>
    <p:sldId id="385" r:id="rId32"/>
    <p:sldId id="390" r:id="rId33"/>
    <p:sldId id="354" r:id="rId34"/>
    <p:sldId id="372" r:id="rId35"/>
    <p:sldId id="355" r:id="rId36"/>
    <p:sldId id="377" r:id="rId37"/>
    <p:sldId id="386" r:id="rId38"/>
    <p:sldId id="387" r:id="rId39"/>
    <p:sldId id="388" r:id="rId40"/>
    <p:sldId id="389" r:id="rId41"/>
    <p:sldId id="362" r:id="rId42"/>
    <p:sldId id="328" r:id="rId43"/>
    <p:sldId id="350" r:id="rId44"/>
    <p:sldId id="373" r:id="rId45"/>
    <p:sldId id="356" r:id="rId46"/>
    <p:sldId id="391" r:id="rId59"/>
    <p:sldId id="374" r:id="rId47"/>
    <p:sldId id="375" r:id="rId48"/>
    <p:sldId id="357" r:id="rId49"/>
    <p:sldId id="294" r:id="rId50"/>
  </p:sldIdLst>
  <p:sldSz cx="12190413"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4C325DA1-0459-4F8C-ADD2-2F71BA12DE8E}">
          <p14:sldIdLst>
            <p14:sldId id="329"/>
            <p14:sldId id="300"/>
            <p14:sldId id="365"/>
            <p14:sldId id="366"/>
            <p14:sldId id="360"/>
            <p14:sldId id="334"/>
            <p14:sldId id="378"/>
            <p14:sldId id="367"/>
            <p14:sldId id="352"/>
            <p14:sldId id="359"/>
            <p14:sldId id="379"/>
            <p14:sldId id="380"/>
            <p14:sldId id="381"/>
            <p14:sldId id="382"/>
            <p14:sldId id="383"/>
            <p14:sldId id="376"/>
            <p14:sldId id="317"/>
            <p14:sldId id="337"/>
            <p14:sldId id="384"/>
            <p14:sldId id="369"/>
            <p14:sldId id="353"/>
            <p14:sldId id="344"/>
            <p14:sldId id="370"/>
            <p14:sldId id="361"/>
            <p14:sldId id="385"/>
            <p14:sldId id="390"/>
            <p14:sldId id="354"/>
            <p14:sldId id="372"/>
            <p14:sldId id="355"/>
            <p14:sldId id="377"/>
            <p14:sldId id="386"/>
            <p14:sldId id="387"/>
            <p14:sldId id="388"/>
            <p14:sldId id="389"/>
            <p14:sldId id="362"/>
            <p14:sldId id="328"/>
            <p14:sldId id="350"/>
            <p14:sldId id="373"/>
            <p14:sldId id="356"/>
            <p14:sldId id="374"/>
            <p14:sldId id="375"/>
            <p14:sldId id="357"/>
            <p14:sldId id="294"/>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28DC81B-4C28-527E-885E-9B2AED89ECFE}" name="Melissa Elias" initials="ME" userId="S::Melissa.Elias@greatminds.org::e7d7a35f-474b-4e63-8079-946b19bb5503" providerId="AD"/>
  <p188:author id="{C99B7E20-C849-7B22-A7A7-103B5A04F691}" name="Seidman, Peter" initials="PS" userId="S::pseidman@pcgus.com::ff44f5d8-e3d0-428b-b9dd-4e94c9627a04" providerId="AD"/>
  <p188:author id="{86DFD92F-4DE3-A83D-6DF7-63FE6F0E1BD1}" name="Hanna, Whitney" initials="HW" userId="S::whanna@pcgus.com::3c096e95-afb8-40fa-be4f-086ecf1c96e8" providerId="AD"/>
  <p188:author id="{D9382532-E0D8-1FFA-47B6-DA50BC81D150}" name="Johnson, Todd" initials="TJ" userId="S::tjohnson@carnegielearning.com::1d57ac6d-5688-4915-9324-719f9ae41858" providerId="AD"/>
  <p188:author id="{065EFF33-37C5-A205-D5AA-889922E9D811}" name="Amanda Roose" initials="" userId="S::amanda.roose@greatminds.org::7db39d93-b694-49c7-b4bd-248f45df22ce" providerId="AD"/>
  <p188:author id="{988EB554-08BA-14AA-D6CF-C08243099DC1}" name="Gomez1, Lauren" initials="GL" userId="S::lauren.gomez1@tea.texas.gov::a90766d5-07f7-4ca5-8968-79b6619a6150" providerId="AD"/>
  <p188:author id="{002C6C79-BE9A-0D70-2E77-61ECDD33941B}" name="Hammock, Jenny" initials="JH" userId="S::jhammock@pcgus.com::15029899-d5e2-409a-961b-cfbdbd993f94" providerId="AD"/>
  <p188:author id="{C7BE2D7E-998E-A4E0-AD02-4BBA80009BAC}" name="Christina Ducoing" initials="CD" userId="S::Christina.Ducoing@greatminds.org::81b6c2ec-3d44-4fb5-ae4f-fe9b81a5cc7a" providerId="AD"/>
  <p188:author id="{94FF968A-DC53-8678-529B-6C704B5A2CA3}" name="Hanna, Whitney" initials="WH" userId="S::WHanna@pcgus.com::3c096e95-afb8-40fa-be4f-086ecf1c96e8" providerId="AD"/>
  <p188:author id="{11B319B1-D9A7-B492-301D-12240F429F30}" name="Hanna, Whitney" initials="HW" userId="S::whanna_pcgus.com#ext#@texasedu.onmicrosoft.com::7f18c26a-2264-4c3d-9f52-29dc121134d3" providerId="AD"/>
  <p188:author id="{B79159B2-0C77-EFD3-021B-B4143BBE19B1}" name="Christina Ducoing" initials="CD" userId="S::christina.ducoing@greatminds.org::81b6c2ec-3d44-4fb5-ae4f-fe9b81a5cc7a" providerId="AD"/>
  <p188:author id="{66455CB8-CF59-3D20-181D-433FF248BDED}" name="Smart, Martha" initials="SM" userId="S::martha.smart@tea.texas.gov::f37755a5-ea91-4589-9c56-edd64412883a" providerId="AD"/>
  <p188:author id="{D3473FEC-4EDE-E801-D969-22C5DB952E2C}" name="Bala, Kelly" initials="BK" userId="S::kelly.bala@tea.texas.gov::ca818e28-acbd-4039-adec-acd623c9d087"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236739"/>
    <a:srgbClr val="008F4C"/>
    <a:srgbClr val="2B8147"/>
    <a:srgbClr val="0084AC"/>
    <a:srgbClr val="61449B"/>
    <a:srgbClr val="143965"/>
    <a:srgbClr val="242E61"/>
    <a:srgbClr val="1449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08D26B6-D798-4432-B243-D603D36A7EA2}" v="1" dt="2025-05-28T19:00:16.07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483"/>
    <p:restoredTop sz="78346" autoAdjust="0"/>
  </p:normalViewPr>
  <p:slideViewPr>
    <p:cSldViewPr snapToGrid="0">
      <p:cViewPr varScale="1">
        <p:scale>
          <a:sx n="53" d="100"/>
          <a:sy n="53" d="100"/>
        </p:scale>
        <p:origin x="1152" y="29"/>
      </p:cViewPr>
      <p:guideLst>
        <p:guide orient="horz" pos="2160"/>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38100" cy="381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slide" Target="slides/slide43.xml"/><Relationship Id="rId55" Type="http://schemas.openxmlformats.org/officeDocument/2006/relationships/tableStyles" Target="tableStyles.xml"/><Relationship Id="rId7" Type="http://schemas.openxmlformats.org/officeDocument/2006/relationships/slideMaster" Target="slideMasters/slideMaster4.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slide" Target="slides/slide22.xml"/><Relationship Id="rId41" Type="http://schemas.openxmlformats.org/officeDocument/2006/relationships/slide" Target="slides/slide34.xml"/><Relationship Id="rId54"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viewProps" Target="viewProps.xml"/><Relationship Id="rId58" Type="http://schemas.microsoft.com/office/2018/10/relationships/authors" Target="authors.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57" Type="http://schemas.microsoft.com/office/2015/10/relationships/revisionInfo" Target="revisionInfo.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56" Type="http://schemas.microsoft.com/office/2016/11/relationships/changesInfo" Target="changesInfos/changesInfo1.xml"/><Relationship Id="rId8" Type="http://schemas.openxmlformats.org/officeDocument/2006/relationships/slide" Target="slides/slide1.xml"/><Relationship Id="rId51" Type="http://schemas.openxmlformats.org/officeDocument/2006/relationships/notesMaster" Target="notesMasters/notesMaster1.xml"/><Relationship Id="rId3" Type="http://schemas.openxmlformats.org/officeDocument/2006/relationships/customXml" Target="../customXml/item3.xml"/><Relationship Id="rId59" Type="http://schemas.openxmlformats.org/officeDocument/2006/relationships/slide" Target="slides/slide4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olland, Karrie" userId="23868a2e-e05c-4e18-9f80-537fd2a8fbe7" providerId="ADAL" clId="{982D9EFC-78CA-4815-93BD-745423C41BAE}"/>
    <pc:docChg chg="undo custSel addSld delSld modSld sldOrd modSection">
      <pc:chgData name="Holland, Karrie" userId="23868a2e-e05c-4e18-9f80-537fd2a8fbe7" providerId="ADAL" clId="{982D9EFC-78CA-4815-93BD-745423C41BAE}" dt="2025-04-04T01:29:23.848" v="3136" actId="255"/>
      <pc:docMkLst>
        <pc:docMk/>
      </pc:docMkLst>
      <pc:sldChg chg="modSp mod">
        <pc:chgData name="Holland, Karrie" userId="23868a2e-e05c-4e18-9f80-537fd2a8fbe7" providerId="ADAL" clId="{982D9EFC-78CA-4815-93BD-745423C41BAE}" dt="2025-04-04T01:28:02.831" v="3089" actId="20577"/>
        <pc:sldMkLst>
          <pc:docMk/>
          <pc:sldMk cId="1308572728" sldId="294"/>
        </pc:sldMkLst>
        <pc:spChg chg="mod">
          <ac:chgData name="Holland, Karrie" userId="23868a2e-e05c-4e18-9f80-537fd2a8fbe7" providerId="ADAL" clId="{982D9EFC-78CA-4815-93BD-745423C41BAE}" dt="2025-04-04T01:28:02.831" v="3089" actId="20577"/>
          <ac:spMkLst>
            <pc:docMk/>
            <pc:sldMk cId="1308572728" sldId="294"/>
            <ac:spMk id="2" creationId="{F405E585-903C-AE75-891E-98E899BA927D}"/>
          </ac:spMkLst>
        </pc:spChg>
      </pc:sldChg>
      <pc:sldChg chg="modSp mod modNotesTx">
        <pc:chgData name="Holland, Karrie" userId="23868a2e-e05c-4e18-9f80-537fd2a8fbe7" providerId="ADAL" clId="{982D9EFC-78CA-4815-93BD-745423C41BAE}" dt="2025-04-03T13:02:23.440" v="115" actId="20577"/>
        <pc:sldMkLst>
          <pc:docMk/>
          <pc:sldMk cId="3398606512" sldId="300"/>
        </pc:sldMkLst>
        <pc:spChg chg="mod">
          <ac:chgData name="Holland, Karrie" userId="23868a2e-e05c-4e18-9f80-537fd2a8fbe7" providerId="ADAL" clId="{982D9EFC-78CA-4815-93BD-745423C41BAE}" dt="2025-04-03T13:00:18.344" v="82" actId="20577"/>
          <ac:spMkLst>
            <pc:docMk/>
            <pc:sldMk cId="3398606512" sldId="300"/>
            <ac:spMk id="4" creationId="{7B3EF6D6-21DA-06B8-522B-BDF27854BF2C}"/>
          </ac:spMkLst>
        </pc:spChg>
      </pc:sldChg>
      <pc:sldChg chg="addSp modSp mod ord modNotesTx">
        <pc:chgData name="Holland, Karrie" userId="23868a2e-e05c-4e18-9f80-537fd2a8fbe7" providerId="ADAL" clId="{982D9EFC-78CA-4815-93BD-745423C41BAE}" dt="2025-04-03T23:18:24.578" v="1921" actId="255"/>
        <pc:sldMkLst>
          <pc:docMk/>
          <pc:sldMk cId="4113801324" sldId="317"/>
        </pc:sldMkLst>
        <pc:spChg chg="mod">
          <ac:chgData name="Holland, Karrie" userId="23868a2e-e05c-4e18-9f80-537fd2a8fbe7" providerId="ADAL" clId="{982D9EFC-78CA-4815-93BD-745423C41BAE}" dt="2025-04-03T23:18:24.578" v="1921" actId="255"/>
          <ac:spMkLst>
            <pc:docMk/>
            <pc:sldMk cId="4113801324" sldId="317"/>
            <ac:spMk id="4" creationId="{149FA50D-5DB0-765E-2A80-183E705A899F}"/>
          </ac:spMkLst>
        </pc:spChg>
        <pc:spChg chg="add mod">
          <ac:chgData name="Holland, Karrie" userId="23868a2e-e05c-4e18-9f80-537fd2a8fbe7" providerId="ADAL" clId="{982D9EFC-78CA-4815-93BD-745423C41BAE}" dt="2025-04-03T23:00:54.856" v="1306" actId="1037"/>
          <ac:spMkLst>
            <pc:docMk/>
            <pc:sldMk cId="4113801324" sldId="317"/>
            <ac:spMk id="5" creationId="{AAA53DF8-5EF3-31F9-D30C-00BF5849A5DE}"/>
          </ac:spMkLst>
        </pc:spChg>
        <pc:spChg chg="mod">
          <ac:chgData name="Holland, Karrie" userId="23868a2e-e05c-4e18-9f80-537fd2a8fbe7" providerId="ADAL" clId="{982D9EFC-78CA-4815-93BD-745423C41BAE}" dt="2025-04-03T23:00:01.408" v="1225" actId="14100"/>
          <ac:spMkLst>
            <pc:docMk/>
            <pc:sldMk cId="4113801324" sldId="317"/>
            <ac:spMk id="9" creationId="{AEE2E1EC-37FF-202A-334C-24D7800D23D2}"/>
          </ac:spMkLst>
        </pc:spChg>
        <pc:spChg chg="add mod">
          <ac:chgData name="Holland, Karrie" userId="23868a2e-e05c-4e18-9f80-537fd2a8fbe7" providerId="ADAL" clId="{982D9EFC-78CA-4815-93BD-745423C41BAE}" dt="2025-04-03T23:00:26.890" v="1256" actId="1038"/>
          <ac:spMkLst>
            <pc:docMk/>
            <pc:sldMk cId="4113801324" sldId="317"/>
            <ac:spMk id="11" creationId="{DEC69AC1-CE6F-25C1-7714-9E66263A65E4}"/>
          </ac:spMkLst>
        </pc:spChg>
        <pc:spChg chg="add mod">
          <ac:chgData name="Holland, Karrie" userId="23868a2e-e05c-4e18-9f80-537fd2a8fbe7" providerId="ADAL" clId="{982D9EFC-78CA-4815-93BD-745423C41BAE}" dt="2025-04-03T23:00:26.890" v="1256" actId="1038"/>
          <ac:spMkLst>
            <pc:docMk/>
            <pc:sldMk cId="4113801324" sldId="317"/>
            <ac:spMk id="12" creationId="{9B602097-0E67-507C-EAAE-F0E1F475B81E}"/>
          </ac:spMkLst>
        </pc:spChg>
        <pc:graphicFrameChg chg="add mod modGraphic">
          <ac:chgData name="Holland, Karrie" userId="23868a2e-e05c-4e18-9f80-537fd2a8fbe7" providerId="ADAL" clId="{982D9EFC-78CA-4815-93BD-745423C41BAE}" dt="2025-04-03T23:00:44.163" v="1293" actId="14100"/>
          <ac:graphicFrameMkLst>
            <pc:docMk/>
            <pc:sldMk cId="4113801324" sldId="317"/>
            <ac:graphicFrameMk id="10" creationId="{D4E7480A-4CC5-5AB9-169E-C627D029530D}"/>
          </ac:graphicFrameMkLst>
        </pc:graphicFrameChg>
        <pc:picChg chg="add mod modCrop">
          <ac:chgData name="Holland, Karrie" userId="23868a2e-e05c-4e18-9f80-537fd2a8fbe7" providerId="ADAL" clId="{982D9EFC-78CA-4815-93BD-745423C41BAE}" dt="2025-04-03T23:00:35.306" v="1292" actId="1038"/>
          <ac:picMkLst>
            <pc:docMk/>
            <pc:sldMk cId="4113801324" sldId="317"/>
            <ac:picMk id="3" creationId="{FBDA78C2-5D68-8A9B-FD6D-1E5ADCB30F91}"/>
          </ac:picMkLst>
        </pc:picChg>
        <pc:cxnChg chg="add mod">
          <ac:chgData name="Holland, Karrie" userId="23868a2e-e05c-4e18-9f80-537fd2a8fbe7" providerId="ADAL" clId="{982D9EFC-78CA-4815-93BD-745423C41BAE}" dt="2025-04-03T23:00:31.507" v="1276" actId="1038"/>
          <ac:cxnSpMkLst>
            <pc:docMk/>
            <pc:sldMk cId="4113801324" sldId="317"/>
            <ac:cxnSpMk id="8" creationId="{F0C79E61-783E-8A08-0630-45DB87C64CEA}"/>
          </ac:cxnSpMkLst>
        </pc:cxnChg>
      </pc:sldChg>
      <pc:sldChg chg="addSp delSp modSp mod modNotesTx">
        <pc:chgData name="Holland, Karrie" userId="23868a2e-e05c-4e18-9f80-537fd2a8fbe7" providerId="ADAL" clId="{982D9EFC-78CA-4815-93BD-745423C41BAE}" dt="2025-04-04T01:28:22.212" v="3099" actId="255"/>
        <pc:sldMkLst>
          <pc:docMk/>
          <pc:sldMk cId="1043301982" sldId="328"/>
        </pc:sldMkLst>
        <pc:spChg chg="mod">
          <ac:chgData name="Holland, Karrie" userId="23868a2e-e05c-4e18-9f80-537fd2a8fbe7" providerId="ADAL" clId="{982D9EFC-78CA-4815-93BD-745423C41BAE}" dt="2025-04-04T01:28:22.212" v="3099" actId="255"/>
          <ac:spMkLst>
            <pc:docMk/>
            <pc:sldMk cId="1043301982" sldId="328"/>
            <ac:spMk id="4" creationId="{C2450E22-BA7A-1EB0-C485-009C18ABD8EA}"/>
          </ac:spMkLst>
        </pc:spChg>
        <pc:spChg chg="add mod">
          <ac:chgData name="Holland, Karrie" userId="23868a2e-e05c-4e18-9f80-537fd2a8fbe7" providerId="ADAL" clId="{982D9EFC-78CA-4815-93BD-745423C41BAE}" dt="2025-04-04T01:08:55.332" v="2800" actId="14100"/>
          <ac:spMkLst>
            <pc:docMk/>
            <pc:sldMk cId="1043301982" sldId="328"/>
            <ac:spMk id="6" creationId="{E8E0D506-3DE0-A062-B734-5C48B45D05C3}"/>
          </ac:spMkLst>
        </pc:spChg>
        <pc:spChg chg="mod">
          <ac:chgData name="Holland, Karrie" userId="23868a2e-e05c-4e18-9f80-537fd2a8fbe7" providerId="ADAL" clId="{982D9EFC-78CA-4815-93BD-745423C41BAE}" dt="2025-04-04T01:08:30.944" v="2789" actId="5793"/>
          <ac:spMkLst>
            <pc:docMk/>
            <pc:sldMk cId="1043301982" sldId="328"/>
            <ac:spMk id="9" creationId="{55FC3408-36F1-2592-27C5-DCE179EDDB16}"/>
          </ac:spMkLst>
        </pc:spChg>
        <pc:graphicFrameChg chg="add mod modGraphic">
          <ac:chgData name="Holland, Karrie" userId="23868a2e-e05c-4e18-9f80-537fd2a8fbe7" providerId="ADAL" clId="{982D9EFC-78CA-4815-93BD-745423C41BAE}" dt="2025-04-04T01:07:32.899" v="2784" actId="1076"/>
          <ac:graphicFrameMkLst>
            <pc:docMk/>
            <pc:sldMk cId="1043301982" sldId="328"/>
            <ac:graphicFrameMk id="3" creationId="{3709527D-91E9-2561-193A-E7B2253C88FF}"/>
          </ac:graphicFrameMkLst>
        </pc:graphicFrameChg>
      </pc:sldChg>
      <pc:sldChg chg="modSp mod">
        <pc:chgData name="Holland, Karrie" userId="23868a2e-e05c-4e18-9f80-537fd2a8fbe7" providerId="ADAL" clId="{982D9EFC-78CA-4815-93BD-745423C41BAE}" dt="2025-04-03T12:50:12.257" v="9" actId="207"/>
        <pc:sldMkLst>
          <pc:docMk/>
          <pc:sldMk cId="2181925416" sldId="329"/>
        </pc:sldMkLst>
        <pc:spChg chg="mod">
          <ac:chgData name="Holland, Karrie" userId="23868a2e-e05c-4e18-9f80-537fd2a8fbe7" providerId="ADAL" clId="{982D9EFC-78CA-4815-93BD-745423C41BAE}" dt="2025-04-03T12:39:39.229" v="5" actId="20577"/>
          <ac:spMkLst>
            <pc:docMk/>
            <pc:sldMk cId="2181925416" sldId="329"/>
            <ac:spMk id="4" creationId="{C4BC507F-0143-6704-9C2B-18134FD88522}"/>
          </ac:spMkLst>
        </pc:spChg>
        <pc:spChg chg="mod">
          <ac:chgData name="Holland, Karrie" userId="23868a2e-e05c-4e18-9f80-537fd2a8fbe7" providerId="ADAL" clId="{982D9EFC-78CA-4815-93BD-745423C41BAE}" dt="2025-04-03T12:50:12.257" v="9" actId="207"/>
          <ac:spMkLst>
            <pc:docMk/>
            <pc:sldMk cId="2181925416" sldId="329"/>
            <ac:spMk id="9" creationId="{9F3F9AB4-72EE-E557-D442-1A774A8F85C1}"/>
          </ac:spMkLst>
        </pc:spChg>
      </pc:sldChg>
      <pc:sldChg chg="del">
        <pc:chgData name="Holland, Karrie" userId="23868a2e-e05c-4e18-9f80-537fd2a8fbe7" providerId="ADAL" clId="{982D9EFC-78CA-4815-93BD-745423C41BAE}" dt="2025-04-03T13:09:46.353" v="238" actId="47"/>
        <pc:sldMkLst>
          <pc:docMk/>
          <pc:sldMk cId="4047395165" sldId="333"/>
        </pc:sldMkLst>
      </pc:sldChg>
      <pc:sldChg chg="addSp modSp mod modNotesTx">
        <pc:chgData name="Holland, Karrie" userId="23868a2e-e05c-4e18-9f80-537fd2a8fbe7" providerId="ADAL" clId="{982D9EFC-78CA-4815-93BD-745423C41BAE}" dt="2025-04-03T23:15:46.674" v="1826" actId="255"/>
        <pc:sldMkLst>
          <pc:docMk/>
          <pc:sldMk cId="2582309794" sldId="334"/>
        </pc:sldMkLst>
        <pc:spChg chg="add mod">
          <ac:chgData name="Holland, Karrie" userId="23868a2e-e05c-4e18-9f80-537fd2a8fbe7" providerId="ADAL" clId="{982D9EFC-78CA-4815-93BD-745423C41BAE}" dt="2025-04-03T14:57:45.450" v="336" actId="14100"/>
          <ac:spMkLst>
            <pc:docMk/>
            <pc:sldMk cId="2582309794" sldId="334"/>
            <ac:spMk id="3" creationId="{805FC542-4DC6-8F9D-9666-E470B89D92B7}"/>
          </ac:spMkLst>
        </pc:spChg>
        <pc:spChg chg="mod">
          <ac:chgData name="Holland, Karrie" userId="23868a2e-e05c-4e18-9f80-537fd2a8fbe7" providerId="ADAL" clId="{982D9EFC-78CA-4815-93BD-745423C41BAE}" dt="2025-04-03T23:15:46.674" v="1826" actId="255"/>
          <ac:spMkLst>
            <pc:docMk/>
            <pc:sldMk cId="2582309794" sldId="334"/>
            <ac:spMk id="4" creationId="{C962E77F-B1D6-40AE-592B-5BAB37399846}"/>
          </ac:spMkLst>
        </pc:spChg>
        <pc:spChg chg="add mod">
          <ac:chgData name="Holland, Karrie" userId="23868a2e-e05c-4e18-9f80-537fd2a8fbe7" providerId="ADAL" clId="{982D9EFC-78CA-4815-93BD-745423C41BAE}" dt="2025-04-03T14:59:25.379" v="388" actId="1076"/>
          <ac:spMkLst>
            <pc:docMk/>
            <pc:sldMk cId="2582309794" sldId="334"/>
            <ac:spMk id="5" creationId="{BCE6389F-92C2-FDE5-2432-A2B5AF6FB960}"/>
          </ac:spMkLst>
        </pc:spChg>
        <pc:spChg chg="add mod">
          <ac:chgData name="Holland, Karrie" userId="23868a2e-e05c-4e18-9f80-537fd2a8fbe7" providerId="ADAL" clId="{982D9EFC-78CA-4815-93BD-745423C41BAE}" dt="2025-04-03T14:57:37.727" v="335" actId="20577"/>
          <ac:spMkLst>
            <pc:docMk/>
            <pc:sldMk cId="2582309794" sldId="334"/>
            <ac:spMk id="6" creationId="{98319DE0-8D4C-F07B-1898-0FCA3AAB9623}"/>
          </ac:spMkLst>
        </pc:spChg>
        <pc:spChg chg="mod">
          <ac:chgData name="Holland, Karrie" userId="23868a2e-e05c-4e18-9f80-537fd2a8fbe7" providerId="ADAL" clId="{982D9EFC-78CA-4815-93BD-745423C41BAE}" dt="2025-04-03T14:43:08.282" v="259" actId="5793"/>
          <ac:spMkLst>
            <pc:docMk/>
            <pc:sldMk cId="2582309794" sldId="334"/>
            <ac:spMk id="9" creationId="{88A40426-95CC-EF9E-540F-D1B1DE38C8D6}"/>
          </ac:spMkLst>
        </pc:spChg>
        <pc:graphicFrameChg chg="add mod modGraphic">
          <ac:chgData name="Holland, Karrie" userId="23868a2e-e05c-4e18-9f80-537fd2a8fbe7" providerId="ADAL" clId="{982D9EFC-78CA-4815-93BD-745423C41BAE}" dt="2025-04-03T14:59:21.792" v="387" actId="1036"/>
          <ac:graphicFrameMkLst>
            <pc:docMk/>
            <pc:sldMk cId="2582309794" sldId="334"/>
            <ac:graphicFrameMk id="2" creationId="{360FCFE7-DD75-9F5B-C2EE-8F8376A74F0E}"/>
          </ac:graphicFrameMkLst>
        </pc:graphicFrameChg>
      </pc:sldChg>
      <pc:sldChg chg="modSp del mod">
        <pc:chgData name="Holland, Karrie" userId="23868a2e-e05c-4e18-9f80-537fd2a8fbe7" providerId="ADAL" clId="{982D9EFC-78CA-4815-93BD-745423C41BAE}" dt="2025-04-03T15:01:35.848" v="415" actId="47"/>
        <pc:sldMkLst>
          <pc:docMk/>
          <pc:sldMk cId="3900736815" sldId="335"/>
        </pc:sldMkLst>
      </pc:sldChg>
      <pc:sldChg chg="modSp del mod">
        <pc:chgData name="Holland, Karrie" userId="23868a2e-e05c-4e18-9f80-537fd2a8fbe7" providerId="ADAL" clId="{982D9EFC-78CA-4815-93BD-745423C41BAE}" dt="2025-04-03T23:12:20.877" v="1791" actId="47"/>
        <pc:sldMkLst>
          <pc:docMk/>
          <pc:sldMk cId="2017961409" sldId="336"/>
        </pc:sldMkLst>
      </pc:sldChg>
      <pc:sldChg chg="addSp delSp modSp mod ord modNotesTx">
        <pc:chgData name="Holland, Karrie" userId="23868a2e-e05c-4e18-9f80-537fd2a8fbe7" providerId="ADAL" clId="{982D9EFC-78CA-4815-93BD-745423C41BAE}" dt="2025-04-03T23:19:27.578" v="1952" actId="255"/>
        <pc:sldMkLst>
          <pc:docMk/>
          <pc:sldMk cId="1878611190" sldId="337"/>
        </pc:sldMkLst>
        <pc:spChg chg="mod">
          <ac:chgData name="Holland, Karrie" userId="23868a2e-e05c-4e18-9f80-537fd2a8fbe7" providerId="ADAL" clId="{982D9EFC-78CA-4815-93BD-745423C41BAE}" dt="2025-04-03T23:19:27.578" v="1952" actId="255"/>
          <ac:spMkLst>
            <pc:docMk/>
            <pc:sldMk cId="1878611190" sldId="337"/>
            <ac:spMk id="4" creationId="{4B459C77-8992-C4E5-D2BB-2198F40557A1}"/>
          </ac:spMkLst>
        </pc:spChg>
        <pc:spChg chg="mod">
          <ac:chgData name="Holland, Karrie" userId="23868a2e-e05c-4e18-9f80-537fd2a8fbe7" providerId="ADAL" clId="{982D9EFC-78CA-4815-93BD-745423C41BAE}" dt="2025-04-03T23:18:57.617" v="1942" actId="20577"/>
          <ac:spMkLst>
            <pc:docMk/>
            <pc:sldMk cId="1878611190" sldId="337"/>
            <ac:spMk id="9" creationId="{1D8551D8-EB69-A1B3-909C-7E019355E286}"/>
          </ac:spMkLst>
        </pc:spChg>
      </pc:sldChg>
      <pc:sldChg chg="modSp del mod">
        <pc:chgData name="Holland, Karrie" userId="23868a2e-e05c-4e18-9f80-537fd2a8fbe7" providerId="ADAL" clId="{982D9EFC-78CA-4815-93BD-745423C41BAE}" dt="2025-04-03T23:12:23.398" v="1792" actId="47"/>
        <pc:sldMkLst>
          <pc:docMk/>
          <pc:sldMk cId="1287900711" sldId="338"/>
        </pc:sldMkLst>
      </pc:sldChg>
      <pc:sldChg chg="del">
        <pc:chgData name="Holland, Karrie" userId="23868a2e-e05c-4e18-9f80-537fd2a8fbe7" providerId="ADAL" clId="{982D9EFC-78CA-4815-93BD-745423C41BAE}" dt="2025-04-03T15:18:20.053" v="490" actId="47"/>
        <pc:sldMkLst>
          <pc:docMk/>
          <pc:sldMk cId="1375409818" sldId="339"/>
        </pc:sldMkLst>
      </pc:sldChg>
      <pc:sldChg chg="del">
        <pc:chgData name="Holland, Karrie" userId="23868a2e-e05c-4e18-9f80-537fd2a8fbe7" providerId="ADAL" clId="{982D9EFC-78CA-4815-93BD-745423C41BAE}" dt="2025-04-03T15:18:22.031" v="491" actId="47"/>
        <pc:sldMkLst>
          <pc:docMk/>
          <pc:sldMk cId="2134959916" sldId="340"/>
        </pc:sldMkLst>
      </pc:sldChg>
      <pc:sldChg chg="del">
        <pc:chgData name="Holland, Karrie" userId="23868a2e-e05c-4e18-9f80-537fd2a8fbe7" providerId="ADAL" clId="{982D9EFC-78CA-4815-93BD-745423C41BAE}" dt="2025-04-03T15:18:24.773" v="492" actId="47"/>
        <pc:sldMkLst>
          <pc:docMk/>
          <pc:sldMk cId="2412015448" sldId="341"/>
        </pc:sldMkLst>
      </pc:sldChg>
      <pc:sldChg chg="del">
        <pc:chgData name="Holland, Karrie" userId="23868a2e-e05c-4e18-9f80-537fd2a8fbe7" providerId="ADAL" clId="{982D9EFC-78CA-4815-93BD-745423C41BAE}" dt="2025-04-03T15:18:32.967" v="493" actId="47"/>
        <pc:sldMkLst>
          <pc:docMk/>
          <pc:sldMk cId="3004777309" sldId="342"/>
        </pc:sldMkLst>
      </pc:sldChg>
      <pc:sldChg chg="modSp del mod">
        <pc:chgData name="Holland, Karrie" userId="23868a2e-e05c-4e18-9f80-537fd2a8fbe7" providerId="ADAL" clId="{982D9EFC-78CA-4815-93BD-745423C41BAE}" dt="2025-04-03T19:51:47.153" v="914" actId="47"/>
        <pc:sldMkLst>
          <pc:docMk/>
          <pc:sldMk cId="3770333139" sldId="343"/>
        </pc:sldMkLst>
      </pc:sldChg>
      <pc:sldChg chg="del">
        <pc:chgData name="Holland, Karrie" userId="23868a2e-e05c-4e18-9f80-537fd2a8fbe7" providerId="ADAL" clId="{982D9EFC-78CA-4815-93BD-745423C41BAE}" dt="2025-04-03T23:33:18.500" v="2388" actId="47"/>
        <pc:sldMkLst>
          <pc:docMk/>
          <pc:sldMk cId="3324157561" sldId="346"/>
        </pc:sldMkLst>
      </pc:sldChg>
      <pc:sldChg chg="del">
        <pc:chgData name="Holland, Karrie" userId="23868a2e-e05c-4e18-9f80-537fd2a8fbe7" providerId="ADAL" clId="{982D9EFC-78CA-4815-93BD-745423C41BAE}" dt="2025-04-03T23:33:19.945" v="2389" actId="47"/>
        <pc:sldMkLst>
          <pc:docMk/>
          <pc:sldMk cId="479976609" sldId="347"/>
        </pc:sldMkLst>
      </pc:sldChg>
      <pc:sldChg chg="del">
        <pc:chgData name="Holland, Karrie" userId="23868a2e-e05c-4e18-9f80-537fd2a8fbe7" providerId="ADAL" clId="{982D9EFC-78CA-4815-93BD-745423C41BAE}" dt="2025-04-04T01:19:38.470" v="2955" actId="47"/>
        <pc:sldMkLst>
          <pc:docMk/>
          <pc:sldMk cId="2834297349" sldId="348"/>
        </pc:sldMkLst>
      </pc:sldChg>
      <pc:sldChg chg="del">
        <pc:chgData name="Holland, Karrie" userId="23868a2e-e05c-4e18-9f80-537fd2a8fbe7" providerId="ADAL" clId="{982D9EFC-78CA-4815-93BD-745423C41BAE}" dt="2025-04-04T01:19:40.146" v="2956" actId="47"/>
        <pc:sldMkLst>
          <pc:docMk/>
          <pc:sldMk cId="1543079436" sldId="349"/>
        </pc:sldMkLst>
      </pc:sldChg>
      <pc:sldChg chg="addSp modSp mod modNotesTx">
        <pc:chgData name="Holland, Karrie" userId="23868a2e-e05c-4e18-9f80-537fd2a8fbe7" providerId="ADAL" clId="{982D9EFC-78CA-4815-93BD-745423C41BAE}" dt="2025-04-04T01:28:50.068" v="3110" actId="255"/>
        <pc:sldMkLst>
          <pc:docMk/>
          <pc:sldMk cId="70171344" sldId="350"/>
        </pc:sldMkLst>
        <pc:spChg chg="mod">
          <ac:chgData name="Holland, Karrie" userId="23868a2e-e05c-4e18-9f80-537fd2a8fbe7" providerId="ADAL" clId="{982D9EFC-78CA-4815-93BD-745423C41BAE}" dt="2025-04-04T01:28:50.068" v="3110" actId="255"/>
          <ac:spMkLst>
            <pc:docMk/>
            <pc:sldMk cId="70171344" sldId="350"/>
            <ac:spMk id="4" creationId="{BDF21CE9-91E1-1AEE-D94B-EE0C9F24EBE8}"/>
          </ac:spMkLst>
        </pc:spChg>
        <pc:spChg chg="mod">
          <ac:chgData name="Holland, Karrie" userId="23868a2e-e05c-4e18-9f80-537fd2a8fbe7" providerId="ADAL" clId="{982D9EFC-78CA-4815-93BD-745423C41BAE}" dt="2025-04-04T01:11:26.008" v="2816" actId="14100"/>
          <ac:spMkLst>
            <pc:docMk/>
            <pc:sldMk cId="70171344" sldId="350"/>
            <ac:spMk id="9" creationId="{E600B7B1-10EE-9478-74FC-E684381B7F32}"/>
          </ac:spMkLst>
        </pc:spChg>
        <pc:picChg chg="add mod">
          <ac:chgData name="Holland, Karrie" userId="23868a2e-e05c-4e18-9f80-537fd2a8fbe7" providerId="ADAL" clId="{982D9EFC-78CA-4815-93BD-745423C41BAE}" dt="2025-04-04T01:12:49.574" v="2822" actId="1076"/>
          <ac:picMkLst>
            <pc:docMk/>
            <pc:sldMk cId="70171344" sldId="350"/>
            <ac:picMk id="3" creationId="{65407A3C-F4F6-3361-C0FA-3218F9AA76F2}"/>
          </ac:picMkLst>
        </pc:picChg>
      </pc:sldChg>
      <pc:sldChg chg="modSp mod">
        <pc:chgData name="Holland, Karrie" userId="23868a2e-e05c-4e18-9f80-537fd2a8fbe7" providerId="ADAL" clId="{982D9EFC-78CA-4815-93BD-745423C41BAE}" dt="2025-04-03T23:16:22.611" v="1856" actId="255"/>
        <pc:sldMkLst>
          <pc:docMk/>
          <pc:sldMk cId="2743475236" sldId="352"/>
        </pc:sldMkLst>
        <pc:spChg chg="mod">
          <ac:chgData name="Holland, Karrie" userId="23868a2e-e05c-4e18-9f80-537fd2a8fbe7" providerId="ADAL" clId="{982D9EFC-78CA-4815-93BD-745423C41BAE}" dt="2025-04-03T23:16:22.611" v="1856" actId="255"/>
          <ac:spMkLst>
            <pc:docMk/>
            <pc:sldMk cId="2743475236" sldId="352"/>
            <ac:spMk id="4" creationId="{BFA00826-C6A3-00C8-7B57-63206214E632}"/>
          </ac:spMkLst>
        </pc:spChg>
      </pc:sldChg>
      <pc:sldChg chg="modSp mod">
        <pc:chgData name="Holland, Karrie" userId="23868a2e-e05c-4e18-9f80-537fd2a8fbe7" providerId="ADAL" clId="{982D9EFC-78CA-4815-93BD-745423C41BAE}" dt="2025-04-03T23:20:09.290" v="1983" actId="255"/>
        <pc:sldMkLst>
          <pc:docMk/>
          <pc:sldMk cId="2888071867" sldId="353"/>
        </pc:sldMkLst>
        <pc:spChg chg="mod">
          <ac:chgData name="Holland, Karrie" userId="23868a2e-e05c-4e18-9f80-537fd2a8fbe7" providerId="ADAL" clId="{982D9EFC-78CA-4815-93BD-745423C41BAE}" dt="2025-04-03T23:20:09.290" v="1983" actId="255"/>
          <ac:spMkLst>
            <pc:docMk/>
            <pc:sldMk cId="2888071867" sldId="353"/>
            <ac:spMk id="4" creationId="{431D3B88-0F9E-47D9-4A39-F7295D961309}"/>
          </ac:spMkLst>
        </pc:spChg>
      </pc:sldChg>
      <pc:sldChg chg="modSp mod modNotesTx">
        <pc:chgData name="Holland, Karrie" userId="23868a2e-e05c-4e18-9f80-537fd2a8fbe7" providerId="ADAL" clId="{982D9EFC-78CA-4815-93BD-745423C41BAE}" dt="2025-04-03T23:43:55.387" v="2651" actId="255"/>
        <pc:sldMkLst>
          <pc:docMk/>
          <pc:sldMk cId="3407321271" sldId="354"/>
        </pc:sldMkLst>
        <pc:spChg chg="mod">
          <ac:chgData name="Holland, Karrie" userId="23868a2e-e05c-4e18-9f80-537fd2a8fbe7" providerId="ADAL" clId="{982D9EFC-78CA-4815-93BD-745423C41BAE}" dt="2025-04-03T23:29:08.529" v="2186" actId="1076"/>
          <ac:spMkLst>
            <pc:docMk/>
            <pc:sldMk cId="3407321271" sldId="354"/>
            <ac:spMk id="3" creationId="{51410DCC-B149-09B3-326C-A58DA7CB0ED2}"/>
          </ac:spMkLst>
        </pc:spChg>
        <pc:spChg chg="mod">
          <ac:chgData name="Holland, Karrie" userId="23868a2e-e05c-4e18-9f80-537fd2a8fbe7" providerId="ADAL" clId="{982D9EFC-78CA-4815-93BD-745423C41BAE}" dt="2025-04-03T23:43:55.387" v="2651" actId="255"/>
          <ac:spMkLst>
            <pc:docMk/>
            <pc:sldMk cId="3407321271" sldId="354"/>
            <ac:spMk id="4" creationId="{D383C9EA-1C4E-4C57-E6F2-D4F4B147F14B}"/>
          </ac:spMkLst>
        </pc:spChg>
        <pc:spChg chg="mod">
          <ac:chgData name="Holland, Karrie" userId="23868a2e-e05c-4e18-9f80-537fd2a8fbe7" providerId="ADAL" clId="{982D9EFC-78CA-4815-93BD-745423C41BAE}" dt="2025-04-03T23:30:19.518" v="2252" actId="20577"/>
          <ac:spMkLst>
            <pc:docMk/>
            <pc:sldMk cId="3407321271" sldId="354"/>
            <ac:spMk id="9" creationId="{D6D453E8-F348-6E02-CE7D-F60E96A5EB3D}"/>
          </ac:spMkLst>
        </pc:spChg>
      </pc:sldChg>
      <pc:sldChg chg="modSp mod">
        <pc:chgData name="Holland, Karrie" userId="23868a2e-e05c-4e18-9f80-537fd2a8fbe7" providerId="ADAL" clId="{982D9EFC-78CA-4815-93BD-745423C41BAE}" dt="2025-04-03T23:44:40.475" v="2671" actId="255"/>
        <pc:sldMkLst>
          <pc:docMk/>
          <pc:sldMk cId="2555148065" sldId="355"/>
        </pc:sldMkLst>
        <pc:spChg chg="mod">
          <ac:chgData name="Holland, Karrie" userId="23868a2e-e05c-4e18-9f80-537fd2a8fbe7" providerId="ADAL" clId="{982D9EFC-78CA-4815-93BD-745423C41BAE}" dt="2025-04-03T23:44:40.475" v="2671" actId="255"/>
          <ac:spMkLst>
            <pc:docMk/>
            <pc:sldMk cId="2555148065" sldId="355"/>
            <ac:spMk id="4" creationId="{3BDDC5E7-E36A-864A-3449-49FB98A15BE6}"/>
          </ac:spMkLst>
        </pc:spChg>
      </pc:sldChg>
      <pc:sldChg chg="modSp mod">
        <pc:chgData name="Holland, Karrie" userId="23868a2e-e05c-4e18-9f80-537fd2a8fbe7" providerId="ADAL" clId="{982D9EFC-78CA-4815-93BD-745423C41BAE}" dt="2025-04-04T01:29:23.848" v="3136" actId="255"/>
        <pc:sldMkLst>
          <pc:docMk/>
          <pc:sldMk cId="3966400484" sldId="356"/>
        </pc:sldMkLst>
        <pc:spChg chg="mod">
          <ac:chgData name="Holland, Karrie" userId="23868a2e-e05c-4e18-9f80-537fd2a8fbe7" providerId="ADAL" clId="{982D9EFC-78CA-4815-93BD-745423C41BAE}" dt="2025-04-04T01:29:23.848" v="3136" actId="255"/>
          <ac:spMkLst>
            <pc:docMk/>
            <pc:sldMk cId="3966400484" sldId="356"/>
            <ac:spMk id="4" creationId="{E3B829B5-6836-78EE-82BD-288EBC559C6E}"/>
          </ac:spMkLst>
        </pc:spChg>
      </pc:sldChg>
      <pc:sldChg chg="modSp mod modNotesTx">
        <pc:chgData name="Holland, Karrie" userId="23868a2e-e05c-4e18-9f80-537fd2a8fbe7" providerId="ADAL" clId="{982D9EFC-78CA-4815-93BD-745423C41BAE}" dt="2025-04-03T13:03:57.282" v="141" actId="20577"/>
        <pc:sldMkLst>
          <pc:docMk/>
          <pc:sldMk cId="4250459445" sldId="359"/>
        </pc:sldMkLst>
        <pc:spChg chg="mod">
          <ac:chgData name="Holland, Karrie" userId="23868a2e-e05c-4e18-9f80-537fd2a8fbe7" providerId="ADAL" clId="{982D9EFC-78CA-4815-93BD-745423C41BAE}" dt="2025-04-03T13:03:39.291" v="117" actId="20577"/>
          <ac:spMkLst>
            <pc:docMk/>
            <pc:sldMk cId="4250459445" sldId="359"/>
            <ac:spMk id="2" creationId="{3D1465A3-2914-1151-1A78-CFD3B2A423BE}"/>
          </ac:spMkLst>
        </pc:spChg>
        <pc:spChg chg="mod">
          <ac:chgData name="Holland, Karrie" userId="23868a2e-e05c-4e18-9f80-537fd2a8fbe7" providerId="ADAL" clId="{982D9EFC-78CA-4815-93BD-745423C41BAE}" dt="2025-04-03T13:03:48.307" v="129" actId="20577"/>
          <ac:spMkLst>
            <pc:docMk/>
            <pc:sldMk cId="4250459445" sldId="359"/>
            <ac:spMk id="3" creationId="{BA063AF9-8F8B-5444-6AEC-5E8501EC7698}"/>
          </ac:spMkLst>
        </pc:spChg>
      </pc:sldChg>
      <pc:sldChg chg="modSp mod modNotesTx">
        <pc:chgData name="Holland, Karrie" userId="23868a2e-e05c-4e18-9f80-537fd2a8fbe7" providerId="ADAL" clId="{982D9EFC-78CA-4815-93BD-745423C41BAE}" dt="2025-04-03T13:07:59.691" v="219" actId="20577"/>
        <pc:sldMkLst>
          <pc:docMk/>
          <pc:sldMk cId="219159478" sldId="361"/>
        </pc:sldMkLst>
        <pc:spChg chg="mod">
          <ac:chgData name="Holland, Karrie" userId="23868a2e-e05c-4e18-9f80-537fd2a8fbe7" providerId="ADAL" clId="{982D9EFC-78CA-4815-93BD-745423C41BAE}" dt="2025-04-03T13:07:43.054" v="196" actId="20577"/>
          <ac:spMkLst>
            <pc:docMk/>
            <pc:sldMk cId="219159478" sldId="361"/>
            <ac:spMk id="2" creationId="{7EB81C6C-A8E6-CE4C-2D52-7AD639B7578C}"/>
          </ac:spMkLst>
        </pc:spChg>
        <pc:spChg chg="mod">
          <ac:chgData name="Holland, Karrie" userId="23868a2e-e05c-4e18-9f80-537fd2a8fbe7" providerId="ADAL" clId="{982D9EFC-78CA-4815-93BD-745423C41BAE}" dt="2025-04-03T13:07:47.516" v="201" actId="20577"/>
          <ac:spMkLst>
            <pc:docMk/>
            <pc:sldMk cId="219159478" sldId="361"/>
            <ac:spMk id="3" creationId="{3CD62AF3-8219-7AEB-1717-BB4B2CD0985B}"/>
          </ac:spMkLst>
        </pc:spChg>
      </pc:sldChg>
      <pc:sldChg chg="del">
        <pc:chgData name="Holland, Karrie" userId="23868a2e-e05c-4e18-9f80-537fd2a8fbe7" providerId="ADAL" clId="{982D9EFC-78CA-4815-93BD-745423C41BAE}" dt="2025-04-03T13:00:58.156" v="83" actId="47"/>
        <pc:sldMkLst>
          <pc:docMk/>
          <pc:sldMk cId="0" sldId="363"/>
        </pc:sldMkLst>
      </pc:sldChg>
      <pc:sldChg chg="del">
        <pc:chgData name="Holland, Karrie" userId="23868a2e-e05c-4e18-9f80-537fd2a8fbe7" providerId="ADAL" clId="{982D9EFC-78CA-4815-93BD-745423C41BAE}" dt="2025-04-03T13:01:00.148" v="84" actId="47"/>
        <pc:sldMkLst>
          <pc:docMk/>
          <pc:sldMk cId="4033212330" sldId="364"/>
        </pc:sldMkLst>
      </pc:sldChg>
      <pc:sldChg chg="modSp mod">
        <pc:chgData name="Holland, Karrie" userId="23868a2e-e05c-4e18-9f80-537fd2a8fbe7" providerId="ADAL" clId="{982D9EFC-78CA-4815-93BD-745423C41BAE}" dt="2025-04-03T13:06:07.893" v="191" actId="255"/>
        <pc:sldMkLst>
          <pc:docMk/>
          <pc:sldMk cId="2493083227" sldId="365"/>
        </pc:sldMkLst>
        <pc:spChg chg="mod">
          <ac:chgData name="Holland, Karrie" userId="23868a2e-e05c-4e18-9f80-537fd2a8fbe7" providerId="ADAL" clId="{982D9EFC-78CA-4815-93BD-745423C41BAE}" dt="2025-04-03T13:06:07.893" v="191" actId="255"/>
          <ac:spMkLst>
            <pc:docMk/>
            <pc:sldMk cId="2493083227" sldId="365"/>
            <ac:spMk id="4" creationId="{5EB9966A-6415-B35F-AC87-062F5FC26C5C}"/>
          </ac:spMkLst>
        </pc:spChg>
        <pc:spChg chg="mod">
          <ac:chgData name="Holland, Karrie" userId="23868a2e-e05c-4e18-9f80-537fd2a8fbe7" providerId="ADAL" clId="{982D9EFC-78CA-4815-93BD-745423C41BAE}" dt="2025-04-03T13:01:32.623" v="111" actId="20577"/>
          <ac:spMkLst>
            <pc:docMk/>
            <pc:sldMk cId="2493083227" sldId="365"/>
            <ac:spMk id="9" creationId="{325B2EA2-DB03-43C5-FC66-7B772EA97525}"/>
          </ac:spMkLst>
        </pc:spChg>
      </pc:sldChg>
      <pc:sldChg chg="modSp mod modNotesTx">
        <pc:chgData name="Holland, Karrie" userId="23868a2e-e05c-4e18-9f80-537fd2a8fbe7" providerId="ADAL" clId="{982D9EFC-78CA-4815-93BD-745423C41BAE}" dt="2025-04-03T23:16:10.548" v="1846" actId="255"/>
        <pc:sldMkLst>
          <pc:docMk/>
          <pc:sldMk cId="2981204108" sldId="367"/>
        </pc:sldMkLst>
        <pc:spChg chg="mod">
          <ac:chgData name="Holland, Karrie" userId="23868a2e-e05c-4e18-9f80-537fd2a8fbe7" providerId="ADAL" clId="{982D9EFC-78CA-4815-93BD-745423C41BAE}" dt="2025-04-03T23:16:10.548" v="1846" actId="255"/>
          <ac:spMkLst>
            <pc:docMk/>
            <pc:sldMk cId="2981204108" sldId="367"/>
            <ac:spMk id="4" creationId="{BFA00826-C6A3-00C8-7B57-63206214E632}"/>
          </ac:spMkLst>
        </pc:spChg>
      </pc:sldChg>
      <pc:sldChg chg="modSp del mod">
        <pc:chgData name="Holland, Karrie" userId="23868a2e-e05c-4e18-9f80-537fd2a8fbe7" providerId="ADAL" clId="{982D9EFC-78CA-4815-93BD-745423C41BAE}" dt="2025-04-03T15:18:46.161" v="496" actId="47"/>
        <pc:sldMkLst>
          <pc:docMk/>
          <pc:sldMk cId="2064367455" sldId="368"/>
        </pc:sldMkLst>
      </pc:sldChg>
      <pc:sldChg chg="modSp mod modNotesTx">
        <pc:chgData name="Holland, Karrie" userId="23868a2e-e05c-4e18-9f80-537fd2a8fbe7" providerId="ADAL" clId="{982D9EFC-78CA-4815-93BD-745423C41BAE}" dt="2025-04-03T23:19:50.105" v="1972" actId="255"/>
        <pc:sldMkLst>
          <pc:docMk/>
          <pc:sldMk cId="4005883567" sldId="369"/>
        </pc:sldMkLst>
        <pc:spChg chg="mod">
          <ac:chgData name="Holland, Karrie" userId="23868a2e-e05c-4e18-9f80-537fd2a8fbe7" providerId="ADAL" clId="{982D9EFC-78CA-4815-93BD-745423C41BAE}" dt="2025-04-03T23:19:50.105" v="1972" actId="255"/>
          <ac:spMkLst>
            <pc:docMk/>
            <pc:sldMk cId="4005883567" sldId="369"/>
            <ac:spMk id="4" creationId="{431D3B88-0F9E-47D9-4A39-F7295D961309}"/>
          </ac:spMkLst>
        </pc:spChg>
        <pc:spChg chg="mod">
          <ac:chgData name="Holland, Karrie" userId="23868a2e-e05c-4e18-9f80-537fd2a8fbe7" providerId="ADAL" clId="{982D9EFC-78CA-4815-93BD-745423C41BAE}" dt="2025-04-03T23:14:41.900" v="1815"/>
          <ac:spMkLst>
            <pc:docMk/>
            <pc:sldMk cId="4005883567" sldId="369"/>
            <ac:spMk id="9" creationId="{1E3F3D64-7D3E-6B78-AAE0-10266D78BD13}"/>
          </ac:spMkLst>
        </pc:spChg>
      </pc:sldChg>
      <pc:sldChg chg="modSp mod">
        <pc:chgData name="Holland, Karrie" userId="23868a2e-e05c-4e18-9f80-537fd2a8fbe7" providerId="ADAL" clId="{982D9EFC-78CA-4815-93BD-745423C41BAE}" dt="2025-04-03T23:14:52.342" v="1816"/>
        <pc:sldMkLst>
          <pc:docMk/>
          <pc:sldMk cId="2814969419" sldId="370"/>
        </pc:sldMkLst>
        <pc:spChg chg="mod">
          <ac:chgData name="Holland, Karrie" userId="23868a2e-e05c-4e18-9f80-537fd2a8fbe7" providerId="ADAL" clId="{982D9EFC-78CA-4815-93BD-745423C41BAE}" dt="2025-04-03T23:14:52.342" v="1816"/>
          <ac:spMkLst>
            <pc:docMk/>
            <pc:sldMk cId="2814969419" sldId="370"/>
            <ac:spMk id="2" creationId="{92FDB5BD-B6FE-FA4D-9B15-7B3949553616}"/>
          </ac:spMkLst>
        </pc:spChg>
        <pc:spChg chg="mod">
          <ac:chgData name="Holland, Karrie" userId="23868a2e-e05c-4e18-9f80-537fd2a8fbe7" providerId="ADAL" clId="{982D9EFC-78CA-4815-93BD-745423C41BAE}" dt="2025-04-03T13:05:39.471" v="175" actId="255"/>
          <ac:spMkLst>
            <pc:docMk/>
            <pc:sldMk cId="2814969419" sldId="370"/>
            <ac:spMk id="4" creationId="{E9B73218-8467-BB46-14F9-C712C34E5D9D}"/>
          </ac:spMkLst>
        </pc:spChg>
      </pc:sldChg>
      <pc:sldChg chg="modSp del mod modNotesTx">
        <pc:chgData name="Holland, Karrie" userId="23868a2e-e05c-4e18-9f80-537fd2a8fbe7" providerId="ADAL" clId="{982D9EFC-78CA-4815-93BD-745423C41BAE}" dt="2025-04-03T23:28:16.617" v="2178" actId="47"/>
        <pc:sldMkLst>
          <pc:docMk/>
          <pc:sldMk cId="1300832360" sldId="371"/>
        </pc:sldMkLst>
      </pc:sldChg>
      <pc:sldChg chg="modSp mod modNotesTx">
        <pc:chgData name="Holland, Karrie" userId="23868a2e-e05c-4e18-9f80-537fd2a8fbe7" providerId="ADAL" clId="{982D9EFC-78CA-4815-93BD-745423C41BAE}" dt="2025-04-03T23:44:06.465" v="2661" actId="255"/>
        <pc:sldMkLst>
          <pc:docMk/>
          <pc:sldMk cId="1393578167" sldId="372"/>
        </pc:sldMkLst>
        <pc:spChg chg="mod">
          <ac:chgData name="Holland, Karrie" userId="23868a2e-e05c-4e18-9f80-537fd2a8fbe7" providerId="ADAL" clId="{982D9EFC-78CA-4815-93BD-745423C41BAE}" dt="2025-04-03T23:44:06.465" v="2661" actId="255"/>
          <ac:spMkLst>
            <pc:docMk/>
            <pc:sldMk cId="1393578167" sldId="372"/>
            <ac:spMk id="4" creationId="{3BDDC5E7-E36A-864A-3449-49FB98A15BE6}"/>
          </ac:spMkLst>
        </pc:spChg>
        <pc:spChg chg="mod">
          <ac:chgData name="Holland, Karrie" userId="23868a2e-e05c-4e18-9f80-537fd2a8fbe7" providerId="ADAL" clId="{982D9EFC-78CA-4815-93BD-745423C41BAE}" dt="2025-04-03T23:34:34.095" v="2397" actId="20577"/>
          <ac:spMkLst>
            <pc:docMk/>
            <pc:sldMk cId="1393578167" sldId="372"/>
            <ac:spMk id="9" creationId="{9F9E8E2B-B0E8-EF16-E503-9ECCF4F164D5}"/>
          </ac:spMkLst>
        </pc:spChg>
      </pc:sldChg>
      <pc:sldChg chg="modSp mod modNotesTx">
        <pc:chgData name="Holland, Karrie" userId="23868a2e-e05c-4e18-9f80-537fd2a8fbe7" providerId="ADAL" clId="{982D9EFC-78CA-4815-93BD-745423C41BAE}" dt="2025-04-04T01:29:06.181" v="3122" actId="255"/>
        <pc:sldMkLst>
          <pc:docMk/>
          <pc:sldMk cId="583014448" sldId="373"/>
        </pc:sldMkLst>
        <pc:spChg chg="mod">
          <ac:chgData name="Holland, Karrie" userId="23868a2e-e05c-4e18-9f80-537fd2a8fbe7" providerId="ADAL" clId="{982D9EFC-78CA-4815-93BD-745423C41BAE}" dt="2025-04-04T01:29:06.181" v="3122" actId="255"/>
          <ac:spMkLst>
            <pc:docMk/>
            <pc:sldMk cId="583014448" sldId="373"/>
            <ac:spMk id="4" creationId="{E3B829B5-6836-78EE-82BD-288EBC559C6E}"/>
          </ac:spMkLst>
        </pc:spChg>
        <pc:spChg chg="mod">
          <ac:chgData name="Holland, Karrie" userId="23868a2e-e05c-4e18-9f80-537fd2a8fbe7" providerId="ADAL" clId="{982D9EFC-78CA-4815-93BD-745423C41BAE}" dt="2025-04-04T01:19:51.876" v="2957"/>
          <ac:spMkLst>
            <pc:docMk/>
            <pc:sldMk cId="583014448" sldId="373"/>
            <ac:spMk id="9" creationId="{65F72D48-161D-34EA-1092-F01297B5BAE2}"/>
          </ac:spMkLst>
        </pc:spChg>
      </pc:sldChg>
      <pc:sldChg chg="delSp modSp mod">
        <pc:chgData name="Holland, Karrie" userId="23868a2e-e05c-4e18-9f80-537fd2a8fbe7" providerId="ADAL" clId="{982D9EFC-78CA-4815-93BD-745423C41BAE}" dt="2025-04-04T01:27:49.283" v="3083"/>
        <pc:sldMkLst>
          <pc:docMk/>
          <pc:sldMk cId="34927814" sldId="375"/>
        </pc:sldMkLst>
        <pc:spChg chg="mod">
          <ac:chgData name="Holland, Karrie" userId="23868a2e-e05c-4e18-9f80-537fd2a8fbe7" providerId="ADAL" clId="{982D9EFC-78CA-4815-93BD-745423C41BAE}" dt="2025-04-04T01:27:49.283" v="3083"/>
          <ac:spMkLst>
            <pc:docMk/>
            <pc:sldMk cId="34927814" sldId="375"/>
            <ac:spMk id="2" creationId="{06890774-7848-58D0-0262-B11B4D8F7BE9}"/>
          </ac:spMkLst>
        </pc:spChg>
        <pc:spChg chg="mod">
          <ac:chgData name="Holland, Karrie" userId="23868a2e-e05c-4e18-9f80-537fd2a8fbe7" providerId="ADAL" clId="{982D9EFC-78CA-4815-93BD-745423C41BAE}" dt="2025-04-04T01:23:58.627" v="2982" actId="20577"/>
          <ac:spMkLst>
            <pc:docMk/>
            <pc:sldMk cId="34927814" sldId="375"/>
            <ac:spMk id="4" creationId="{089A76E7-5405-452B-A5DD-6B559DABE30F}"/>
          </ac:spMkLst>
        </pc:spChg>
      </pc:sldChg>
      <pc:sldChg chg="modSp add mod ord modNotesTx">
        <pc:chgData name="Holland, Karrie" userId="23868a2e-e05c-4e18-9f80-537fd2a8fbe7" providerId="ADAL" clId="{982D9EFC-78CA-4815-93BD-745423C41BAE}" dt="2025-04-03T22:52:20.614" v="933"/>
        <pc:sldMkLst>
          <pc:docMk/>
          <pc:sldMk cId="3471694417" sldId="376"/>
        </pc:sldMkLst>
        <pc:spChg chg="mod">
          <ac:chgData name="Holland, Karrie" userId="23868a2e-e05c-4e18-9f80-537fd2a8fbe7" providerId="ADAL" clId="{982D9EFC-78CA-4815-93BD-745423C41BAE}" dt="2025-04-03T13:04:40.327" v="148" actId="20577"/>
          <ac:spMkLst>
            <pc:docMk/>
            <pc:sldMk cId="3471694417" sldId="376"/>
            <ac:spMk id="2" creationId="{8C7244A1-AD17-AEC1-E16E-BE38F7FBB8D0}"/>
          </ac:spMkLst>
        </pc:spChg>
        <pc:spChg chg="mod">
          <ac:chgData name="Holland, Karrie" userId="23868a2e-e05c-4e18-9f80-537fd2a8fbe7" providerId="ADAL" clId="{982D9EFC-78CA-4815-93BD-745423C41BAE}" dt="2025-04-03T13:04:57.131" v="157" actId="20577"/>
          <ac:spMkLst>
            <pc:docMk/>
            <pc:sldMk cId="3471694417" sldId="376"/>
            <ac:spMk id="3" creationId="{357589AB-5F1D-5572-E397-D101AD9F6779}"/>
          </ac:spMkLst>
        </pc:spChg>
      </pc:sldChg>
      <pc:sldChg chg="modSp add mod ord modNotesTx">
        <pc:chgData name="Holland, Karrie" userId="23868a2e-e05c-4e18-9f80-537fd2a8fbe7" providerId="ADAL" clId="{982D9EFC-78CA-4815-93BD-745423C41BAE}" dt="2025-04-03T23:34:23.765" v="2393"/>
        <pc:sldMkLst>
          <pc:docMk/>
          <pc:sldMk cId="3752965458" sldId="377"/>
        </pc:sldMkLst>
        <pc:spChg chg="mod">
          <ac:chgData name="Holland, Karrie" userId="23868a2e-e05c-4e18-9f80-537fd2a8fbe7" providerId="ADAL" clId="{982D9EFC-78CA-4815-93BD-745423C41BAE}" dt="2025-04-03T13:08:26.865" v="222" actId="20577"/>
          <ac:spMkLst>
            <pc:docMk/>
            <pc:sldMk cId="3752965458" sldId="377"/>
            <ac:spMk id="2" creationId="{4748B020-5CE8-452A-7175-FC1274C98CBD}"/>
          </ac:spMkLst>
        </pc:spChg>
      </pc:sldChg>
      <pc:sldChg chg="addSp delSp modSp add mod modNotesTx">
        <pc:chgData name="Holland, Karrie" userId="23868a2e-e05c-4e18-9f80-537fd2a8fbe7" providerId="ADAL" clId="{982D9EFC-78CA-4815-93BD-745423C41BAE}" dt="2025-04-03T23:15:58.086" v="1836" actId="255"/>
        <pc:sldMkLst>
          <pc:docMk/>
          <pc:sldMk cId="3708120877" sldId="378"/>
        </pc:sldMkLst>
        <pc:spChg chg="mod">
          <ac:chgData name="Holland, Karrie" userId="23868a2e-e05c-4e18-9f80-537fd2a8fbe7" providerId="ADAL" clId="{982D9EFC-78CA-4815-93BD-745423C41BAE}" dt="2025-04-03T14:59:33.358" v="401" actId="1038"/>
          <ac:spMkLst>
            <pc:docMk/>
            <pc:sldMk cId="3708120877" sldId="378"/>
            <ac:spMk id="3" creationId="{E80C503E-7057-6CE0-0FB0-57C5DB626E34}"/>
          </ac:spMkLst>
        </pc:spChg>
        <pc:spChg chg="mod">
          <ac:chgData name="Holland, Karrie" userId="23868a2e-e05c-4e18-9f80-537fd2a8fbe7" providerId="ADAL" clId="{982D9EFC-78CA-4815-93BD-745423C41BAE}" dt="2025-04-03T23:15:58.086" v="1836" actId="255"/>
          <ac:spMkLst>
            <pc:docMk/>
            <pc:sldMk cId="3708120877" sldId="378"/>
            <ac:spMk id="4" creationId="{DB2B4368-061E-A874-B644-F55A92210248}"/>
          </ac:spMkLst>
        </pc:spChg>
        <pc:spChg chg="mod">
          <ac:chgData name="Holland, Karrie" userId="23868a2e-e05c-4e18-9f80-537fd2a8fbe7" providerId="ADAL" clId="{982D9EFC-78CA-4815-93BD-745423C41BAE}" dt="2025-04-03T15:01:06.908" v="412" actId="20577"/>
          <ac:spMkLst>
            <pc:docMk/>
            <pc:sldMk cId="3708120877" sldId="378"/>
            <ac:spMk id="5" creationId="{1117FA7F-046F-42F5-E77A-3FD07E8992E1}"/>
          </ac:spMkLst>
        </pc:spChg>
        <pc:spChg chg="mod">
          <ac:chgData name="Holland, Karrie" userId="23868a2e-e05c-4e18-9f80-537fd2a8fbe7" providerId="ADAL" clId="{982D9EFC-78CA-4815-93BD-745423C41BAE}" dt="2025-04-03T15:01:11.437" v="414" actId="20577"/>
          <ac:spMkLst>
            <pc:docMk/>
            <pc:sldMk cId="3708120877" sldId="378"/>
            <ac:spMk id="6" creationId="{7F3A017D-6DF2-6723-A2AC-F2B386FECCDF}"/>
          </ac:spMkLst>
        </pc:spChg>
        <pc:picChg chg="add mod">
          <ac:chgData name="Holland, Karrie" userId="23868a2e-e05c-4e18-9f80-537fd2a8fbe7" providerId="ADAL" clId="{982D9EFC-78CA-4815-93BD-745423C41BAE}" dt="2025-04-03T15:00:20.625" v="410" actId="1038"/>
          <ac:picMkLst>
            <pc:docMk/>
            <pc:sldMk cId="3708120877" sldId="378"/>
            <ac:picMk id="8" creationId="{3DC38ABE-BA12-387E-0212-7DBAA8DDB396}"/>
          </ac:picMkLst>
        </pc:picChg>
      </pc:sldChg>
      <pc:sldChg chg="addSp delSp modSp add mod modNotesTx">
        <pc:chgData name="Holland, Karrie" userId="23868a2e-e05c-4e18-9f80-537fd2a8fbe7" providerId="ADAL" clId="{982D9EFC-78CA-4815-93BD-745423C41BAE}" dt="2025-04-03T23:16:54.371" v="1870" actId="255"/>
        <pc:sldMkLst>
          <pc:docMk/>
          <pc:sldMk cId="3170485524" sldId="379"/>
        </pc:sldMkLst>
        <pc:spChg chg="mod">
          <ac:chgData name="Holland, Karrie" userId="23868a2e-e05c-4e18-9f80-537fd2a8fbe7" providerId="ADAL" clId="{982D9EFC-78CA-4815-93BD-745423C41BAE}" dt="2025-04-03T23:16:54.371" v="1870" actId="255"/>
          <ac:spMkLst>
            <pc:docMk/>
            <pc:sldMk cId="3170485524" sldId="379"/>
            <ac:spMk id="4" creationId="{DEE13AFC-ADBD-88F6-0C81-A44006CA0916}"/>
          </ac:spMkLst>
        </pc:spChg>
        <pc:spChg chg="mod">
          <ac:chgData name="Holland, Karrie" userId="23868a2e-e05c-4e18-9f80-537fd2a8fbe7" providerId="ADAL" clId="{982D9EFC-78CA-4815-93BD-745423C41BAE}" dt="2025-04-03T19:45:57.636" v="824" actId="1076"/>
          <ac:spMkLst>
            <pc:docMk/>
            <pc:sldMk cId="3170485524" sldId="379"/>
            <ac:spMk id="5" creationId="{203F5E66-BCBF-5D21-0685-171CD705A2B4}"/>
          </ac:spMkLst>
        </pc:spChg>
        <pc:spChg chg="mod">
          <ac:chgData name="Holland, Karrie" userId="23868a2e-e05c-4e18-9f80-537fd2a8fbe7" providerId="ADAL" clId="{982D9EFC-78CA-4815-93BD-745423C41BAE}" dt="2025-04-03T15:25:36.986" v="645" actId="1076"/>
          <ac:spMkLst>
            <pc:docMk/>
            <pc:sldMk cId="3170485524" sldId="379"/>
            <ac:spMk id="9" creationId="{89EB1915-7488-82C9-985A-537B7BD393C5}"/>
          </ac:spMkLst>
        </pc:spChg>
        <pc:spChg chg="add mod">
          <ac:chgData name="Holland, Karrie" userId="23868a2e-e05c-4e18-9f80-537fd2a8fbe7" providerId="ADAL" clId="{982D9EFC-78CA-4815-93BD-745423C41BAE}" dt="2025-04-03T15:33:05.394" v="712" actId="1076"/>
          <ac:spMkLst>
            <pc:docMk/>
            <pc:sldMk cId="3170485524" sldId="379"/>
            <ac:spMk id="10" creationId="{629771DC-5810-104A-31F1-FE8FBF1610BB}"/>
          </ac:spMkLst>
        </pc:spChg>
        <pc:graphicFrameChg chg="mod modGraphic">
          <ac:chgData name="Holland, Karrie" userId="23868a2e-e05c-4e18-9f80-537fd2a8fbe7" providerId="ADAL" clId="{982D9EFC-78CA-4815-93BD-745423C41BAE}" dt="2025-04-03T15:33:11.091" v="713" actId="1076"/>
          <ac:graphicFrameMkLst>
            <pc:docMk/>
            <pc:sldMk cId="3170485524" sldId="379"/>
            <ac:graphicFrameMk id="2" creationId="{32A2AED7-DBD2-D6A2-4D20-24E5F02004C3}"/>
          </ac:graphicFrameMkLst>
        </pc:graphicFrameChg>
      </pc:sldChg>
      <pc:sldChg chg="addSp delSp modSp add mod">
        <pc:chgData name="Holland, Karrie" userId="23868a2e-e05c-4e18-9f80-537fd2a8fbe7" providerId="ADAL" clId="{982D9EFC-78CA-4815-93BD-745423C41BAE}" dt="2025-04-03T23:17:05.490" v="1880" actId="255"/>
        <pc:sldMkLst>
          <pc:docMk/>
          <pc:sldMk cId="584255538" sldId="380"/>
        </pc:sldMkLst>
        <pc:spChg chg="mod">
          <ac:chgData name="Holland, Karrie" userId="23868a2e-e05c-4e18-9f80-537fd2a8fbe7" providerId="ADAL" clId="{982D9EFC-78CA-4815-93BD-745423C41BAE}" dt="2025-04-03T23:17:05.490" v="1880" actId="255"/>
          <ac:spMkLst>
            <pc:docMk/>
            <pc:sldMk cId="584255538" sldId="380"/>
            <ac:spMk id="4" creationId="{8D9331AE-E0B6-E562-687C-DA1CD6A0F52B}"/>
          </ac:spMkLst>
        </pc:spChg>
        <pc:spChg chg="add mod">
          <ac:chgData name="Holland, Karrie" userId="23868a2e-e05c-4e18-9f80-537fd2a8fbe7" providerId="ADAL" clId="{982D9EFC-78CA-4815-93BD-745423C41BAE}" dt="2025-04-03T19:48:15.939" v="886" actId="1035"/>
          <ac:spMkLst>
            <pc:docMk/>
            <pc:sldMk cId="584255538" sldId="380"/>
            <ac:spMk id="6" creationId="{25A820EF-8837-A40A-8EE7-B820A59163CD}"/>
          </ac:spMkLst>
        </pc:spChg>
        <pc:spChg chg="mod">
          <ac:chgData name="Holland, Karrie" userId="23868a2e-e05c-4e18-9f80-537fd2a8fbe7" providerId="ADAL" clId="{982D9EFC-78CA-4815-93BD-745423C41BAE}" dt="2025-04-03T19:48:15.939" v="886" actId="1035"/>
          <ac:spMkLst>
            <pc:docMk/>
            <pc:sldMk cId="584255538" sldId="380"/>
            <ac:spMk id="10" creationId="{FED52763-745B-AD82-6523-93CF5CF5B262}"/>
          </ac:spMkLst>
        </pc:spChg>
        <pc:picChg chg="add mod">
          <ac:chgData name="Holland, Karrie" userId="23868a2e-e05c-4e18-9f80-537fd2a8fbe7" providerId="ADAL" clId="{982D9EFC-78CA-4815-93BD-745423C41BAE}" dt="2025-04-03T19:49:50.390" v="913" actId="1076"/>
          <ac:picMkLst>
            <pc:docMk/>
            <pc:sldMk cId="584255538" sldId="380"/>
            <ac:picMk id="11" creationId="{FA26FB44-9918-0F4E-60EA-6D4081E43E43}"/>
          </ac:picMkLst>
        </pc:picChg>
      </pc:sldChg>
      <pc:sldChg chg="delSp modSp add mod ord">
        <pc:chgData name="Holland, Karrie" userId="23868a2e-e05c-4e18-9f80-537fd2a8fbe7" providerId="ADAL" clId="{982D9EFC-78CA-4815-93BD-745423C41BAE}" dt="2025-04-03T23:17:19.489" v="1890" actId="255"/>
        <pc:sldMkLst>
          <pc:docMk/>
          <pc:sldMk cId="403670516" sldId="381"/>
        </pc:sldMkLst>
        <pc:spChg chg="mod">
          <ac:chgData name="Holland, Karrie" userId="23868a2e-e05c-4e18-9f80-537fd2a8fbe7" providerId="ADAL" clId="{982D9EFC-78CA-4815-93BD-745423C41BAE}" dt="2025-04-03T19:49:26.863" v="909" actId="1035"/>
          <ac:spMkLst>
            <pc:docMk/>
            <pc:sldMk cId="403670516" sldId="381"/>
            <ac:spMk id="3" creationId="{590B6FBD-B52C-5A34-577A-06A5780A9437}"/>
          </ac:spMkLst>
        </pc:spChg>
        <pc:spChg chg="mod">
          <ac:chgData name="Holland, Karrie" userId="23868a2e-e05c-4e18-9f80-537fd2a8fbe7" providerId="ADAL" clId="{982D9EFC-78CA-4815-93BD-745423C41BAE}" dt="2025-04-03T23:17:19.489" v="1890" actId="255"/>
          <ac:spMkLst>
            <pc:docMk/>
            <pc:sldMk cId="403670516" sldId="381"/>
            <ac:spMk id="4" creationId="{7907B504-EE9C-CCF8-6990-15695CDB1F6B}"/>
          </ac:spMkLst>
        </pc:spChg>
        <pc:spChg chg="mod">
          <ac:chgData name="Holland, Karrie" userId="23868a2e-e05c-4e18-9f80-537fd2a8fbe7" providerId="ADAL" clId="{982D9EFC-78CA-4815-93BD-745423C41BAE}" dt="2025-04-03T19:49:26.863" v="909" actId="1035"/>
          <ac:spMkLst>
            <pc:docMk/>
            <pc:sldMk cId="403670516" sldId="381"/>
            <ac:spMk id="5" creationId="{45F52E18-5661-7031-E060-1229566B5875}"/>
          </ac:spMkLst>
        </pc:spChg>
        <pc:graphicFrameChg chg="mod modGraphic">
          <ac:chgData name="Holland, Karrie" userId="23868a2e-e05c-4e18-9f80-537fd2a8fbe7" providerId="ADAL" clId="{982D9EFC-78CA-4815-93BD-745423C41BAE}" dt="2025-04-03T19:49:37.562" v="911" actId="1076"/>
          <ac:graphicFrameMkLst>
            <pc:docMk/>
            <pc:sldMk cId="403670516" sldId="381"/>
            <ac:graphicFrameMk id="2" creationId="{2B0EF7E6-19AC-752C-19A0-2698FF3A0697}"/>
          </ac:graphicFrameMkLst>
        </pc:graphicFrameChg>
      </pc:sldChg>
      <pc:sldChg chg="modSp add mod modNotesTx">
        <pc:chgData name="Holland, Karrie" userId="23868a2e-e05c-4e18-9f80-537fd2a8fbe7" providerId="ADAL" clId="{982D9EFC-78CA-4815-93BD-745423C41BAE}" dt="2025-04-03T23:17:32.874" v="1900" actId="255"/>
        <pc:sldMkLst>
          <pc:docMk/>
          <pc:sldMk cId="1881760378" sldId="382"/>
        </pc:sldMkLst>
        <pc:spChg chg="mod">
          <ac:chgData name="Holland, Karrie" userId="23868a2e-e05c-4e18-9f80-537fd2a8fbe7" providerId="ADAL" clId="{982D9EFC-78CA-4815-93BD-745423C41BAE}" dt="2025-04-03T23:17:32.874" v="1900" actId="255"/>
          <ac:spMkLst>
            <pc:docMk/>
            <pc:sldMk cId="1881760378" sldId="382"/>
            <ac:spMk id="4" creationId="{A9DC49B4-7831-78CE-5E8F-C7EDCF1C2FAC}"/>
          </ac:spMkLst>
        </pc:spChg>
        <pc:spChg chg="mod">
          <ac:chgData name="Holland, Karrie" userId="23868a2e-e05c-4e18-9f80-537fd2a8fbe7" providerId="ADAL" clId="{982D9EFC-78CA-4815-93BD-745423C41BAE}" dt="2025-04-03T20:06:31.385" v="921" actId="20577"/>
          <ac:spMkLst>
            <pc:docMk/>
            <pc:sldMk cId="1881760378" sldId="382"/>
            <ac:spMk id="9" creationId="{78DEA9F7-F102-81CF-A4B7-DBED2BA2BBDE}"/>
          </ac:spMkLst>
        </pc:spChg>
      </pc:sldChg>
      <pc:sldChg chg="modSp add mod">
        <pc:chgData name="Holland, Karrie" userId="23868a2e-e05c-4e18-9f80-537fd2a8fbe7" providerId="ADAL" clId="{982D9EFC-78CA-4815-93BD-745423C41BAE}" dt="2025-04-03T23:17:46.976" v="1910" actId="255"/>
        <pc:sldMkLst>
          <pc:docMk/>
          <pc:sldMk cId="1484210338" sldId="383"/>
        </pc:sldMkLst>
        <pc:spChg chg="mod">
          <ac:chgData name="Holland, Karrie" userId="23868a2e-e05c-4e18-9f80-537fd2a8fbe7" providerId="ADAL" clId="{982D9EFC-78CA-4815-93BD-745423C41BAE}" dt="2025-04-03T23:17:46.976" v="1910" actId="255"/>
          <ac:spMkLst>
            <pc:docMk/>
            <pc:sldMk cId="1484210338" sldId="383"/>
            <ac:spMk id="4" creationId="{307E0AD1-26B2-95E4-C316-FB63509529B8}"/>
          </ac:spMkLst>
        </pc:spChg>
      </pc:sldChg>
      <pc:sldChg chg="modSp add mod">
        <pc:chgData name="Holland, Karrie" userId="23868a2e-e05c-4e18-9f80-537fd2a8fbe7" providerId="ADAL" clId="{982D9EFC-78CA-4815-93BD-745423C41BAE}" dt="2025-04-03T23:19:39.082" v="1962" actId="255"/>
        <pc:sldMkLst>
          <pc:docMk/>
          <pc:sldMk cId="484427831" sldId="384"/>
        </pc:sldMkLst>
        <pc:spChg chg="mod">
          <ac:chgData name="Holland, Karrie" userId="23868a2e-e05c-4e18-9f80-537fd2a8fbe7" providerId="ADAL" clId="{982D9EFC-78CA-4815-93BD-745423C41BAE}" dt="2025-04-03T23:19:39.082" v="1962" actId="255"/>
          <ac:spMkLst>
            <pc:docMk/>
            <pc:sldMk cId="484427831" sldId="384"/>
            <ac:spMk id="4" creationId="{5A6456B8-09EC-EC2D-BE37-F0D1FBC21E15}"/>
          </ac:spMkLst>
        </pc:spChg>
        <pc:spChg chg="mod">
          <ac:chgData name="Holland, Karrie" userId="23868a2e-e05c-4e18-9f80-537fd2a8fbe7" providerId="ADAL" clId="{982D9EFC-78CA-4815-93BD-745423C41BAE}" dt="2025-04-03T23:11:43.923" v="1789" actId="14100"/>
          <ac:spMkLst>
            <pc:docMk/>
            <pc:sldMk cId="484427831" sldId="384"/>
            <ac:spMk id="9" creationId="{FB671D66-4878-CA17-EF73-C232678174E7}"/>
          </ac:spMkLst>
        </pc:spChg>
      </pc:sldChg>
      <pc:sldChg chg="addSp delSp modSp add mod ord">
        <pc:chgData name="Holland, Karrie" userId="23868a2e-e05c-4e18-9f80-537fd2a8fbe7" providerId="ADAL" clId="{982D9EFC-78CA-4815-93BD-745423C41BAE}" dt="2025-04-03T23:43:42.853" v="2641" actId="255"/>
        <pc:sldMkLst>
          <pc:docMk/>
          <pc:sldMk cId="1828308874" sldId="385"/>
        </pc:sldMkLst>
        <pc:spChg chg="mod">
          <ac:chgData name="Holland, Karrie" userId="23868a2e-e05c-4e18-9f80-537fd2a8fbe7" providerId="ADAL" clId="{982D9EFC-78CA-4815-93BD-745423C41BAE}" dt="2025-04-03T23:43:42.853" v="2641" actId="255"/>
          <ac:spMkLst>
            <pc:docMk/>
            <pc:sldMk cId="1828308874" sldId="385"/>
            <ac:spMk id="4" creationId="{54C32C40-A528-AE21-0E15-934866AEA8C1}"/>
          </ac:spMkLst>
        </pc:spChg>
        <pc:spChg chg="mod">
          <ac:chgData name="Holland, Karrie" userId="23868a2e-e05c-4e18-9f80-537fd2a8fbe7" providerId="ADAL" clId="{982D9EFC-78CA-4815-93BD-745423C41BAE}" dt="2025-04-03T23:26:52.074" v="2120" actId="1076"/>
          <ac:spMkLst>
            <pc:docMk/>
            <pc:sldMk cId="1828308874" sldId="385"/>
            <ac:spMk id="9" creationId="{83860D54-4F35-5E29-42D9-6BBA44259024}"/>
          </ac:spMkLst>
        </pc:spChg>
      </pc:sldChg>
      <pc:sldChg chg="add del">
        <pc:chgData name="Holland, Karrie" userId="23868a2e-e05c-4e18-9f80-537fd2a8fbe7" providerId="ADAL" clId="{982D9EFC-78CA-4815-93BD-745423C41BAE}" dt="2025-04-03T23:12:28.999" v="1794" actId="47"/>
        <pc:sldMkLst>
          <pc:docMk/>
          <pc:sldMk cId="1991832532" sldId="385"/>
        </pc:sldMkLst>
      </pc:sldChg>
      <pc:sldChg chg="add del">
        <pc:chgData name="Holland, Karrie" userId="23868a2e-e05c-4e18-9f80-537fd2a8fbe7" providerId="ADAL" clId="{982D9EFC-78CA-4815-93BD-745423C41BAE}" dt="2025-04-03T23:12:27.256" v="1793" actId="47"/>
        <pc:sldMkLst>
          <pc:docMk/>
          <pc:sldMk cId="1107977222" sldId="386"/>
        </pc:sldMkLst>
      </pc:sldChg>
      <pc:sldChg chg="modSp add del mod">
        <pc:chgData name="Holland, Karrie" userId="23868a2e-e05c-4e18-9f80-537fd2a8fbe7" providerId="ADAL" clId="{982D9EFC-78CA-4815-93BD-745423C41BAE}" dt="2025-04-03T23:33:13.479" v="2387" actId="47"/>
        <pc:sldMkLst>
          <pc:docMk/>
          <pc:sldMk cId="1286601349" sldId="386"/>
        </pc:sldMkLst>
      </pc:sldChg>
      <pc:sldChg chg="addSp delSp modSp add mod ord">
        <pc:chgData name="Holland, Karrie" userId="23868a2e-e05c-4e18-9f80-537fd2a8fbe7" providerId="ADAL" clId="{982D9EFC-78CA-4815-93BD-745423C41BAE}" dt="2025-04-03T23:44:59.473" v="2681" actId="255"/>
        <pc:sldMkLst>
          <pc:docMk/>
          <pc:sldMk cId="4239425234" sldId="386"/>
        </pc:sldMkLst>
        <pc:spChg chg="mod">
          <ac:chgData name="Holland, Karrie" userId="23868a2e-e05c-4e18-9f80-537fd2a8fbe7" providerId="ADAL" clId="{982D9EFC-78CA-4815-93BD-745423C41BAE}" dt="2025-04-03T23:41:25.411" v="2561" actId="1037"/>
          <ac:spMkLst>
            <pc:docMk/>
            <pc:sldMk cId="4239425234" sldId="386"/>
            <ac:spMk id="2" creationId="{D8934DCD-5B7D-4783-A15D-D7EF9FCCE5B2}"/>
          </ac:spMkLst>
        </pc:spChg>
        <pc:spChg chg="mod">
          <ac:chgData name="Holland, Karrie" userId="23868a2e-e05c-4e18-9f80-537fd2a8fbe7" providerId="ADAL" clId="{982D9EFC-78CA-4815-93BD-745423C41BAE}" dt="2025-04-03T23:44:59.473" v="2681" actId="255"/>
          <ac:spMkLst>
            <pc:docMk/>
            <pc:sldMk cId="4239425234" sldId="386"/>
            <ac:spMk id="4" creationId="{8E618C60-3F16-1E5C-7E8E-45D48FBD4086}"/>
          </ac:spMkLst>
        </pc:spChg>
        <pc:spChg chg="mod">
          <ac:chgData name="Holland, Karrie" userId="23868a2e-e05c-4e18-9f80-537fd2a8fbe7" providerId="ADAL" clId="{982D9EFC-78CA-4815-93BD-745423C41BAE}" dt="2025-04-03T23:36:04.972" v="2420" actId="20577"/>
          <ac:spMkLst>
            <pc:docMk/>
            <pc:sldMk cId="4239425234" sldId="386"/>
            <ac:spMk id="9" creationId="{B37D7255-D78C-4736-C6C5-DCC358674965}"/>
          </ac:spMkLst>
        </pc:spChg>
        <pc:spChg chg="mod">
          <ac:chgData name="Holland, Karrie" userId="23868a2e-e05c-4e18-9f80-537fd2a8fbe7" providerId="ADAL" clId="{982D9EFC-78CA-4815-93BD-745423C41BAE}" dt="2025-04-03T23:41:25.411" v="2561" actId="1037"/>
          <ac:spMkLst>
            <pc:docMk/>
            <pc:sldMk cId="4239425234" sldId="386"/>
            <ac:spMk id="11" creationId="{1D50D635-05CE-1C97-B88D-18090D538CB8}"/>
          </ac:spMkLst>
        </pc:spChg>
        <pc:spChg chg="mod">
          <ac:chgData name="Holland, Karrie" userId="23868a2e-e05c-4e18-9f80-537fd2a8fbe7" providerId="ADAL" clId="{982D9EFC-78CA-4815-93BD-745423C41BAE}" dt="2025-04-03T23:41:25.411" v="2561" actId="1037"/>
          <ac:spMkLst>
            <pc:docMk/>
            <pc:sldMk cId="4239425234" sldId="386"/>
            <ac:spMk id="12" creationId="{D0BF9A61-26C4-934B-72C1-D478EEC0DE6C}"/>
          </ac:spMkLst>
        </pc:spChg>
        <pc:picChg chg="add mod ord">
          <ac:chgData name="Holland, Karrie" userId="23868a2e-e05c-4e18-9f80-537fd2a8fbe7" providerId="ADAL" clId="{982D9EFC-78CA-4815-93BD-745423C41BAE}" dt="2025-04-03T23:41:25.411" v="2561" actId="1037"/>
          <ac:picMkLst>
            <pc:docMk/>
            <pc:sldMk cId="4239425234" sldId="386"/>
            <ac:picMk id="5" creationId="{41469A2D-98A2-8FEA-3012-4E01FDFC442F}"/>
          </ac:picMkLst>
        </pc:picChg>
        <pc:cxnChg chg="mod">
          <ac:chgData name="Holland, Karrie" userId="23868a2e-e05c-4e18-9f80-537fd2a8fbe7" providerId="ADAL" clId="{982D9EFC-78CA-4815-93BD-745423C41BAE}" dt="2025-04-03T23:41:25.411" v="2561" actId="1037"/>
          <ac:cxnSpMkLst>
            <pc:docMk/>
            <pc:sldMk cId="4239425234" sldId="386"/>
            <ac:cxnSpMk id="8" creationId="{1F5130B1-5A79-5736-BF82-5E3EC5A8B23D}"/>
          </ac:cxnSpMkLst>
        </pc:cxnChg>
      </pc:sldChg>
      <pc:sldChg chg="addSp delSp modSp add mod ord modNotesTx">
        <pc:chgData name="Holland, Karrie" userId="23868a2e-e05c-4e18-9f80-537fd2a8fbe7" providerId="ADAL" clId="{982D9EFC-78CA-4815-93BD-745423C41BAE}" dt="2025-04-03T23:45:10.365" v="2691" actId="255"/>
        <pc:sldMkLst>
          <pc:docMk/>
          <pc:sldMk cId="1886931168" sldId="387"/>
        </pc:sldMkLst>
        <pc:spChg chg="add mod">
          <ac:chgData name="Holland, Karrie" userId="23868a2e-e05c-4e18-9f80-537fd2a8fbe7" providerId="ADAL" clId="{982D9EFC-78CA-4815-93BD-745423C41BAE}" dt="2025-04-03T23:41:14.464" v="2540"/>
          <ac:spMkLst>
            <pc:docMk/>
            <pc:sldMk cId="1886931168" sldId="387"/>
            <ac:spMk id="2" creationId="{58ABE186-E42B-3C0F-781E-76FBD535666F}"/>
          </ac:spMkLst>
        </pc:spChg>
        <pc:spChg chg="mod">
          <ac:chgData name="Holland, Karrie" userId="23868a2e-e05c-4e18-9f80-537fd2a8fbe7" providerId="ADAL" clId="{982D9EFC-78CA-4815-93BD-745423C41BAE}" dt="2025-04-03T23:45:10.365" v="2691" actId="255"/>
          <ac:spMkLst>
            <pc:docMk/>
            <pc:sldMk cId="1886931168" sldId="387"/>
            <ac:spMk id="4" creationId="{73EC47B7-ABE6-B936-ADDC-42EA5B033A19}"/>
          </ac:spMkLst>
        </pc:spChg>
        <pc:spChg chg="mod">
          <ac:chgData name="Holland, Karrie" userId="23868a2e-e05c-4e18-9f80-537fd2a8fbe7" providerId="ADAL" clId="{982D9EFC-78CA-4815-93BD-745423C41BAE}" dt="2025-04-03T23:41:41.479" v="2564" actId="1076"/>
          <ac:spMkLst>
            <pc:docMk/>
            <pc:sldMk cId="1886931168" sldId="387"/>
            <ac:spMk id="9" creationId="{54C26B4F-2531-AF45-FBDE-79825F709094}"/>
          </ac:spMkLst>
        </pc:spChg>
      </pc:sldChg>
      <pc:sldChg chg="modSp add mod">
        <pc:chgData name="Holland, Karrie" userId="23868a2e-e05c-4e18-9f80-537fd2a8fbe7" providerId="ADAL" clId="{982D9EFC-78CA-4815-93BD-745423C41BAE}" dt="2025-04-03T23:45:33.166" v="2703" actId="255"/>
        <pc:sldMkLst>
          <pc:docMk/>
          <pc:sldMk cId="3747733449" sldId="388"/>
        </pc:sldMkLst>
        <pc:spChg chg="mod">
          <ac:chgData name="Holland, Karrie" userId="23868a2e-e05c-4e18-9f80-537fd2a8fbe7" providerId="ADAL" clId="{982D9EFC-78CA-4815-93BD-745423C41BAE}" dt="2025-04-03T23:45:33.166" v="2703" actId="255"/>
          <ac:spMkLst>
            <pc:docMk/>
            <pc:sldMk cId="3747733449" sldId="388"/>
            <ac:spMk id="4" creationId="{0C200C49-17C0-F2DE-6A67-DD99E048064C}"/>
          </ac:spMkLst>
        </pc:spChg>
      </pc:sldChg>
      <pc:sldChg chg="modSp add mod">
        <pc:chgData name="Holland, Karrie" userId="23868a2e-e05c-4e18-9f80-537fd2a8fbe7" providerId="ADAL" clId="{982D9EFC-78CA-4815-93BD-745423C41BAE}" dt="2025-04-03T23:45:46.111" v="2713" actId="255"/>
        <pc:sldMkLst>
          <pc:docMk/>
          <pc:sldMk cId="2088077685" sldId="389"/>
        </pc:sldMkLst>
        <pc:spChg chg="mod">
          <ac:chgData name="Holland, Karrie" userId="23868a2e-e05c-4e18-9f80-537fd2a8fbe7" providerId="ADAL" clId="{982D9EFC-78CA-4815-93BD-745423C41BAE}" dt="2025-04-03T23:45:46.111" v="2713" actId="255"/>
          <ac:spMkLst>
            <pc:docMk/>
            <pc:sldMk cId="2088077685" sldId="389"/>
            <ac:spMk id="4" creationId="{C96658C5-F422-74F8-614F-A503A1C89D94}"/>
          </ac:spMkLst>
        </pc:spChg>
      </pc:sldChg>
    </pc:docChg>
  </pc:docChgLst>
  <pc:docChgLst>
    <pc:chgData name="Goodroe, Hunter" userId="S::matthew.goodroe@tea.texas.gov::2596e579-e8cb-48d7-bceb-d5f26f88144e" providerId="AD" clId="Web-{0CFFEADA-CF47-16C3-A273-3D14A2BCF5FF}"/>
    <pc:docChg chg="addSld delSld modSection">
      <pc:chgData name="Goodroe, Hunter" userId="S::matthew.goodroe@tea.texas.gov::2596e579-e8cb-48d7-bceb-d5f26f88144e" providerId="AD" clId="Web-{0CFFEADA-CF47-16C3-A273-3D14A2BCF5FF}" dt="2025-05-09T20:23:42.691" v="1"/>
      <pc:docMkLst>
        <pc:docMk/>
      </pc:docMkLst>
      <pc:sldChg chg="new del">
        <pc:chgData name="Goodroe, Hunter" userId="S::matthew.goodroe@tea.texas.gov::2596e579-e8cb-48d7-bceb-d5f26f88144e" providerId="AD" clId="Web-{0CFFEADA-CF47-16C3-A273-3D14A2BCF5FF}" dt="2025-05-09T20:23:42.691" v="1"/>
        <pc:sldMkLst>
          <pc:docMk/>
          <pc:sldMk cId="84053580" sldId="39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5/28/25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23DE13-B41D-3707-0F63-98FF6B547A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90164-D8B6-9B96-17F1-E4BEEAECC00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01B017C-0EB2-59BB-93AF-C7FDDD863E9B}"/>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suggested pacing for this lesson is two 45-minute sessions.</a:t>
            </a:r>
          </a:p>
        </p:txBody>
      </p:sp>
      <p:sp>
        <p:nvSpPr>
          <p:cNvPr id="4" name="Slide Number Placeholder 3">
            <a:extLst>
              <a:ext uri="{FF2B5EF4-FFF2-40B4-BE49-F238E27FC236}">
                <a16:creationId xmlns:a16="http://schemas.microsoft.com/office/drawing/2014/main" id="{3B0F8F5D-2E1F-DFCE-F030-3FF9914FEF64}"/>
              </a:ext>
            </a:extLst>
          </p:cNvPr>
          <p:cNvSpPr>
            <a:spLocks noGrp="1"/>
          </p:cNvSpPr>
          <p:nvPr>
            <p:ph type="sldNum" sz="quarter" idx="5"/>
          </p:nvPr>
        </p:nvSpPr>
        <p:spPr/>
        <p:txBody>
          <a:bodyPr/>
          <a:lstStyle/>
          <a:p>
            <a:fld id="{BB5E49A5-4136-284D-997B-48E1D791AD67}" type="slidenum">
              <a:rPr lang="en-US" smtClean="0"/>
              <a:t>1</a:t>
            </a:fld>
            <a:endParaRPr lang="en-US"/>
          </a:p>
        </p:txBody>
      </p:sp>
    </p:spTree>
    <p:extLst>
      <p:ext uri="{BB962C8B-B14F-4D97-AF65-F5344CB8AC3E}">
        <p14:creationId xmlns:p14="http://schemas.microsoft.com/office/powerpoint/2010/main" val="26910892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TEKS:</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A.1A: apply mathematics to problems arising in everyday life, society, and the workplace.</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A.1B: use a problem-solving model that incorporates analyzing given information, formulating a plan or strategy, determining a solution, justifying the solution, and evaluating the problem-solving process and the reasonableness of the solution.</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A.1D:</a:t>
                </a:r>
                <a:r>
                  <a:rPr lang="en-US"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communicate mathematical ideas, reasoning, and their implications using multiple representations, including symbols, diagrams, graphs, and language as appropriate.</a:t>
                </a:r>
                <a:b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A.3A:</a:t>
                </a:r>
                <a:r>
                  <a:rPr lang="en-US"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determine the slope of a line given a table of values, a graph, two points on the line, and an equation written in various forms, including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sSub>
                      <m:sSubPr>
                        <m:ctrlPr>
                          <a:rPr lang="en-US" i="1" smtClean="0">
                            <a:solidFill>
                              <a:srgbClr val="000000"/>
                            </a:solidFill>
                            <a:latin typeface="Cambria Math" panose="02040503050406030204" pitchFamily="18" charset="0"/>
                          </a:rPr>
                        </m:ctrlPr>
                      </m:sSubPr>
                      <m:e>
                        <m:r>
                          <a:rPr lang="en-US" b="0" i="1" smtClean="0">
                            <a:solidFill>
                              <a:srgbClr val="000000"/>
                            </a:solidFill>
                            <a:latin typeface="Cambria Math" panose="02040503050406030204" pitchFamily="18" charset="0"/>
                          </a:rPr>
                          <m:t>𝑦</m:t>
                        </m:r>
                      </m:e>
                      <m:sub>
                        <m:r>
                          <a:rPr lang="en-US" b="0" i="1" smtClean="0">
                            <a:solidFill>
                              <a:srgbClr val="000000"/>
                            </a:solidFill>
                            <a:latin typeface="Cambria Math" panose="02040503050406030204" pitchFamily="18" charset="0"/>
                          </a:rPr>
                          <m:t>1</m:t>
                        </m:r>
                      </m:sub>
                    </m:sSub>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sSub>
                      <m:sSubPr>
                        <m:ctrlPr>
                          <a:rPr lang="en-US" i="1" smtClean="0">
                            <a:solidFill>
                              <a:srgbClr val="000000"/>
                            </a:solidFill>
                            <a:latin typeface="Cambria Math" panose="02040503050406030204" pitchFamily="18" charset="0"/>
                          </a:rPr>
                        </m:ctrlPr>
                      </m:sSubPr>
                      <m:e>
                        <m:r>
                          <a:rPr lang="en-US" b="0" i="1" smtClean="0">
                            <a:solidFill>
                              <a:srgbClr val="000000"/>
                            </a:solidFill>
                            <a:latin typeface="Cambria Math" panose="02040503050406030204" pitchFamily="18" charset="0"/>
                          </a:rPr>
                          <m:t>𝑥</m:t>
                        </m:r>
                      </m:e>
                      <m:sub>
                        <m:r>
                          <a:rPr lang="en-US" b="0" i="1" smtClean="0">
                            <a:solidFill>
                              <a:srgbClr val="000000"/>
                            </a:solidFill>
                            <a:latin typeface="Cambria Math" panose="02040503050406030204" pitchFamily="18" charset="0"/>
                          </a:rPr>
                          <m:t>1</m:t>
                        </m:r>
                      </m:sub>
                    </m:sSub>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A.3C: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graph linear functions on the coordinate plane and identify key features, including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zeros, and slope, in mathematical and real-world problems.</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A.12B:  evaluate functions, expressed in function notation, given one or more elements in their domains.</a:t>
                </a:r>
              </a:p>
              <a:p>
                <a:pPr algn="l"/>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algn="l"/>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ELPS:</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1.D: speak using learning strategies such as requesting assistance, employing non-verbal cues, and using synonyms and circumlocution (conveying ideas by defining or describing when exact English words are not known).</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2.G:</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understand the general meaning, main points, and important details of spoken language ranging from situations in which topics, language, and contexts are familiar to unfamiliar.</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4.A: learn relationships between sounds and letters of the English language and decode (sound out) words using a combination of skills such as recognizing sound-letter relationships and identifying cognates, affixes, roots and base words.</a:t>
                </a:r>
                <a:endPar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p:cNvSpPr>
                <a:spLocks noGrp="1"/>
              </p:cNvSpPr>
              <p:nvPr>
                <p:ph type="body" idx="1"/>
              </p:nvPr>
            </p:nvSpPr>
            <p:spPr/>
            <p:txBody>
              <a:bodyPr/>
              <a:lstStyle/>
              <a:p>
                <a:r>
                  <a:rPr lang="en-US" sz="1200" b="1" dirty="0">
                    <a:latin typeface="Calibri" panose="020F0502020204030204" pitchFamily="34" charset="0"/>
                    <a:ea typeface="Calibri" panose="020F0502020204030204" pitchFamily="34" charset="0"/>
                    <a:cs typeface="Calibri" panose="020F0502020204030204" pitchFamily="34" charset="0"/>
                  </a:rPr>
                  <a:t>TEKS:</a:t>
                </a:r>
              </a:p>
              <a:p>
                <a:pPr algn="l"/>
                <a:r>
                  <a:rPr lang="en-US" dirty="0"/>
                  <a:t>A.1A: apply mathematics to problems arising in everyday life, society, and the workplace. </a:t>
                </a:r>
              </a:p>
              <a:p>
                <a:pPr algn="l"/>
                <a:r>
                  <a:rPr lang="en-US" dirty="0"/>
                  <a:t>A.1B: use a problem-solving model that incorporates analyzing given information, formulating a plan or strategy, determining a solution, justifying the solution, and evaluating the problem-solving process and the reasonableness of the solution. </a:t>
                </a:r>
              </a:p>
              <a:p>
                <a:pPr algn="l"/>
                <a:r>
                  <a:rPr lang="en-US" dirty="0"/>
                  <a:t>A.1D: communicate mathematical ideas, reasoning, and their implications using multiple representations, including symbols, diagrams, graphs, and language as appropriate.</a:t>
                </a:r>
                <a:br>
                  <a:rPr lang="en-US" dirty="0"/>
                </a:br>
                <a:r>
                  <a:rPr lang="en-US" dirty="0"/>
                  <a:t>A.3A: determine the slope of a line given a table of values, a graph, two points on the line, and an equation written in various forms, including y = mx + b, Ax + By = C, and y - </a:t>
                </a:r>
                <a:r>
                  <a:rPr lang="en-US" b="0" i="0">
                    <a:latin typeface="Cambria Math" panose="02040503050406030204" pitchFamily="18" charset="0"/>
                  </a:rPr>
                  <a:t>𝑦_1</a:t>
                </a:r>
                <a:r>
                  <a:rPr lang="en-US" dirty="0"/>
                  <a:t> = m(x - </a:t>
                </a:r>
                <a:r>
                  <a:rPr lang="en-US" b="0" i="0">
                    <a:latin typeface="Cambria Math" panose="02040503050406030204" pitchFamily="18" charset="0"/>
                  </a:rPr>
                  <a:t>𝑥_1</a:t>
                </a:r>
                <a:r>
                  <a:rPr lang="en-US" dirty="0"/>
                  <a:t>). </a:t>
                </a:r>
              </a:p>
              <a:p>
                <a:pPr algn="l"/>
                <a:r>
                  <a:rPr lang="en-US" b="1" dirty="0"/>
                  <a:t>A.3C: </a:t>
                </a:r>
                <a:r>
                  <a:rPr lang="en-US" dirty="0"/>
                  <a:t>graph linear functions on the coordinate plane and identify key features, including x-intercept, y-intercept, zeros, and slope, in mathematical and real-world problems.</a:t>
                </a:r>
              </a:p>
              <a:p>
                <a:pPr algn="l"/>
                <a:r>
                  <a:rPr lang="en-US" dirty="0"/>
                  <a:t>A.12B:  evaluate functions, expressed in function notation, given one or more elements in their domains.</a:t>
                </a:r>
              </a:p>
              <a:p>
                <a:pPr algn="l"/>
                <a:endParaRPr lang="en-US" sz="1200" b="0" i="0" u="none" strike="noStrike" baseline="0" dirty="0">
                  <a:latin typeface="Calibri" panose="020F0502020204030204" pitchFamily="34" charset="0"/>
                  <a:ea typeface="Calibri" panose="020F0502020204030204" pitchFamily="34" charset="0"/>
                  <a:cs typeface="Calibri" panose="020F0502020204030204" pitchFamily="34" charset="0"/>
                </a:endParaRPr>
              </a:p>
              <a:p>
                <a:pPr algn="l"/>
                <a:r>
                  <a:rPr lang="en-US" sz="1200" b="1" i="0" u="none" strike="noStrike" baseline="0" dirty="0">
                    <a:latin typeface="Calibri" panose="020F0502020204030204" pitchFamily="34" charset="0"/>
                    <a:ea typeface="Calibri" panose="020F0502020204030204" pitchFamily="34" charset="0"/>
                    <a:cs typeface="Calibri" panose="020F0502020204030204" pitchFamily="34" charset="0"/>
                  </a:rPr>
                  <a:t>ELPS:</a:t>
                </a:r>
              </a:p>
              <a:p>
                <a:pPr algn="l"/>
                <a:r>
                  <a:rPr lang="en-US" dirty="0"/>
                  <a:t>1.D: speak using learning strategies such as requesting assistance, employing non-verbal cues, and using synonyms and circumlocution (conveying ideas by defining or describing when exact English words are not known).</a:t>
                </a:r>
              </a:p>
              <a:p>
                <a:pPr algn="l"/>
                <a:r>
                  <a:rPr lang="en-US" sz="1200" b="0" i="0" u="none" strike="noStrike" baseline="0" dirty="0">
                    <a:latin typeface="Calibri" panose="020F0502020204030204" pitchFamily="34" charset="0"/>
                    <a:ea typeface="Calibri" panose="020F0502020204030204" pitchFamily="34" charset="0"/>
                    <a:cs typeface="Calibri" panose="020F0502020204030204" pitchFamily="34" charset="0"/>
                  </a:rPr>
                  <a:t>2.G:</a:t>
                </a:r>
                <a:r>
                  <a:rPr lang="en-US" dirty="0"/>
                  <a:t> understand the general meaning, main points, and important details of spoken language ranging from situations in which topics, language, and contexts are familiar to unfamiliar.</a:t>
                </a:r>
              </a:p>
              <a:p>
                <a:pPr algn="l"/>
                <a:r>
                  <a:rPr lang="en-US" dirty="0"/>
                  <a:t>4.A: learn relationships between sounds and letters of the English language and decode (sound out) words using a combination of skills such as recognizing sound-letter relationships and identifying cognates, affixes, roots and base words.</a:t>
                </a:r>
                <a:endParaRPr lang="en-US" sz="1200" b="1" i="0" u="none" strike="noStrike" baseline="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p:cNvSpPr>
            <a:spLocks noGrp="1"/>
          </p:cNvSpPr>
          <p:nvPr>
            <p:ph type="sldNum" sz="quarter" idx="5"/>
          </p:nvPr>
        </p:nvSpPr>
        <p:spPr/>
        <p:txBody>
          <a:bodyPr/>
          <a:lstStyle/>
          <a:p>
            <a:fld id="{BB5E49A5-4136-284D-997B-48E1D791AD67}" type="slidenum">
              <a:rPr lang="en-US" smtClean="0"/>
              <a:t>2</a:t>
            </a:fld>
            <a:endParaRPr lang="en-US"/>
          </a:p>
        </p:txBody>
      </p:sp>
    </p:spTree>
    <p:extLst>
      <p:ext uri="{BB962C8B-B14F-4D97-AF65-F5344CB8AC3E}">
        <p14:creationId xmlns:p14="http://schemas.microsoft.com/office/powerpoint/2010/main" val="3158077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Setting the Stage:</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Tap into your student’s prior learning by reading the narrative statement.</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Provide a sense of direction by reading the Essential Question.</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3</a:t>
            </a:fld>
            <a:endParaRPr lang="en-US"/>
          </a:p>
        </p:txBody>
      </p:sp>
    </p:spTree>
    <p:extLst>
      <p:ext uri="{BB962C8B-B14F-4D97-AF65-F5344CB8AC3E}">
        <p14:creationId xmlns:p14="http://schemas.microsoft.com/office/powerpoint/2010/main" val="40617252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suggested pacing for Day 1 is 45 minutes.</a:t>
            </a:r>
          </a:p>
        </p:txBody>
      </p:sp>
      <p:sp>
        <p:nvSpPr>
          <p:cNvPr id="4" name="Slide Number Placeholder 3"/>
          <p:cNvSpPr>
            <a:spLocks noGrp="1"/>
          </p:cNvSpPr>
          <p:nvPr>
            <p:ph type="sldNum" sz="quarter" idx="5"/>
          </p:nvPr>
        </p:nvSpPr>
        <p:spPr/>
        <p:txBody>
          <a:bodyPr/>
          <a:lstStyle/>
          <a:p>
            <a:fld id="{BB5E49A5-4136-284D-997B-48E1D791AD67}" type="slidenum">
              <a:rPr lang="en-US" smtClean="0"/>
              <a:t>4</a:t>
            </a:fld>
            <a:endParaRPr lang="en-US"/>
          </a:p>
        </p:txBody>
      </p:sp>
    </p:spTree>
    <p:extLst>
      <p:ext uri="{BB962C8B-B14F-4D97-AF65-F5344CB8AC3E}">
        <p14:creationId xmlns:p14="http://schemas.microsoft.com/office/powerpoint/2010/main" val="33887377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5-10 minutes allotted for the Getting Started.</a:t>
            </a:r>
          </a:p>
        </p:txBody>
      </p:sp>
      <p:sp>
        <p:nvSpPr>
          <p:cNvPr id="4" name="Slide Number Placeholder 3"/>
          <p:cNvSpPr>
            <a:spLocks noGrp="1"/>
          </p:cNvSpPr>
          <p:nvPr>
            <p:ph type="sldNum" sz="quarter" idx="5"/>
          </p:nvPr>
        </p:nvSpPr>
        <p:spPr/>
        <p:txBody>
          <a:bodyPr/>
          <a:lstStyle/>
          <a:p>
            <a:fld id="{BB5E49A5-4136-284D-997B-48E1D791AD67}" type="slidenum">
              <a:rPr lang="en-US" smtClean="0"/>
              <a:t>5</a:t>
            </a:fld>
            <a:endParaRPr lang="en-US"/>
          </a:p>
        </p:txBody>
      </p:sp>
    </p:spTree>
    <p:extLst>
      <p:ext uri="{BB962C8B-B14F-4D97-AF65-F5344CB8AC3E}">
        <p14:creationId xmlns:p14="http://schemas.microsoft.com/office/powerpoint/2010/main" val="31575870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there more than one correct answer? Explain.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would a graph of this function look like?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 the slopes of the functions compare?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 of the functions.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is different about the functions’ domains?</a:t>
            </a:r>
          </a:p>
        </p:txBody>
      </p:sp>
      <p:sp>
        <p:nvSpPr>
          <p:cNvPr id="4" name="Slide Number Placeholder 3"/>
          <p:cNvSpPr>
            <a:spLocks noGrp="1"/>
          </p:cNvSpPr>
          <p:nvPr>
            <p:ph type="sldNum" sz="quarter" idx="5"/>
          </p:nvPr>
        </p:nvSpPr>
        <p:spPr/>
        <p:txBody>
          <a:bodyPr/>
          <a:lstStyle/>
          <a:p>
            <a:fld id="{BB5E49A5-4136-284D-997B-48E1D791AD67}" type="slidenum">
              <a:rPr lang="en-US" smtClean="0"/>
              <a:t>6</a:t>
            </a:fld>
            <a:endParaRPr lang="en-US"/>
          </a:p>
        </p:txBody>
      </p:sp>
    </p:spTree>
    <p:extLst>
      <p:ext uri="{BB962C8B-B14F-4D97-AF65-F5344CB8AC3E}">
        <p14:creationId xmlns:p14="http://schemas.microsoft.com/office/powerpoint/2010/main" val="361198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DA77D1-344F-7E5E-D35D-B911DCEC86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E72121-06B8-3621-6FC3-FD0A537D3260}"/>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078CAD4-5767-47FF-75BA-D858E61B6DA7}"/>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there more than one correct answer? Explain.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would a graph of this function look like?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 the slopes of the functions compare?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 of the functions. </a:t>
            </a:r>
          </a:p>
          <a:p>
            <a:pPr marL="171450" indent="-17145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is different about the functions’ domains?</a:t>
            </a:r>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Any choice is correct if the justification is. Function B (ratio 1 : 1) has slope 1; Function D passes through (0, 5).</a:t>
            </a:r>
          </a:p>
        </p:txBody>
      </p:sp>
      <p:sp>
        <p:nvSpPr>
          <p:cNvPr id="4" name="Slide Number Placeholder 3">
            <a:extLst>
              <a:ext uri="{FF2B5EF4-FFF2-40B4-BE49-F238E27FC236}">
                <a16:creationId xmlns:a16="http://schemas.microsoft.com/office/drawing/2014/main" id="{D9DD7639-3936-4D78-9D58-84718DFA52C9}"/>
              </a:ext>
            </a:extLst>
          </p:cNvPr>
          <p:cNvSpPr>
            <a:spLocks noGrp="1"/>
          </p:cNvSpPr>
          <p:nvPr>
            <p:ph type="sldNum" sz="quarter" idx="5"/>
          </p:nvPr>
        </p:nvSpPr>
        <p:spPr/>
        <p:txBody>
          <a:bodyPr/>
          <a:lstStyle/>
          <a:p>
            <a:fld id="{BB5E49A5-4136-284D-997B-48E1D791AD67}" type="slidenum">
              <a:rPr lang="en-US" smtClean="0"/>
              <a:t>7</a:t>
            </a:fld>
            <a:endParaRPr lang="en-US"/>
          </a:p>
        </p:txBody>
      </p:sp>
    </p:spTree>
    <p:extLst>
      <p:ext uri="{BB962C8B-B14F-4D97-AF65-F5344CB8AC3E}">
        <p14:creationId xmlns:p14="http://schemas.microsoft.com/office/powerpoint/2010/main" val="23438104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C1D36-0789-3A0E-01C8-9D7EC0A8C7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C599B-63DB-96F3-9A12-595FDD25DEF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6CEF502-D210-4B34-43CE-0DD79F40C669}"/>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Getting Started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Characteristics of functions can be determined using a variety of different function representations</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a:t>
            </a:r>
          </a:p>
        </p:txBody>
      </p:sp>
      <p:sp>
        <p:nvSpPr>
          <p:cNvPr id="4" name="Slide Number Placeholder 3">
            <a:extLst>
              <a:ext uri="{FF2B5EF4-FFF2-40B4-BE49-F238E27FC236}">
                <a16:creationId xmlns:a16="http://schemas.microsoft.com/office/drawing/2014/main" id="{D3722ED9-DB10-E304-420A-518C05FC0F0A}"/>
              </a:ext>
            </a:extLst>
          </p:cNvPr>
          <p:cNvSpPr>
            <a:spLocks noGrp="1"/>
          </p:cNvSpPr>
          <p:nvPr>
            <p:ph type="sldNum" sz="quarter" idx="5"/>
          </p:nvPr>
        </p:nvSpPr>
        <p:spPr/>
        <p:txBody>
          <a:bodyPr/>
          <a:lstStyle/>
          <a:p>
            <a:fld id="{BB5E49A5-4136-284D-997B-48E1D791AD67}" type="slidenum">
              <a:rPr lang="en-US" smtClean="0"/>
              <a:t>8</a:t>
            </a:fld>
            <a:endParaRPr lang="en-US"/>
          </a:p>
        </p:txBody>
      </p:sp>
    </p:spTree>
    <p:extLst>
      <p:ext uri="{BB962C8B-B14F-4D97-AF65-F5344CB8AC3E}">
        <p14:creationId xmlns:p14="http://schemas.microsoft.com/office/powerpoint/2010/main" val="26015504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C1D36-0789-3A0E-01C8-9D7EC0A8C7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C599B-63DB-96F3-9A12-595FDD25DEF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6CEF502-D210-4B34-43CE-0DD79F40C669}"/>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b="0"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3722ED9-DB10-E304-420A-518C05FC0F0A}"/>
              </a:ext>
            </a:extLst>
          </p:cNvPr>
          <p:cNvSpPr>
            <a:spLocks noGrp="1"/>
          </p:cNvSpPr>
          <p:nvPr>
            <p:ph type="sldNum" sz="quarter" idx="5"/>
          </p:nvPr>
        </p:nvSpPr>
        <p:spPr/>
        <p:txBody>
          <a:bodyPr/>
          <a:lstStyle/>
          <a:p>
            <a:fld id="{BB5E49A5-4136-284D-997B-48E1D791AD67}" type="slidenum">
              <a:rPr lang="en-US" smtClean="0"/>
              <a:t>9</a:t>
            </a:fld>
            <a:endParaRPr lang="en-US"/>
          </a:p>
        </p:txBody>
      </p:sp>
    </p:spTree>
    <p:extLst>
      <p:ext uri="{BB962C8B-B14F-4D97-AF65-F5344CB8AC3E}">
        <p14:creationId xmlns:p14="http://schemas.microsoft.com/office/powerpoint/2010/main" val="26015504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15-20 minutes allotted for Activity 4.1.</a:t>
            </a:r>
          </a:p>
        </p:txBody>
      </p:sp>
      <p:sp>
        <p:nvSpPr>
          <p:cNvPr id="4" name="Slide Number Placeholder 3"/>
          <p:cNvSpPr>
            <a:spLocks noGrp="1"/>
          </p:cNvSpPr>
          <p:nvPr>
            <p:ph type="sldNum" sz="quarter" idx="5"/>
          </p:nvPr>
        </p:nvSpPr>
        <p:spPr/>
        <p:txBody>
          <a:bodyPr/>
          <a:lstStyle/>
          <a:p>
            <a:fld id="{BB5E49A5-4136-284D-997B-48E1D791AD67}" type="slidenum">
              <a:rPr lang="en-US" smtClean="0"/>
              <a:t>10</a:t>
            </a:fld>
            <a:endParaRPr lang="en-US"/>
          </a:p>
        </p:txBody>
      </p:sp>
    </p:spTree>
    <p:extLst>
      <p:ext uri="{BB962C8B-B14F-4D97-AF65-F5344CB8AC3E}">
        <p14:creationId xmlns:p14="http://schemas.microsoft.com/office/powerpoint/2010/main" val="1614653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3BF2C-40D6-7DCA-5276-A75E71FE7A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A63169-99B3-C5DE-6674-CD289D063A03}"/>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4A6AB5-D37E-20CC-3BA9-05B891675962}"/>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slopes of two lines to determine whether the graphs will be parallel or perpendicular?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you need to calculate the slope between each pair of points in the table? Explain your reasoning.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sign did you use for the slope of the elevator? Why?</a:t>
            </a:r>
          </a:p>
        </p:txBody>
      </p:sp>
      <p:sp>
        <p:nvSpPr>
          <p:cNvPr id="4" name="Slide Number Placeholder 3">
            <a:extLst>
              <a:ext uri="{FF2B5EF4-FFF2-40B4-BE49-F238E27FC236}">
                <a16:creationId xmlns:a16="http://schemas.microsoft.com/office/drawing/2014/main" id="{87D6FA8D-C4D8-86BE-2C78-5FC9503B470F}"/>
              </a:ext>
            </a:extLst>
          </p:cNvPr>
          <p:cNvSpPr>
            <a:spLocks noGrp="1"/>
          </p:cNvSpPr>
          <p:nvPr>
            <p:ph type="sldNum" sz="quarter" idx="5"/>
          </p:nvPr>
        </p:nvSpPr>
        <p:spPr/>
        <p:txBody>
          <a:bodyPr/>
          <a:lstStyle/>
          <a:p>
            <a:fld id="{BB5E49A5-4136-284D-997B-48E1D791AD67}" type="slidenum">
              <a:rPr lang="en-US" smtClean="0"/>
              <a:t>11</a:t>
            </a:fld>
            <a:endParaRPr lang="en-US"/>
          </a:p>
        </p:txBody>
      </p:sp>
    </p:spTree>
    <p:extLst>
      <p:ext uri="{BB962C8B-B14F-4D97-AF65-F5344CB8AC3E}">
        <p14:creationId xmlns:p14="http://schemas.microsoft.com/office/powerpoint/2010/main" val="324699947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7BEAC4-AA41-7828-9060-073D160AA1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922F4C-7734-3720-E465-AE0676DB4A32}"/>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BEFACA-187D-6BB2-9C69-440B4A67B17A}"/>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slopes of two lines to determine whether the graphs will be parallel or perpendicular?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you need to calculate the slope between each pair of points in the table? Explain your reasoning.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sign did you use for the slope of the elevator? Why?</a:t>
            </a:r>
          </a:p>
        </p:txBody>
      </p:sp>
      <p:sp>
        <p:nvSpPr>
          <p:cNvPr id="4" name="Slide Number Placeholder 3">
            <a:extLst>
              <a:ext uri="{FF2B5EF4-FFF2-40B4-BE49-F238E27FC236}">
                <a16:creationId xmlns:a16="http://schemas.microsoft.com/office/drawing/2014/main" id="{B02342D6-D98C-E8FA-4D67-FC5C42EFE2B3}"/>
              </a:ext>
            </a:extLst>
          </p:cNvPr>
          <p:cNvSpPr>
            <a:spLocks noGrp="1"/>
          </p:cNvSpPr>
          <p:nvPr>
            <p:ph type="sldNum" sz="quarter" idx="5"/>
          </p:nvPr>
        </p:nvSpPr>
        <p:spPr/>
        <p:txBody>
          <a:bodyPr/>
          <a:lstStyle/>
          <a:p>
            <a:fld id="{BB5E49A5-4136-284D-997B-48E1D791AD67}" type="slidenum">
              <a:rPr lang="en-US" smtClean="0"/>
              <a:t>12</a:t>
            </a:fld>
            <a:endParaRPr lang="en-US"/>
          </a:p>
        </p:txBody>
      </p:sp>
    </p:spTree>
    <p:extLst>
      <p:ext uri="{BB962C8B-B14F-4D97-AF65-F5344CB8AC3E}">
        <p14:creationId xmlns:p14="http://schemas.microsoft.com/office/powerpoint/2010/main" val="126611831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01FBF-89F6-BF48-CDF2-CB6F9058A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AE90BD-9A70-FFC4-D37C-031EB4DE121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5766A85-8EEE-041F-3567-EE1851F04E60}"/>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slopes of two lines to determine whether the graphs will be parallel or perpendicular?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you need to calculate the slope between each pair of points in the table? Explain your reasoning.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sign did you use for the slope of the elevator? Why?</a:t>
            </a:r>
          </a:p>
        </p:txBody>
      </p:sp>
      <p:sp>
        <p:nvSpPr>
          <p:cNvPr id="4" name="Slide Number Placeholder 3">
            <a:extLst>
              <a:ext uri="{FF2B5EF4-FFF2-40B4-BE49-F238E27FC236}">
                <a16:creationId xmlns:a16="http://schemas.microsoft.com/office/drawing/2014/main" id="{974A9CE4-FAD0-D1FF-7C78-315EFAC1E1B9}"/>
              </a:ext>
            </a:extLst>
          </p:cNvPr>
          <p:cNvSpPr>
            <a:spLocks noGrp="1"/>
          </p:cNvSpPr>
          <p:nvPr>
            <p:ph type="sldNum" sz="quarter" idx="5"/>
          </p:nvPr>
        </p:nvSpPr>
        <p:spPr/>
        <p:txBody>
          <a:bodyPr/>
          <a:lstStyle/>
          <a:p>
            <a:fld id="{BB5E49A5-4136-284D-997B-48E1D791AD67}" type="slidenum">
              <a:rPr lang="en-US" smtClean="0"/>
              <a:t>13</a:t>
            </a:fld>
            <a:endParaRPr lang="en-US"/>
          </a:p>
        </p:txBody>
      </p:sp>
    </p:spTree>
    <p:extLst>
      <p:ext uri="{BB962C8B-B14F-4D97-AF65-F5344CB8AC3E}">
        <p14:creationId xmlns:p14="http://schemas.microsoft.com/office/powerpoint/2010/main" val="1079512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CC0309-C93B-14E0-45F4-E82D73E56C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A5EC69-5733-D802-708F-C540257FE6C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6139168B-A52F-2083-9FEE-5C345BED8A4C}"/>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4.1 Summary:</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The slopes of different representations of lines can be compared to determine whether the graphs of their lines are parallel or perpendicular.</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C1DEA511-F9B2-57D3-0F1B-83F8FEA08713}"/>
              </a:ext>
            </a:extLst>
          </p:cNvPr>
          <p:cNvSpPr>
            <a:spLocks noGrp="1"/>
          </p:cNvSpPr>
          <p:nvPr>
            <p:ph type="sldNum" sz="quarter" idx="5"/>
          </p:nvPr>
        </p:nvSpPr>
        <p:spPr/>
        <p:txBody>
          <a:bodyPr/>
          <a:lstStyle/>
          <a:p>
            <a:fld id="{BB5E49A5-4136-284D-997B-48E1D791AD67}" type="slidenum">
              <a:rPr lang="en-US" smtClean="0"/>
              <a:t>14</a:t>
            </a:fld>
            <a:endParaRPr lang="en-US"/>
          </a:p>
        </p:txBody>
      </p:sp>
    </p:spTree>
    <p:extLst>
      <p:ext uri="{BB962C8B-B14F-4D97-AF65-F5344CB8AC3E}">
        <p14:creationId xmlns:p14="http://schemas.microsoft.com/office/powerpoint/2010/main" val="3301339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7E9434-5EB0-A37F-9583-3C51C1237C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921BFC-3D63-F718-F818-8805EA505DB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A4DB82A-6841-87EB-49EC-D698FA5EA227}"/>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FBFA1E28-11E5-2DBD-A786-2D4951FE7037}"/>
              </a:ext>
            </a:extLst>
          </p:cNvPr>
          <p:cNvSpPr>
            <a:spLocks noGrp="1"/>
          </p:cNvSpPr>
          <p:nvPr>
            <p:ph type="sldNum" sz="quarter" idx="5"/>
          </p:nvPr>
        </p:nvSpPr>
        <p:spPr/>
        <p:txBody>
          <a:bodyPr/>
          <a:lstStyle/>
          <a:p>
            <a:fld id="{BB5E49A5-4136-284D-997B-48E1D791AD67}" type="slidenum">
              <a:rPr lang="en-US" smtClean="0"/>
              <a:t>15</a:t>
            </a:fld>
            <a:endParaRPr lang="en-US"/>
          </a:p>
        </p:txBody>
      </p:sp>
    </p:spTree>
    <p:extLst>
      <p:ext uri="{BB962C8B-B14F-4D97-AF65-F5344CB8AC3E}">
        <p14:creationId xmlns:p14="http://schemas.microsoft.com/office/powerpoint/2010/main" val="107756268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F6EDC-9956-3819-D17E-457437B86F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C58269-6B14-54B0-C0C6-422F74A433B5}"/>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DC62BADA-5091-2F49-CABE-D971E455616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10-15 minutes allotted for Activity 4.2.</a:t>
            </a:r>
          </a:p>
        </p:txBody>
      </p:sp>
      <p:sp>
        <p:nvSpPr>
          <p:cNvPr id="4" name="Slide Number Placeholder 3">
            <a:extLst>
              <a:ext uri="{FF2B5EF4-FFF2-40B4-BE49-F238E27FC236}">
                <a16:creationId xmlns:a16="http://schemas.microsoft.com/office/drawing/2014/main" id="{F18724ED-631D-E34B-D166-90CE350251AB}"/>
              </a:ext>
            </a:extLst>
          </p:cNvPr>
          <p:cNvSpPr>
            <a:spLocks noGrp="1"/>
          </p:cNvSpPr>
          <p:nvPr>
            <p:ph type="sldNum" sz="quarter" idx="5"/>
          </p:nvPr>
        </p:nvSpPr>
        <p:spPr/>
        <p:txBody>
          <a:bodyPr/>
          <a:lstStyle/>
          <a:p>
            <a:fld id="{BB5E49A5-4136-284D-997B-48E1D791AD67}" type="slidenum">
              <a:rPr lang="en-US" smtClean="0"/>
              <a:t>16</a:t>
            </a:fld>
            <a:endParaRPr lang="en-US"/>
          </a:p>
        </p:txBody>
      </p:sp>
    </p:spTree>
    <p:extLst>
      <p:ext uri="{BB962C8B-B14F-4D97-AF65-F5344CB8AC3E}">
        <p14:creationId xmlns:p14="http://schemas.microsoft.com/office/powerpoint/2010/main" val="202851000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17</a:t>
            </a:fld>
            <a:endParaRPr lang="en-US"/>
          </a:p>
        </p:txBody>
      </p:sp>
    </p:spTree>
    <p:extLst>
      <p:ext uri="{BB962C8B-B14F-4D97-AF65-F5344CB8AC3E}">
        <p14:creationId xmlns:p14="http://schemas.microsoft.com/office/powerpoint/2010/main" val="18336194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many pounds are in a ton?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the independent quantity and dependent quantity from the scenario? Table? Graph?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values for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(0.5)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(1)?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Did you need to calculate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w</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 to complete the statement? Explain your thinking.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that each county consistently used the same payout rate regardless of the number of tons of cardboard?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each county’s payout rate?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could each county explain their payout rate as an equation? In a statement?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Which representation do you think citizens would prefer? Explain your thinking.</a:t>
            </a:r>
          </a:p>
        </p:txBody>
      </p:sp>
      <p:sp>
        <p:nvSpPr>
          <p:cNvPr id="4" name="Slide Number Placeholder 3"/>
          <p:cNvSpPr>
            <a:spLocks noGrp="1"/>
          </p:cNvSpPr>
          <p:nvPr>
            <p:ph type="sldNum" sz="quarter" idx="5"/>
          </p:nvPr>
        </p:nvSpPr>
        <p:spPr/>
        <p:txBody>
          <a:bodyPr/>
          <a:lstStyle/>
          <a:p>
            <a:fld id="{BB5E49A5-4136-284D-997B-48E1D791AD67}" type="slidenum">
              <a:rPr lang="en-US" smtClean="0"/>
              <a:t>18</a:t>
            </a:fld>
            <a:endParaRPr lang="en-US"/>
          </a:p>
        </p:txBody>
      </p:sp>
    </p:spTree>
    <p:extLst>
      <p:ext uri="{BB962C8B-B14F-4D97-AF65-F5344CB8AC3E}">
        <p14:creationId xmlns:p14="http://schemas.microsoft.com/office/powerpoint/2010/main" val="7399356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965900-6345-A7E3-6AD5-FDF519BBFE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5F6BCE-4721-AB77-3291-0D91B2FECC7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70C7E6ED-0B9D-27C7-A770-779E46061DFC}"/>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many pounds are in a ton? </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the independent quantity and dependent quantity from the scenario? Table? Graph?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values for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(0.5)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(1)?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Did you need to calculate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w</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 to complete the statement? Explain your thinking.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that each county consistently used the same payout rate regardless of the number of tons of cardboard?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each county’s payout rate?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could each county explain their payout rate as an equation? In a statement?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Which representation do you think citizens would prefer? Explain your thinking.</a:t>
            </a:r>
          </a:p>
        </p:txBody>
      </p:sp>
      <p:sp>
        <p:nvSpPr>
          <p:cNvPr id="4" name="Slide Number Placeholder 3">
            <a:extLst>
              <a:ext uri="{FF2B5EF4-FFF2-40B4-BE49-F238E27FC236}">
                <a16:creationId xmlns:a16="http://schemas.microsoft.com/office/drawing/2014/main" id="{CCB7FE94-C594-B44F-7266-24146D1C1E51}"/>
              </a:ext>
            </a:extLst>
          </p:cNvPr>
          <p:cNvSpPr>
            <a:spLocks noGrp="1"/>
          </p:cNvSpPr>
          <p:nvPr>
            <p:ph type="sldNum" sz="quarter" idx="5"/>
          </p:nvPr>
        </p:nvSpPr>
        <p:spPr/>
        <p:txBody>
          <a:bodyPr/>
          <a:lstStyle/>
          <a:p>
            <a:fld id="{BB5E49A5-4136-284D-997B-48E1D791AD67}" type="slidenum">
              <a:rPr lang="en-US" smtClean="0"/>
              <a:t>19</a:t>
            </a:fld>
            <a:endParaRPr lang="en-US"/>
          </a:p>
        </p:txBody>
      </p:sp>
    </p:spTree>
    <p:extLst>
      <p:ext uri="{BB962C8B-B14F-4D97-AF65-F5344CB8AC3E}">
        <p14:creationId xmlns:p14="http://schemas.microsoft.com/office/powerpoint/2010/main" val="24740039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65AEA-130B-6736-50D0-E8E2F7A1B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E1D73-731D-34B3-F878-DCCAF3C8DAD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752122-E447-28BE-C2DB-563DBB54703C}"/>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To close Day 1, have students reread the Essential Question and then read the Stamp the Learning summary aloud.</a:t>
            </a:r>
          </a:p>
          <a:p>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4.2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Properties of functions represented in tables and graphs can be compared</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a:t>
            </a:r>
          </a:p>
        </p:txBody>
      </p:sp>
      <p:sp>
        <p:nvSpPr>
          <p:cNvPr id="4" name="Slide Number Placeholder 3">
            <a:extLst>
              <a:ext uri="{FF2B5EF4-FFF2-40B4-BE49-F238E27FC236}">
                <a16:creationId xmlns:a16="http://schemas.microsoft.com/office/drawing/2014/main" id="{A804E39F-7316-A03F-6CD9-D3A3D26408EE}"/>
              </a:ext>
            </a:extLst>
          </p:cNvPr>
          <p:cNvSpPr>
            <a:spLocks noGrp="1"/>
          </p:cNvSpPr>
          <p:nvPr>
            <p:ph type="sldNum" sz="quarter" idx="5"/>
          </p:nvPr>
        </p:nvSpPr>
        <p:spPr/>
        <p:txBody>
          <a:bodyPr/>
          <a:lstStyle/>
          <a:p>
            <a:fld id="{BB5E49A5-4136-284D-997B-48E1D791AD67}" type="slidenum">
              <a:rPr lang="en-US" smtClean="0"/>
              <a:t>20</a:t>
            </a:fld>
            <a:endParaRPr lang="en-US"/>
          </a:p>
        </p:txBody>
      </p:sp>
    </p:spTree>
    <p:extLst>
      <p:ext uri="{BB962C8B-B14F-4D97-AF65-F5344CB8AC3E}">
        <p14:creationId xmlns:p14="http://schemas.microsoft.com/office/powerpoint/2010/main" val="248819930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65AEA-130B-6736-50D0-E8E2F7A1B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E1D73-731D-34B3-F878-DCCAF3C8DAD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752122-E447-28BE-C2DB-563DBB54703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A804E39F-7316-A03F-6CD9-D3A3D26408EE}"/>
              </a:ext>
            </a:extLst>
          </p:cNvPr>
          <p:cNvSpPr>
            <a:spLocks noGrp="1"/>
          </p:cNvSpPr>
          <p:nvPr>
            <p:ph type="sldNum" sz="quarter" idx="5"/>
          </p:nvPr>
        </p:nvSpPr>
        <p:spPr/>
        <p:txBody>
          <a:bodyPr/>
          <a:lstStyle/>
          <a:p>
            <a:fld id="{BB5E49A5-4136-284D-997B-48E1D791AD67}" type="slidenum">
              <a:rPr lang="en-US" smtClean="0"/>
              <a:t>21</a:t>
            </a:fld>
            <a:endParaRPr lang="en-US"/>
          </a:p>
        </p:txBody>
      </p:sp>
    </p:spTree>
    <p:extLst>
      <p:ext uri="{BB962C8B-B14F-4D97-AF65-F5344CB8AC3E}">
        <p14:creationId xmlns:p14="http://schemas.microsoft.com/office/powerpoint/2010/main" val="24881993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Total suggested pacing for Day 2 is 45 minutes.</a:t>
            </a:r>
          </a:p>
        </p:txBody>
      </p:sp>
      <p:sp>
        <p:nvSpPr>
          <p:cNvPr id="4" name="Slide Number Placeholder 3"/>
          <p:cNvSpPr>
            <a:spLocks noGrp="1"/>
          </p:cNvSpPr>
          <p:nvPr>
            <p:ph type="sldNum" sz="quarter" idx="5"/>
          </p:nvPr>
        </p:nvSpPr>
        <p:spPr/>
        <p:txBody>
          <a:bodyPr/>
          <a:lstStyle/>
          <a:p>
            <a:fld id="{BB5E49A5-4136-284D-997B-48E1D791AD67}" type="slidenum">
              <a:rPr lang="en-US" smtClean="0"/>
              <a:t>22</a:t>
            </a:fld>
            <a:endParaRPr lang="en-US"/>
          </a:p>
        </p:txBody>
      </p:sp>
    </p:spTree>
    <p:extLst>
      <p:ext uri="{BB962C8B-B14F-4D97-AF65-F5344CB8AC3E}">
        <p14:creationId xmlns:p14="http://schemas.microsoft.com/office/powerpoint/2010/main" val="15731989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5138F-F920-DB13-FC8B-0EF42AA837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C9DEDD-4D85-A025-391F-60461AFDEDC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91E5142-ABD4-3319-BA49-1262D1D331F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To begin Day 2, have a student read the Essential Question aloud.</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3E36C624-50D6-EB4F-3897-DC49AF2E4786}"/>
              </a:ext>
            </a:extLst>
          </p:cNvPr>
          <p:cNvSpPr>
            <a:spLocks noGrp="1"/>
          </p:cNvSpPr>
          <p:nvPr>
            <p:ph type="sldNum" sz="quarter" idx="5"/>
          </p:nvPr>
        </p:nvSpPr>
        <p:spPr/>
        <p:txBody>
          <a:bodyPr/>
          <a:lstStyle/>
          <a:p>
            <a:fld id="{BB5E49A5-4136-284D-997B-48E1D791AD67}" type="slidenum">
              <a:rPr lang="en-US" smtClean="0"/>
              <a:t>23</a:t>
            </a:fld>
            <a:endParaRPr lang="en-US"/>
          </a:p>
        </p:txBody>
      </p:sp>
    </p:spTree>
    <p:extLst>
      <p:ext uri="{BB962C8B-B14F-4D97-AF65-F5344CB8AC3E}">
        <p14:creationId xmlns:p14="http://schemas.microsoft.com/office/powerpoint/2010/main" val="186819413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10-15 minutes allotted for Activity 4.3.</a:t>
            </a:r>
          </a:p>
        </p:txBody>
      </p:sp>
      <p:sp>
        <p:nvSpPr>
          <p:cNvPr id="4" name="Slide Number Placeholder 3"/>
          <p:cNvSpPr>
            <a:spLocks noGrp="1"/>
          </p:cNvSpPr>
          <p:nvPr>
            <p:ph type="sldNum" sz="quarter" idx="5"/>
          </p:nvPr>
        </p:nvSpPr>
        <p:spPr/>
        <p:txBody>
          <a:bodyPr/>
          <a:lstStyle/>
          <a:p>
            <a:fld id="{BB5E49A5-4136-284D-997B-48E1D791AD67}" type="slidenum">
              <a:rPr lang="en-US" smtClean="0"/>
              <a:t>24</a:t>
            </a:fld>
            <a:endParaRPr lang="en-US"/>
          </a:p>
        </p:txBody>
      </p:sp>
    </p:spTree>
    <p:extLst>
      <p:ext uri="{BB962C8B-B14F-4D97-AF65-F5344CB8AC3E}">
        <p14:creationId xmlns:p14="http://schemas.microsoft.com/office/powerpoint/2010/main" val="27793328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BB1F9-9A54-15AA-FFE4-69A253398A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10AC93-70A9-0C54-BA19-FDB9FAA1389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89C8027-6AD7-D875-6EAB-98AE80B65827}"/>
              </a:ext>
            </a:extLst>
          </p:cNvPr>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B906B4F-98D8-FD34-A082-13FF64259CBE}"/>
              </a:ext>
            </a:extLst>
          </p:cNvPr>
          <p:cNvSpPr>
            <a:spLocks noGrp="1"/>
          </p:cNvSpPr>
          <p:nvPr>
            <p:ph type="sldNum" sz="quarter" idx="5"/>
          </p:nvPr>
        </p:nvSpPr>
        <p:spPr/>
        <p:txBody>
          <a:bodyPr/>
          <a:lstStyle/>
          <a:p>
            <a:fld id="{BB5E49A5-4136-284D-997B-48E1D791AD67}" type="slidenum">
              <a:rPr lang="en-US" smtClean="0"/>
              <a:t>25</a:t>
            </a:fld>
            <a:endParaRPr lang="en-US"/>
          </a:p>
        </p:txBody>
      </p:sp>
    </p:spTree>
    <p:extLst>
      <p:ext uri="{BB962C8B-B14F-4D97-AF65-F5344CB8AC3E}">
        <p14:creationId xmlns:p14="http://schemas.microsoft.com/office/powerpoint/2010/main" val="355725674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948E5-AF8B-1067-31E6-631A4B53C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8C168C-16B0-9B81-D101-1E264657960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656B8E6-82EA-2959-A345-103F796FD376}"/>
              </a:ext>
            </a:extLst>
          </p:cNvPr>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76CE985A-1A83-FB2F-B9EE-69A9019AC59F}"/>
              </a:ext>
            </a:extLst>
          </p:cNvPr>
          <p:cNvSpPr>
            <a:spLocks noGrp="1"/>
          </p:cNvSpPr>
          <p:nvPr>
            <p:ph type="sldNum" sz="quarter" idx="5"/>
          </p:nvPr>
        </p:nvSpPr>
        <p:spPr/>
        <p:txBody>
          <a:bodyPr/>
          <a:lstStyle/>
          <a:p>
            <a:fld id="{BB5E49A5-4136-284D-997B-48E1D791AD67}" type="slidenum">
              <a:rPr lang="en-US" smtClean="0"/>
              <a:t>26</a:t>
            </a:fld>
            <a:endParaRPr lang="en-US"/>
          </a:p>
        </p:txBody>
      </p:sp>
    </p:spTree>
    <p:extLst>
      <p:ext uri="{BB962C8B-B14F-4D97-AF65-F5344CB8AC3E}">
        <p14:creationId xmlns:p14="http://schemas.microsoft.com/office/powerpoint/2010/main" val="10198132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could knowing that 0° F = 32° F help you make sense of the representations?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from Joey’s table?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from each representation?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For this situation, do you think a table or equation is more helpful? </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relationship between the two rates of change? Why do you think this is the case?</a:t>
            </a:r>
          </a:p>
        </p:txBody>
      </p:sp>
      <p:sp>
        <p:nvSpPr>
          <p:cNvPr id="4" name="Slide Number Placeholder 3"/>
          <p:cNvSpPr>
            <a:spLocks noGrp="1"/>
          </p:cNvSpPr>
          <p:nvPr>
            <p:ph type="sldNum" sz="quarter" idx="5"/>
          </p:nvPr>
        </p:nvSpPr>
        <p:spPr/>
        <p:txBody>
          <a:bodyPr/>
          <a:lstStyle/>
          <a:p>
            <a:fld id="{BB5E49A5-4136-284D-997B-48E1D791AD67}" type="slidenum">
              <a:rPr lang="en-US" smtClean="0"/>
              <a:t>27</a:t>
            </a:fld>
            <a:endParaRPr lang="en-US"/>
          </a:p>
        </p:txBody>
      </p:sp>
    </p:spTree>
    <p:extLst>
      <p:ext uri="{BB962C8B-B14F-4D97-AF65-F5344CB8AC3E}">
        <p14:creationId xmlns:p14="http://schemas.microsoft.com/office/powerpoint/2010/main" val="86145424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576DE-4F58-7BE3-3A90-A2D8C78033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DC9036-CE18-2364-D32A-2BF98FB1133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4.3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Properties of functions represented in tables and equations can be compared.</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35DCFE0D-1E66-5115-6D51-6675F00F0E4B}"/>
              </a:ext>
            </a:extLst>
          </p:cNvPr>
          <p:cNvSpPr>
            <a:spLocks noGrp="1"/>
          </p:cNvSpPr>
          <p:nvPr>
            <p:ph type="sldNum" sz="quarter" idx="5"/>
          </p:nvPr>
        </p:nvSpPr>
        <p:spPr/>
        <p:txBody>
          <a:bodyPr/>
          <a:lstStyle/>
          <a:p>
            <a:fld id="{BB5E49A5-4136-284D-997B-48E1D791AD67}" type="slidenum">
              <a:rPr lang="en-US" smtClean="0"/>
              <a:t>28</a:t>
            </a:fld>
            <a:endParaRPr lang="en-US"/>
          </a:p>
        </p:txBody>
      </p:sp>
    </p:spTree>
    <p:extLst>
      <p:ext uri="{BB962C8B-B14F-4D97-AF65-F5344CB8AC3E}">
        <p14:creationId xmlns:p14="http://schemas.microsoft.com/office/powerpoint/2010/main" val="76217674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576DE-4F58-7BE3-3A90-A2D8C78033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DC9036-CE18-2364-D32A-2BF98FB1133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This slide is blank for optional use with displaying work.</a:t>
            </a:r>
          </a:p>
        </p:txBody>
      </p:sp>
      <p:sp>
        <p:nvSpPr>
          <p:cNvPr id="4" name="Slide Number Placeholder 3">
            <a:extLst>
              <a:ext uri="{FF2B5EF4-FFF2-40B4-BE49-F238E27FC236}">
                <a16:creationId xmlns:a16="http://schemas.microsoft.com/office/drawing/2014/main" id="{35DCFE0D-1E66-5115-6D51-6675F00F0E4B}"/>
              </a:ext>
            </a:extLst>
          </p:cNvPr>
          <p:cNvSpPr>
            <a:spLocks noGrp="1"/>
          </p:cNvSpPr>
          <p:nvPr>
            <p:ph type="sldNum" sz="quarter" idx="5"/>
          </p:nvPr>
        </p:nvSpPr>
        <p:spPr/>
        <p:txBody>
          <a:bodyPr/>
          <a:lstStyle/>
          <a:p>
            <a:fld id="{BB5E49A5-4136-284D-997B-48E1D791AD67}" type="slidenum">
              <a:rPr lang="en-US" smtClean="0"/>
              <a:t>29</a:t>
            </a:fld>
            <a:endParaRPr lang="en-US"/>
          </a:p>
        </p:txBody>
      </p:sp>
    </p:spTree>
    <p:extLst>
      <p:ext uri="{BB962C8B-B14F-4D97-AF65-F5344CB8AC3E}">
        <p14:creationId xmlns:p14="http://schemas.microsoft.com/office/powerpoint/2010/main" val="76217674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CFF11-CFFA-DCD2-DF3C-D180D191E9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E9B1D4-6FA3-9E63-0A29-729EC91E0B5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BE8B51D-366E-62C2-CE93-90221606DC8D}"/>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10-15 minutes allotted for Activity 4.4.</a:t>
            </a:r>
          </a:p>
        </p:txBody>
      </p:sp>
      <p:sp>
        <p:nvSpPr>
          <p:cNvPr id="4" name="Slide Number Placeholder 3">
            <a:extLst>
              <a:ext uri="{FF2B5EF4-FFF2-40B4-BE49-F238E27FC236}">
                <a16:creationId xmlns:a16="http://schemas.microsoft.com/office/drawing/2014/main" id="{BC44195F-3A4F-FBA7-3AD3-689BD8762FF5}"/>
              </a:ext>
            </a:extLst>
          </p:cNvPr>
          <p:cNvSpPr>
            <a:spLocks noGrp="1"/>
          </p:cNvSpPr>
          <p:nvPr>
            <p:ph type="sldNum" sz="quarter" idx="5"/>
          </p:nvPr>
        </p:nvSpPr>
        <p:spPr/>
        <p:txBody>
          <a:bodyPr/>
          <a:lstStyle/>
          <a:p>
            <a:fld id="{BB5E49A5-4136-284D-997B-48E1D791AD67}" type="slidenum">
              <a:rPr lang="en-US" smtClean="0"/>
              <a:t>30</a:t>
            </a:fld>
            <a:endParaRPr lang="en-US"/>
          </a:p>
        </p:txBody>
      </p:sp>
    </p:spTree>
    <p:extLst>
      <p:ext uri="{BB962C8B-B14F-4D97-AF65-F5344CB8AC3E}">
        <p14:creationId xmlns:p14="http://schemas.microsoft.com/office/powerpoint/2010/main" val="2824530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304F8-4877-D2DE-7A88-82CB4F152B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A65084-800E-DA50-D9F9-C985550C2A93}"/>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682858D-DAB1-D41F-0493-14205CEAA2BA}"/>
              </a:ext>
            </a:extLst>
          </p:cNvPr>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Slide typo: the introduction says 'Michelle opened her bank account'; the person is Lauren.</a:t>
            </a:r>
          </a:p>
        </p:txBody>
      </p:sp>
      <p:sp>
        <p:nvSpPr>
          <p:cNvPr id="4" name="Slide Number Placeholder 3">
            <a:extLst>
              <a:ext uri="{FF2B5EF4-FFF2-40B4-BE49-F238E27FC236}">
                <a16:creationId xmlns:a16="http://schemas.microsoft.com/office/drawing/2014/main" id="{32A41A84-B8ED-A4DB-8857-0248799EB68E}"/>
              </a:ext>
            </a:extLst>
          </p:cNvPr>
          <p:cNvSpPr>
            <a:spLocks noGrp="1"/>
          </p:cNvSpPr>
          <p:nvPr>
            <p:ph type="sldNum" sz="quarter" idx="5"/>
          </p:nvPr>
        </p:nvSpPr>
        <p:spPr/>
        <p:txBody>
          <a:bodyPr/>
          <a:lstStyle/>
          <a:p>
            <a:fld id="{BB5E49A5-4136-284D-997B-48E1D791AD67}" type="slidenum">
              <a:rPr lang="en-US" smtClean="0"/>
              <a:t>31</a:t>
            </a:fld>
            <a:endParaRPr lang="en-US"/>
          </a:p>
        </p:txBody>
      </p:sp>
    </p:spTree>
    <p:extLst>
      <p:ext uri="{BB962C8B-B14F-4D97-AF65-F5344CB8AC3E}">
        <p14:creationId xmlns:p14="http://schemas.microsoft.com/office/powerpoint/2010/main" val="78823670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FBB05-C427-0D98-7858-8662067397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B472CA-21F4-A6C0-0FA4-7AA60BB8A0E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8F4F441-89AD-1A1E-C9AC-AAC6A0184437}"/>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tell the independent quantity and dependent quantity from the scenario?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use the given information to label and scale the axes?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What are the units for each slope?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Did you use the situation or graph to determine Miguel’s savings rate? Explain your method.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identify Lauren’s savings rate?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Which representation is more straightforward in this context? Why?</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98CE4540-84BE-5708-919E-D82AF53EE760}"/>
              </a:ext>
            </a:extLst>
          </p:cNvPr>
          <p:cNvSpPr>
            <a:spLocks noGrp="1"/>
          </p:cNvSpPr>
          <p:nvPr>
            <p:ph type="sldNum" sz="quarter" idx="5"/>
          </p:nvPr>
        </p:nvSpPr>
        <p:spPr/>
        <p:txBody>
          <a:bodyPr/>
          <a:lstStyle/>
          <a:p>
            <a:fld id="{BB5E49A5-4136-284D-997B-48E1D791AD67}" type="slidenum">
              <a:rPr lang="en-US" smtClean="0"/>
              <a:t>32</a:t>
            </a:fld>
            <a:endParaRPr lang="en-US"/>
          </a:p>
        </p:txBody>
      </p:sp>
    </p:spTree>
    <p:extLst>
      <p:ext uri="{BB962C8B-B14F-4D97-AF65-F5344CB8AC3E}">
        <p14:creationId xmlns:p14="http://schemas.microsoft.com/office/powerpoint/2010/main" val="182209772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6B2973-9E00-AEFD-EEC5-604A3DBF03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6F1EDE-FFBD-193F-A8D7-B035E107025E}"/>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4E9D762-1EE8-B185-77AB-69D0E74EB595}"/>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4.4 Summary:</a:t>
            </a:r>
          </a:p>
          <a:p>
            <a:pPr algn="l"/>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Properties of functions represented in verbal descriptions and graphs can be compared</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50F5F427-9783-A00B-3DF1-9781BEC994BA}"/>
              </a:ext>
            </a:extLst>
          </p:cNvPr>
          <p:cNvSpPr>
            <a:spLocks noGrp="1"/>
          </p:cNvSpPr>
          <p:nvPr>
            <p:ph type="sldNum" sz="quarter" idx="5"/>
          </p:nvPr>
        </p:nvSpPr>
        <p:spPr/>
        <p:txBody>
          <a:bodyPr/>
          <a:lstStyle/>
          <a:p>
            <a:fld id="{BB5E49A5-4136-284D-997B-48E1D791AD67}" type="slidenum">
              <a:rPr lang="en-US" smtClean="0"/>
              <a:t>33</a:t>
            </a:fld>
            <a:endParaRPr lang="en-US"/>
          </a:p>
        </p:txBody>
      </p:sp>
    </p:spTree>
    <p:extLst>
      <p:ext uri="{BB962C8B-B14F-4D97-AF65-F5344CB8AC3E}">
        <p14:creationId xmlns:p14="http://schemas.microsoft.com/office/powerpoint/2010/main" val="173390337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AED53A-96D3-C86B-6CE7-2A6CC27A72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0D0252-EFCC-6CA6-3F65-72C8E6AEB85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A100FF4-1340-9C51-B8E7-28EEA9C8D631}"/>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This slide is blank for optional use with displaying work.</a:t>
            </a:r>
          </a:p>
        </p:txBody>
      </p:sp>
      <p:sp>
        <p:nvSpPr>
          <p:cNvPr id="4" name="Slide Number Placeholder 3">
            <a:extLst>
              <a:ext uri="{FF2B5EF4-FFF2-40B4-BE49-F238E27FC236}">
                <a16:creationId xmlns:a16="http://schemas.microsoft.com/office/drawing/2014/main" id="{2ECAC690-439D-7F87-4833-C2ACC14D8D8A}"/>
              </a:ext>
            </a:extLst>
          </p:cNvPr>
          <p:cNvSpPr>
            <a:spLocks noGrp="1"/>
          </p:cNvSpPr>
          <p:nvPr>
            <p:ph type="sldNum" sz="quarter" idx="5"/>
          </p:nvPr>
        </p:nvSpPr>
        <p:spPr/>
        <p:txBody>
          <a:bodyPr/>
          <a:lstStyle/>
          <a:p>
            <a:fld id="{BB5E49A5-4136-284D-997B-48E1D791AD67}" type="slidenum">
              <a:rPr lang="en-US" smtClean="0"/>
              <a:t>34</a:t>
            </a:fld>
            <a:endParaRPr lang="en-US"/>
          </a:p>
        </p:txBody>
      </p:sp>
    </p:spTree>
    <p:extLst>
      <p:ext uri="{BB962C8B-B14F-4D97-AF65-F5344CB8AC3E}">
        <p14:creationId xmlns:p14="http://schemas.microsoft.com/office/powerpoint/2010/main" val="271845352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10-15 minutes allotted for the Talk the Talk.</a:t>
            </a:r>
          </a:p>
        </p:txBody>
      </p:sp>
      <p:sp>
        <p:nvSpPr>
          <p:cNvPr id="4" name="Slide Number Placeholder 3"/>
          <p:cNvSpPr>
            <a:spLocks noGrp="1"/>
          </p:cNvSpPr>
          <p:nvPr>
            <p:ph type="sldNum" sz="quarter" idx="5"/>
          </p:nvPr>
        </p:nvSpPr>
        <p:spPr/>
        <p:txBody>
          <a:bodyPr/>
          <a:lstStyle/>
          <a:p>
            <a:fld id="{BB5E49A5-4136-284D-997B-48E1D791AD67}" type="slidenum">
              <a:rPr lang="en-US" smtClean="0"/>
              <a:t>35</a:t>
            </a:fld>
            <a:endParaRPr lang="en-US"/>
          </a:p>
        </p:txBody>
      </p:sp>
    </p:spTree>
    <p:extLst>
      <p:ext uri="{BB962C8B-B14F-4D97-AF65-F5344CB8AC3E}">
        <p14:creationId xmlns:p14="http://schemas.microsoft.com/office/powerpoint/2010/main" val="4533257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information did you derive from the table to create your situation?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your situation model a linear relationship?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your situation model an increasing or decreasing function?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does your situation encompass the entire domain?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change the sign of the slope? Why or why not?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of the graphed line? </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Can you tell whether a slope is increasing or decreasing more easily from a table or graph?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advantage of calculating the slope of a line from a table?</a:t>
            </a:r>
          </a:p>
          <a:p>
            <a:r>
              <a:rPr lang="en-US" b="1" dirty="0"/>
              <a:t>TE wording slip: the TE's sample says Alejandra is 'at the middle of page 2'. Having read 2.5 pages puts her in the middle of page 3, so the situation here says 'has read 2.5 pages'.</a:t>
            </a:r>
          </a:p>
        </p:txBody>
      </p:sp>
      <p:sp>
        <p:nvSpPr>
          <p:cNvPr id="4" name="Slide Number Placeholder 3"/>
          <p:cNvSpPr>
            <a:spLocks noGrp="1"/>
          </p:cNvSpPr>
          <p:nvPr>
            <p:ph type="sldNum" sz="quarter" idx="5"/>
          </p:nvPr>
        </p:nvSpPr>
        <p:spPr/>
        <p:txBody>
          <a:bodyPr/>
          <a:lstStyle/>
          <a:p>
            <a:fld id="{BB5E49A5-4136-284D-997B-48E1D791AD67}" type="slidenum">
              <a:rPr lang="en-US" smtClean="0"/>
              <a:t>36</a:t>
            </a:fld>
            <a:endParaRPr lang="en-US"/>
          </a:p>
        </p:txBody>
      </p:sp>
    </p:spTree>
    <p:extLst>
      <p:ext uri="{BB962C8B-B14F-4D97-AF65-F5344CB8AC3E}">
        <p14:creationId xmlns:p14="http://schemas.microsoft.com/office/powerpoint/2010/main" val="251244836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information did you derive from the table to create your situation?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your situation model a linear relationship?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your situation model an increasing or decreasing function?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does your situation encompass the entire domain?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change the sign of the slope? Why or why not?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slope of the graphed line? </a:t>
            </a: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Can you tell whether a slope is increasing or decreasing more easily from a table or graph?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advantage of calculating the slope of a line from a table?</a:t>
            </a:r>
          </a:p>
        </p:txBody>
      </p:sp>
      <p:sp>
        <p:nvSpPr>
          <p:cNvPr id="4" name="Slide Number Placeholder 3"/>
          <p:cNvSpPr>
            <a:spLocks noGrp="1"/>
          </p:cNvSpPr>
          <p:nvPr>
            <p:ph type="sldNum" sz="quarter" idx="5"/>
          </p:nvPr>
        </p:nvSpPr>
        <p:spPr/>
        <p:txBody>
          <a:bodyPr/>
          <a:lstStyle/>
          <a:p>
            <a:fld id="{BB5E49A5-4136-284D-997B-48E1D791AD67}" type="slidenum">
              <a:rPr lang="en-US" smtClean="0"/>
              <a:t>37</a:t>
            </a:fld>
            <a:endParaRPr lang="en-US"/>
          </a:p>
        </p:txBody>
      </p:sp>
    </p:spTree>
    <p:extLst>
      <p:ext uri="{BB962C8B-B14F-4D97-AF65-F5344CB8AC3E}">
        <p14:creationId xmlns:p14="http://schemas.microsoft.com/office/powerpoint/2010/main" val="26624985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28368-F317-A887-843E-3ACC4FB26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8422F-26E9-F6D8-0CC8-39EC34AFE9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4E94A4-122B-7DC0-338A-02E293BE2FC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To close Day 2, have students read and answer the Essential Question and then read the Stamp the Learning summary aloud.</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Essential Question:</a:t>
            </a:r>
          </a:p>
          <a:p>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Sample answer: You can represent a linear function using an equation, a table, a graph, or a verbal description. You can understand characteristics of linear functions, such as slope,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 and independent and dependent quantities from different representations of functions.</a:t>
            </a:r>
          </a:p>
          <a:p>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Talk the Talk Summary:</a:t>
            </a:r>
          </a:p>
          <a:p>
            <a:pPr algn="l"/>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 variety of strategies can be used to compare linear functions presented in different representations.</a:t>
            </a: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10B20E8-800C-2EB5-D153-CC5CEB9A8585}"/>
              </a:ext>
            </a:extLst>
          </p:cNvPr>
          <p:cNvSpPr>
            <a:spLocks noGrp="1"/>
          </p:cNvSpPr>
          <p:nvPr>
            <p:ph type="sldNum" sz="quarter" idx="5"/>
          </p:nvPr>
        </p:nvSpPr>
        <p:spPr/>
        <p:txBody>
          <a:bodyPr/>
          <a:lstStyle/>
          <a:p>
            <a:fld id="{BB5E49A5-4136-284D-997B-48E1D791AD67}" type="slidenum">
              <a:rPr lang="en-US" smtClean="0"/>
              <a:t>38</a:t>
            </a:fld>
            <a:endParaRPr lang="en-US"/>
          </a:p>
        </p:txBody>
      </p:sp>
    </p:spTree>
    <p:extLst>
      <p:ext uri="{BB962C8B-B14F-4D97-AF65-F5344CB8AC3E}">
        <p14:creationId xmlns:p14="http://schemas.microsoft.com/office/powerpoint/2010/main" val="268590253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28368-F317-A887-843E-3ACC4FB26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8422F-26E9-F6D8-0CC8-39EC34AFE9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4E94A4-122B-7DC0-338A-02E293BE2FC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10B20E8-800C-2EB5-D153-CC5CEB9A8585}"/>
              </a:ext>
            </a:extLst>
          </p:cNvPr>
          <p:cNvSpPr>
            <a:spLocks noGrp="1"/>
          </p:cNvSpPr>
          <p:nvPr>
            <p:ph type="sldNum" sz="quarter" idx="5"/>
          </p:nvPr>
        </p:nvSpPr>
        <p:spPr/>
        <p:txBody>
          <a:bodyPr/>
          <a:lstStyle/>
          <a:p>
            <a:fld id="{BB5E49A5-4136-284D-997B-48E1D791AD67}" type="slidenum">
              <a:rPr lang="en-US" smtClean="0"/>
              <a:t>39</a:t>
            </a:fld>
            <a:endParaRPr lang="en-US"/>
          </a:p>
        </p:txBody>
      </p:sp>
    </p:spTree>
    <p:extLst>
      <p:ext uri="{BB962C8B-B14F-4D97-AF65-F5344CB8AC3E}">
        <p14:creationId xmlns:p14="http://schemas.microsoft.com/office/powerpoint/2010/main" val="268590253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algn="l" rtl="0" fontAlgn="base"/>
            <a:r>
              <a:rPr lang="en-US" sz="12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How can you identify whether students are ready for new learning?</a:t>
            </a:r>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a:t>
            </a:r>
            <a:r>
              <a:rPr lang="en-US" sz="1200" b="0" i="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t>
            </a:r>
          </a:p>
          <a:p>
            <a:pPr algn="l" rtl="0" fontAlgn="base"/>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Depending on available time, you can assign the Prepare section of the Lesson Assignments as homework or as a warm-up to identify students' prior knowledge for the upcoming lesson's activities.</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40</a:t>
            </a:fld>
            <a:endParaRPr lang="en-US"/>
          </a:p>
        </p:txBody>
      </p:sp>
    </p:spTree>
    <p:extLst>
      <p:ext uri="{BB962C8B-B14F-4D97-AF65-F5344CB8AC3E}">
        <p14:creationId xmlns:p14="http://schemas.microsoft.com/office/powerpoint/2010/main" val="119479312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EC5294-F897-70EF-D10E-AF9CFE1459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ED65B6-500E-9C24-23DA-5854FF62C81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E5F22DD-FFA2-9C87-4A7D-F7CA29096CE2}"/>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7B2A398D-9730-D1C3-AAF7-0F03D4B776E7}"/>
              </a:ext>
            </a:extLst>
          </p:cNvPr>
          <p:cNvSpPr>
            <a:spLocks noGrp="1"/>
          </p:cNvSpPr>
          <p:nvPr>
            <p:ph type="sldNum" sz="quarter" idx="5"/>
          </p:nvPr>
        </p:nvSpPr>
        <p:spPr/>
        <p:txBody>
          <a:bodyPr/>
          <a:lstStyle/>
          <a:p>
            <a:fld id="{BB5E49A5-4136-284D-997B-48E1D791AD67}" type="slidenum">
              <a:rPr lang="en-US" smtClean="0"/>
              <a:t>41</a:t>
            </a:fld>
            <a:endParaRPr lang="en-US"/>
          </a:p>
        </p:txBody>
      </p:sp>
    </p:spTree>
    <p:extLst>
      <p:ext uri="{BB962C8B-B14F-4D97-AF65-F5344CB8AC3E}">
        <p14:creationId xmlns:p14="http://schemas.microsoft.com/office/powerpoint/2010/main" val="358139013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42</a:t>
            </a:fld>
            <a:endParaRPr lang="en-US"/>
          </a:p>
        </p:txBody>
      </p:sp>
    </p:spTree>
    <p:extLst>
      <p:ext uri="{BB962C8B-B14F-4D97-AF65-F5344CB8AC3E}">
        <p14:creationId xmlns:p14="http://schemas.microsoft.com/office/powerpoint/2010/main" val="65025293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43</a:t>
            </a:fld>
            <a:endParaRPr lang="en-US"/>
          </a:p>
        </p:txBody>
      </p:sp>
    </p:spTree>
    <p:extLst>
      <p:ext uri="{BB962C8B-B14F-4D97-AF65-F5344CB8AC3E}">
        <p14:creationId xmlns:p14="http://schemas.microsoft.com/office/powerpoint/2010/main" val="109631083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hyperlink" Target="https://creativecommons.org/licenses/by-nc/4.0" TargetMode="Externa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7.png"/><Relationship Id="rId1" Type="http://schemas.openxmlformats.org/officeDocument/2006/relationships/slideMaster" Target="../slideMasters/slideMaster3.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22.png"/><Relationship Id="rId1" Type="http://schemas.openxmlformats.org/officeDocument/2006/relationships/slideMaster" Target="../slideMasters/slideMaster4.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236739"/>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236739"/>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2B81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7" name="Picture 6">
            <a:extLst>
              <a:ext uri="{FF2B5EF4-FFF2-40B4-BE49-F238E27FC236}">
                <a16:creationId xmlns:a16="http://schemas.microsoft.com/office/drawing/2014/main" id="{F3AD9D6D-E5B1-9F4C-296E-9D558E47F581}"/>
              </a:ext>
              <a:ext uri="{C183D7F6-B498-43B3-948B-1728B52AA6E4}">
                <adec:decorative xmlns:adec="http://schemas.microsoft.com/office/drawing/2017/decorative" val="1"/>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4663225"/>
            <a:ext cx="12190413" cy="2194775"/>
          </a:xfrm>
          <a:prstGeom prst="rect">
            <a:avLst/>
          </a:prstGeom>
        </p:spPr>
      </p:pic>
    </p:spTree>
    <p:extLst>
      <p:ext uri="{BB962C8B-B14F-4D97-AF65-F5344CB8AC3E}">
        <p14:creationId xmlns:p14="http://schemas.microsoft.com/office/powerpoint/2010/main" val="244819002"/>
      </p:ext>
    </p:extLst>
  </p:cSld>
  <p:clrMapOvr>
    <a:masterClrMapping/>
  </p:clrMapOvr>
  <p:extLst>
    <p:ext uri="{DCECCB84-F9BA-43D5-87BE-67443E8EF086}">
      <p15:sldGuideLst xmlns:p15="http://schemas.microsoft.com/office/powerpoint/2012/main">
        <p15:guide id="1" orient="horz" pos="2160">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descr="A pattern with circles and lines&#10;&#10;AI-generated content may be incorrect.">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932192"/>
            <a:ext cx="12190413" cy="5925808"/>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rgbClr val="000000"/>
                </a:solidFill>
              </a:rPr>
              <a:t>Acknowledgment</a:t>
            </a:r>
          </a:p>
          <a:p>
            <a:r>
              <a:rPr lang="en-US" dirty="0">
                <a:solidFill>
                  <a:srgbClr val="000000"/>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rgbClr val="000000"/>
              </a:solidFill>
              <a:cs typeface="Calibri"/>
            </a:endParaRPr>
          </a:p>
          <a:p>
            <a:endParaRPr lang="en-US" dirty="0">
              <a:solidFill>
                <a:srgbClr val="000000"/>
              </a:solidFill>
            </a:endParaRPr>
          </a:p>
          <a:p>
            <a:r>
              <a:rPr lang="en-US" b="1" dirty="0">
                <a:solidFill>
                  <a:srgbClr val="000000"/>
                </a:solidFill>
              </a:rPr>
              <a:t>Notice</a:t>
            </a:r>
            <a:endParaRPr lang="en-US" b="1" dirty="0">
              <a:solidFill>
                <a:srgbClr val="000000"/>
              </a:solidFill>
              <a:cs typeface="Calibri"/>
            </a:endParaRPr>
          </a:p>
          <a:p>
            <a:r>
              <a:rPr lang="en-US" dirty="0">
                <a:solidFill>
                  <a:srgbClr val="000000"/>
                </a:solidFill>
              </a:rPr>
              <a:t>These learning resources have been built for Texas students, aligned to the Texas Essential Knowledge and Skills, and are made available pursuant to Chapter 31, Subchapter B-1 of the Texas Education Code.</a:t>
            </a:r>
            <a:endParaRPr lang="en-US" dirty="0">
              <a:solidFill>
                <a:srgbClr val="000000"/>
              </a:solidFill>
              <a:cs typeface="Calibri"/>
            </a:endParaRPr>
          </a:p>
          <a:p>
            <a:r>
              <a:rPr lang="en-US" dirty="0">
                <a:solidFill>
                  <a:srgbClr val="000000"/>
                </a:solidFill>
              </a:rPr>
              <a:t>If you have further questions or to report an error, please email </a:t>
            </a:r>
            <a:r>
              <a:rPr lang="en-US" dirty="0">
                <a:solidFill>
                  <a:srgbClr val="000000"/>
                </a:solidFill>
                <a:hlinkClick r:id="rId3">
                  <a:extLst>
                    <a:ext uri="{A12FA001-AC4F-418D-AE19-62706E023703}">
                      <ahyp:hlinkClr xmlns:ahyp="http://schemas.microsoft.com/office/drawing/2018/hyperlinkcolor" val="tx"/>
                    </a:ext>
                  </a:extLst>
                </a:hlinkClick>
              </a:rPr>
              <a:t>openeducationresources@tea.texas.gov</a:t>
            </a:r>
            <a:r>
              <a:rPr lang="en-US" dirty="0">
                <a:solidFill>
                  <a:srgbClr val="000000"/>
                </a:solidFill>
              </a:rPr>
              <a:t>.</a:t>
            </a:r>
          </a:p>
          <a:p>
            <a:endParaRPr lang="en-US" dirty="0">
              <a:solidFill>
                <a:srgbClr val="000000"/>
              </a:solidFill>
              <a:cs typeface="Calibri"/>
            </a:endParaRPr>
          </a:p>
          <a:p>
            <a:r>
              <a:rPr lang="en-US" dirty="0">
                <a:solidFill>
                  <a:srgbClr val="000000"/>
                </a:solidFill>
                <a:cs typeface="Calibri"/>
              </a:rPr>
              <a:t>©2024-2025 Texas Education Agency. Portions of this work are adapted, with permission, from the originals created by and copyright ©2021 Carnegie Learning, Inc. </a:t>
            </a:r>
          </a:p>
          <a:p>
            <a:endParaRPr lang="en-US" dirty="0">
              <a:solidFill>
                <a:srgbClr val="000000"/>
              </a:solidFill>
              <a:cs typeface="Calibri"/>
            </a:endParaRPr>
          </a:p>
          <a:p>
            <a:r>
              <a:rPr lang="en-US" dirty="0">
                <a:solidFill>
                  <a:srgbClr val="000000"/>
                </a:solidFill>
                <a:cs typeface="Calibri"/>
              </a:rPr>
              <a:t>This work is licensed under a Creative Commons Attribution-Non-Commercial-4.0 International License. For information, visit: </a:t>
            </a:r>
            <a:r>
              <a:rPr lang="en-US" u="none" dirty="0">
                <a:solidFill>
                  <a:srgbClr val="000000"/>
                </a:solidFill>
                <a:cs typeface="Calibri"/>
                <a:hlinkClick r:id="rId4">
                  <a:extLst>
                    <a:ext uri="{A12FA001-AC4F-418D-AE19-62706E023703}">
                      <ahyp:hlinkClr xmlns:ahyp="http://schemas.microsoft.com/office/drawing/2018/hyperlinkcolor" val="tx"/>
                    </a:ext>
                  </a:extLst>
                </a:hlinkClick>
              </a:rPr>
              <a:t>https://creativecommons.org/licenses/by-nc/4.0</a:t>
            </a:r>
            <a:r>
              <a:rPr lang="en-US" dirty="0">
                <a:solidFill>
                  <a:srgbClr val="000000"/>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286671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2"/>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0219804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5A4A51F5-E78D-80F2-C30C-54D8CE7AD7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2"/>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7754358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4" name="Picture 3" descr="A green and black pattern&#10;&#10;AI-generated content may be incorrect.">
            <a:extLst>
              <a:ext uri="{FF2B5EF4-FFF2-40B4-BE49-F238E27FC236}">
                <a16:creationId xmlns:a16="http://schemas.microsoft.com/office/drawing/2014/main" id="{D1D8FC0F-F66E-E7A9-B361-E6E0B4BE09B2}"/>
              </a:ext>
              <a:ext uri="{C183D7F6-B498-43B3-948B-1728B52AA6E4}">
                <adec:decorative xmlns:adec="http://schemas.microsoft.com/office/drawing/2017/decorative" val="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2316529"/>
            <a:ext cx="12190415" cy="2682142"/>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41336155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4" name="Picture 3" descr="A green and black pattern&#10;&#10;AI-generated content may be incorrect.">
            <a:extLst>
              <a:ext uri="{FF2B5EF4-FFF2-40B4-BE49-F238E27FC236}">
                <a16:creationId xmlns:a16="http://schemas.microsoft.com/office/drawing/2014/main" id="{D1D8FC0F-F66E-E7A9-B361-E6E0B4BE09B2}"/>
              </a:ext>
              <a:ext uri="{C183D7F6-B498-43B3-948B-1728B52AA6E4}">
                <adec:decorative xmlns:adec="http://schemas.microsoft.com/office/drawing/2017/decorative" val="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2316529"/>
            <a:ext cx="12190415" cy="2682142"/>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39292980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2" name="Picture 1">
            <a:extLst>
              <a:ext uri="{FF2B5EF4-FFF2-40B4-BE49-F238E27FC236}">
                <a16:creationId xmlns:a16="http://schemas.microsoft.com/office/drawing/2014/main" id="{B9C392F0-D9CA-045E-DC33-AD0DC6B7D521}"/>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pic>
        <p:nvPicPr>
          <p:cNvPr id="4" name="Picture 3">
            <a:extLst>
              <a:ext uri="{FF2B5EF4-FFF2-40B4-BE49-F238E27FC236}">
                <a16:creationId xmlns:a16="http://schemas.microsoft.com/office/drawing/2014/main" id="{CB26F559-C57E-C96A-5BDB-3214E7F526F9}"/>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10800000">
            <a:off x="-794" y="-12700"/>
            <a:ext cx="12190413" cy="2194775"/>
          </a:xfrm>
          <a:prstGeom prst="rect">
            <a:avLst/>
          </a:prstGeom>
        </p:spPr>
      </p:pic>
    </p:spTree>
    <p:extLst>
      <p:ext uri="{BB962C8B-B14F-4D97-AF65-F5344CB8AC3E}">
        <p14:creationId xmlns:p14="http://schemas.microsoft.com/office/powerpoint/2010/main" val="24094552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3" name="Picture 2">
            <a:extLst>
              <a:ext uri="{FF2B5EF4-FFF2-40B4-BE49-F238E27FC236}">
                <a16:creationId xmlns:a16="http://schemas.microsoft.com/office/drawing/2014/main" id="{737A2645-EE86-77F8-BA51-02B334B382F3}"/>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1225035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73E638D-838D-E791-FA97-DF1E0C1C5B05}"/>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4663225"/>
            <a:ext cx="12190413"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2B8147"/>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2B81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3392555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23673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575441" y="0"/>
            <a:ext cx="4614971" cy="931321"/>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3266950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21838478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5" name="Picture 4">
            <a:extLst>
              <a:ext uri="{FF2B5EF4-FFF2-40B4-BE49-F238E27FC236}">
                <a16:creationId xmlns:a16="http://schemas.microsoft.com/office/drawing/2014/main" id="{839BE6FA-B7B5-A88C-E18F-876B4ED3DA8D}"/>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4" name="Picture 3">
            <a:extLst>
              <a:ext uri="{FF2B5EF4-FFF2-40B4-BE49-F238E27FC236}">
                <a16:creationId xmlns:a16="http://schemas.microsoft.com/office/drawing/2014/main" id="{82D8885F-4E7F-EF80-4D84-7E5D7142994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36393183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7" name="Picture 6">
            <a:extLst>
              <a:ext uri="{FF2B5EF4-FFF2-40B4-BE49-F238E27FC236}">
                <a16:creationId xmlns:a16="http://schemas.microsoft.com/office/drawing/2014/main" id="{792E169A-E915-E3DE-BA92-93C09B36D4A4}"/>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148376288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3" name="Picture 2">
            <a:extLst>
              <a:ext uri="{FF2B5EF4-FFF2-40B4-BE49-F238E27FC236}">
                <a16:creationId xmlns:a16="http://schemas.microsoft.com/office/drawing/2014/main" id="{6D9F641A-4A14-37E2-75D5-B878BE1C5C4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26319497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4" name="Picture 3">
            <a:extLst>
              <a:ext uri="{FF2B5EF4-FFF2-40B4-BE49-F238E27FC236}">
                <a16:creationId xmlns:a16="http://schemas.microsoft.com/office/drawing/2014/main" id="{06F759EE-3C87-F94D-DE8B-C1F8F6267F4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333111559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6" name="Picture 5">
            <a:extLst>
              <a:ext uri="{FF2B5EF4-FFF2-40B4-BE49-F238E27FC236}">
                <a16:creationId xmlns:a16="http://schemas.microsoft.com/office/drawing/2014/main" id="{4B87CF12-0B39-5309-9556-C2A61354510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5" name="Picture 4">
            <a:extLst>
              <a:ext uri="{FF2B5EF4-FFF2-40B4-BE49-F238E27FC236}">
                <a16:creationId xmlns:a16="http://schemas.microsoft.com/office/drawing/2014/main" id="{E6E2F58D-FAE6-FF3D-033D-1E9A7E4431CC}"/>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4" name="Picture 3">
            <a:extLst>
              <a:ext uri="{FF2B5EF4-FFF2-40B4-BE49-F238E27FC236}">
                <a16:creationId xmlns:a16="http://schemas.microsoft.com/office/drawing/2014/main" id="{60755373-B3E7-9C1B-E82F-11A7F4765EC9}"/>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143965"/>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descr="A blue and white pattern&#10;&#10;AI-generated content may be incorrect.">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108433096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932192"/>
            <a:ext cx="12190412" cy="5925808"/>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2494423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3419153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B40DD2-1F97-577C-F238-A8F3D80AC38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83186373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33183D7-68B4-CBF0-CC42-25ECAFF9E40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50159317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FC1395B-02F4-8526-B036-AE6FDC3AA60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149422019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5" name="Picture 4" descr="A blue and white pattern&#10;&#10;AI-generated content may be incorrect.">
            <a:extLst>
              <a:ext uri="{FF2B5EF4-FFF2-40B4-BE49-F238E27FC236}">
                <a16:creationId xmlns:a16="http://schemas.microsoft.com/office/drawing/2014/main" id="{5B5A1052-DF6F-F0CD-A7AF-D701A097127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pic>
        <p:nvPicPr>
          <p:cNvPr id="7" name="Picture 6" descr="A blue and white pattern&#10;&#10;AI-generated content may be incorrect.">
            <a:extLst>
              <a:ext uri="{FF2B5EF4-FFF2-40B4-BE49-F238E27FC236}">
                <a16:creationId xmlns:a16="http://schemas.microsoft.com/office/drawing/2014/main" id="{B958C75F-ADDF-4683-07D9-8A46AFB8C4CB}"/>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10800000">
            <a:off x="-794" y="0"/>
            <a:ext cx="12190413" cy="2194775"/>
          </a:xfrm>
          <a:prstGeom prst="rect">
            <a:avLst/>
          </a:prstGeom>
        </p:spPr>
      </p:pic>
    </p:spTree>
    <p:extLst>
      <p:ext uri="{BB962C8B-B14F-4D97-AF65-F5344CB8AC3E}">
        <p14:creationId xmlns:p14="http://schemas.microsoft.com/office/powerpoint/2010/main" val="40243553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 name="Picture 1" descr="A blue and white pattern&#10;&#10;AI-generated content may be incorrect.">
            <a:extLst>
              <a:ext uri="{FF2B5EF4-FFF2-40B4-BE49-F238E27FC236}">
                <a16:creationId xmlns:a16="http://schemas.microsoft.com/office/drawing/2014/main" id="{26C4D152-DE0B-2942-C2AB-74253AD7094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252552595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2" name="Picture 1" descr="A blue and white pattern&#10;&#10;AI-generated content may be incorrect.">
            <a:extLst>
              <a:ext uri="{FF2B5EF4-FFF2-40B4-BE49-F238E27FC236}">
                <a16:creationId xmlns:a16="http://schemas.microsoft.com/office/drawing/2014/main" id="{EFD95E81-EE85-94A2-01EB-DDD35923FA5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143965"/>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398683789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2" y="0"/>
            <a:ext cx="4614969" cy="931321"/>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316491620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104978364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4" name="Picture 3">
            <a:extLst>
              <a:ext uri="{FF2B5EF4-FFF2-40B4-BE49-F238E27FC236}">
                <a16:creationId xmlns:a16="http://schemas.microsoft.com/office/drawing/2014/main" id="{323D0D43-B8FF-1B82-5425-940CCCC8FE2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98756691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5" name="Picture 4">
            <a:extLst>
              <a:ext uri="{FF2B5EF4-FFF2-40B4-BE49-F238E27FC236}">
                <a16:creationId xmlns:a16="http://schemas.microsoft.com/office/drawing/2014/main" id="{A2207E90-1B20-894B-22B8-12466116766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21962606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6" name="Picture 5">
            <a:extLst>
              <a:ext uri="{FF2B5EF4-FFF2-40B4-BE49-F238E27FC236}">
                <a16:creationId xmlns:a16="http://schemas.microsoft.com/office/drawing/2014/main" id="{37B0BDED-D83D-FD4E-94F0-3B2616AA53F4}"/>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408748099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F8B88EEA-3A54-4860-556B-D6A6A0166F2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57215125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5C37EC70-3A95-9848-5065-7C7A9E822BC9}"/>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160629240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5" name="Picture 4">
            <a:extLst>
              <a:ext uri="{FF2B5EF4-FFF2-40B4-BE49-F238E27FC236}">
                <a16:creationId xmlns:a16="http://schemas.microsoft.com/office/drawing/2014/main" id="{C1E68608-310E-87E2-6084-F27D1E68B5C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65791475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4" name="Picture 3">
            <a:extLst>
              <a:ext uri="{FF2B5EF4-FFF2-40B4-BE49-F238E27FC236}">
                <a16:creationId xmlns:a16="http://schemas.microsoft.com/office/drawing/2014/main" id="{88EBEE1F-D893-3AC1-EA24-B31DCC787854}"/>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25671368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2" name="Picture 1">
            <a:extLst>
              <a:ext uri="{FF2B5EF4-FFF2-40B4-BE49-F238E27FC236}">
                <a16:creationId xmlns:a16="http://schemas.microsoft.com/office/drawing/2014/main" id="{6EEE28E3-A4D4-3431-633F-B27968B18E9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90382453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61449B"/>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Tree>
    <p:extLst>
      <p:ext uri="{BB962C8B-B14F-4D97-AF65-F5344CB8AC3E}">
        <p14:creationId xmlns:p14="http://schemas.microsoft.com/office/powerpoint/2010/main" val="22849034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932192"/>
            <a:ext cx="12190412" cy="5925807"/>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399747416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63847949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F47A7CF-FA6E-9D63-4999-01B9A163DA2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84321305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68B0634-51E2-A394-6F7B-F27A1B40C70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52838829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E506744-2E5F-1C5E-C83C-024AB6A1E91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422871311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5" name="Picture 4">
            <a:extLst>
              <a:ext uri="{FF2B5EF4-FFF2-40B4-BE49-F238E27FC236}">
                <a16:creationId xmlns:a16="http://schemas.microsoft.com/office/drawing/2014/main" id="{5B5A1052-DF6F-F0CD-A7AF-D701A097127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pic>
        <p:nvPicPr>
          <p:cNvPr id="2" name="Picture 1">
            <a:extLst>
              <a:ext uri="{FF2B5EF4-FFF2-40B4-BE49-F238E27FC236}">
                <a16:creationId xmlns:a16="http://schemas.microsoft.com/office/drawing/2014/main" id="{E083018B-9E78-94F8-9F15-923743DC097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10800000">
            <a:off x="6" y="0"/>
            <a:ext cx="12190407" cy="2194775"/>
          </a:xfrm>
          <a:prstGeom prst="rect">
            <a:avLst/>
          </a:prstGeom>
        </p:spPr>
      </p:pic>
    </p:spTree>
    <p:extLst>
      <p:ext uri="{BB962C8B-B14F-4D97-AF65-F5344CB8AC3E}">
        <p14:creationId xmlns:p14="http://schemas.microsoft.com/office/powerpoint/2010/main" val="149629488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3" name="Picture 2">
            <a:extLst>
              <a:ext uri="{FF2B5EF4-FFF2-40B4-BE49-F238E27FC236}">
                <a16:creationId xmlns:a16="http://schemas.microsoft.com/office/drawing/2014/main" id="{04EF9367-6309-BD09-F10A-FF6AF59B62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Tree>
    <p:extLst>
      <p:ext uri="{BB962C8B-B14F-4D97-AF65-F5344CB8AC3E}">
        <p14:creationId xmlns:p14="http://schemas.microsoft.com/office/powerpoint/2010/main" val="427414636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51AE3BF-9E99-B24F-E743-EB1A42651CB3}"/>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61449B"/>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210943389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2" y="0"/>
            <a:ext cx="4614969" cy="931320"/>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9023295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409727746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5" name="Picture 4">
            <a:extLst>
              <a:ext uri="{FF2B5EF4-FFF2-40B4-BE49-F238E27FC236}">
                <a16:creationId xmlns:a16="http://schemas.microsoft.com/office/drawing/2014/main" id="{16C20936-BAEF-0860-376C-E62AEA172F37}"/>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34069875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4" name="Picture 3">
            <a:extLst>
              <a:ext uri="{FF2B5EF4-FFF2-40B4-BE49-F238E27FC236}">
                <a16:creationId xmlns:a16="http://schemas.microsoft.com/office/drawing/2014/main" id="{BCE33224-DA35-0C93-D411-F621BA6DFD2E}"/>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175900964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7" name="Picture 6">
            <a:extLst>
              <a:ext uri="{FF2B5EF4-FFF2-40B4-BE49-F238E27FC236}">
                <a16:creationId xmlns:a16="http://schemas.microsoft.com/office/drawing/2014/main" id="{1F38F35C-E1EA-7E26-CFA2-D2EABDFABD4E}"/>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57125634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3" name="Picture 2">
            <a:extLst>
              <a:ext uri="{FF2B5EF4-FFF2-40B4-BE49-F238E27FC236}">
                <a16:creationId xmlns:a16="http://schemas.microsoft.com/office/drawing/2014/main" id="{E9096B68-4A77-76B9-2D56-7D11D872FD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10154592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4" name="Picture 3">
            <a:extLst>
              <a:ext uri="{FF2B5EF4-FFF2-40B4-BE49-F238E27FC236}">
                <a16:creationId xmlns:a16="http://schemas.microsoft.com/office/drawing/2014/main" id="{DA82E847-E70E-3A6A-CC65-DAD8C517488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96358081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6" name="Picture 5">
            <a:extLst>
              <a:ext uri="{FF2B5EF4-FFF2-40B4-BE49-F238E27FC236}">
                <a16:creationId xmlns:a16="http://schemas.microsoft.com/office/drawing/2014/main" id="{E929BE76-65BC-6165-2E99-A58E49A36F9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401343196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5" name="Picture 4">
            <a:extLst>
              <a:ext uri="{FF2B5EF4-FFF2-40B4-BE49-F238E27FC236}">
                <a16:creationId xmlns:a16="http://schemas.microsoft.com/office/drawing/2014/main" id="{2D8527D9-6738-140E-CAE9-854D12AA994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18228953"/>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4" name="Picture 3">
            <a:extLst>
              <a:ext uri="{FF2B5EF4-FFF2-40B4-BE49-F238E27FC236}">
                <a16:creationId xmlns:a16="http://schemas.microsoft.com/office/drawing/2014/main" id="{90177C41-8A77-B2A7-EC04-03F37364BC9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06234826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0084AC"/>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259259962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932192"/>
            <a:ext cx="12190410" cy="5925807"/>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1663740677"/>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48514393"/>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401893B-1034-6084-9BBE-7D15B94B1E1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2167221881"/>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CF9BCCF-AB16-EB3C-7687-F7D6FB68E7A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790280880"/>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71D682-097A-FF63-0838-13F3C038ED8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3688723455"/>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4" name="Picture 3">
            <a:extLst>
              <a:ext uri="{FF2B5EF4-FFF2-40B4-BE49-F238E27FC236}">
                <a16:creationId xmlns:a16="http://schemas.microsoft.com/office/drawing/2014/main" id="{2AF4CA13-B3B2-4BA4-7193-B4133FC2D70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pic>
        <p:nvPicPr>
          <p:cNvPr id="7" name="Picture 6">
            <a:extLst>
              <a:ext uri="{FF2B5EF4-FFF2-40B4-BE49-F238E27FC236}">
                <a16:creationId xmlns:a16="http://schemas.microsoft.com/office/drawing/2014/main" id="{7B57EC7F-8C07-36E7-51B3-4FA22CB8F05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10800000">
            <a:off x="-791" y="0"/>
            <a:ext cx="12190407" cy="2194774"/>
          </a:xfrm>
          <a:prstGeom prst="rect">
            <a:avLst/>
          </a:prstGeom>
        </p:spPr>
      </p:pic>
    </p:spTree>
    <p:extLst>
      <p:ext uri="{BB962C8B-B14F-4D97-AF65-F5344CB8AC3E}">
        <p14:creationId xmlns:p14="http://schemas.microsoft.com/office/powerpoint/2010/main" val="164888956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 name="Picture 1">
            <a:extLst>
              <a:ext uri="{FF2B5EF4-FFF2-40B4-BE49-F238E27FC236}">
                <a16:creationId xmlns:a16="http://schemas.microsoft.com/office/drawing/2014/main" id="{2F258156-D89E-4D80-5BE1-77691C6E7C9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123167593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61449B"/>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2" name="Picture 1">
            <a:extLst>
              <a:ext uri="{FF2B5EF4-FFF2-40B4-BE49-F238E27FC236}">
                <a16:creationId xmlns:a16="http://schemas.microsoft.com/office/drawing/2014/main" id="{54470327-EAA5-821F-E3D6-48241C357F0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2613188992"/>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4" y="0"/>
            <a:ext cx="4614964" cy="931320"/>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2343018901"/>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243273315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4" name="Picture 3">
            <a:extLst>
              <a:ext uri="{FF2B5EF4-FFF2-40B4-BE49-F238E27FC236}">
                <a16:creationId xmlns:a16="http://schemas.microsoft.com/office/drawing/2014/main" id="{ED2E1254-4CBF-B3B8-A0FA-52C76A42152E}"/>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407121262"/>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5" name="Picture 4">
            <a:extLst>
              <a:ext uri="{FF2B5EF4-FFF2-40B4-BE49-F238E27FC236}">
                <a16:creationId xmlns:a16="http://schemas.microsoft.com/office/drawing/2014/main" id="{E121D3C0-2E42-5D5F-22BD-412584AA83A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615913504"/>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6" name="Picture 5">
            <a:extLst>
              <a:ext uri="{FF2B5EF4-FFF2-40B4-BE49-F238E27FC236}">
                <a16:creationId xmlns:a16="http://schemas.microsoft.com/office/drawing/2014/main" id="{41A4ACEA-4667-3962-B002-3BD86CD9C6A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1132782889"/>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CACF947A-00B8-B4E6-8437-40F83AFF958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149236035"/>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0C4ADE8B-E120-4425-CAA6-828BBE47E800}"/>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290449247"/>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5" name="Picture 4">
            <a:extLst>
              <a:ext uri="{FF2B5EF4-FFF2-40B4-BE49-F238E27FC236}">
                <a16:creationId xmlns:a16="http://schemas.microsoft.com/office/drawing/2014/main" id="{24CC20CC-020F-E41D-34BB-D60790E85A9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49755440"/>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4" name="Picture 3">
            <a:extLst>
              <a:ext uri="{FF2B5EF4-FFF2-40B4-BE49-F238E27FC236}">
                <a16:creationId xmlns:a16="http://schemas.microsoft.com/office/drawing/2014/main" id="{5FCA9C5B-9241-83A6-BF90-D80A2C82D82A}"/>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1370315863"/>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2" name="Picture 1">
            <a:extLst>
              <a:ext uri="{FF2B5EF4-FFF2-40B4-BE49-F238E27FC236}">
                <a16:creationId xmlns:a16="http://schemas.microsoft.com/office/drawing/2014/main" id="{187C8F92-FBD4-BA03-506E-C3D26BFEEC79}"/>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40923304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7.xml"/><Relationship Id="rId13" Type="http://schemas.openxmlformats.org/officeDocument/2006/relationships/slideLayout" Target="../slideLayouts/slideLayout32.xml"/><Relationship Id="rId18" Type="http://schemas.openxmlformats.org/officeDocument/2006/relationships/slideLayout" Target="../slideLayouts/slideLayout37.xml"/><Relationship Id="rId3" Type="http://schemas.openxmlformats.org/officeDocument/2006/relationships/slideLayout" Target="../slideLayouts/slideLayout22.xml"/><Relationship Id="rId7" Type="http://schemas.openxmlformats.org/officeDocument/2006/relationships/slideLayout" Target="../slideLayouts/slideLayout26.xml"/><Relationship Id="rId12" Type="http://schemas.openxmlformats.org/officeDocument/2006/relationships/slideLayout" Target="../slideLayouts/slideLayout31.xml"/><Relationship Id="rId17" Type="http://schemas.openxmlformats.org/officeDocument/2006/relationships/slideLayout" Target="../slideLayouts/slideLayout36.xml"/><Relationship Id="rId2" Type="http://schemas.openxmlformats.org/officeDocument/2006/relationships/slideLayout" Target="../slideLayouts/slideLayout21.xml"/><Relationship Id="rId16" Type="http://schemas.openxmlformats.org/officeDocument/2006/relationships/slideLayout" Target="../slideLayouts/slideLayout35.xml"/><Relationship Id="rId20" Type="http://schemas.openxmlformats.org/officeDocument/2006/relationships/theme" Target="../theme/theme2.xml"/><Relationship Id="rId1" Type="http://schemas.openxmlformats.org/officeDocument/2006/relationships/slideLayout" Target="../slideLayouts/slideLayout20.xml"/><Relationship Id="rId6" Type="http://schemas.openxmlformats.org/officeDocument/2006/relationships/slideLayout" Target="../slideLayouts/slideLayout25.xml"/><Relationship Id="rId11" Type="http://schemas.openxmlformats.org/officeDocument/2006/relationships/slideLayout" Target="../slideLayouts/slideLayout30.xml"/><Relationship Id="rId5" Type="http://schemas.openxmlformats.org/officeDocument/2006/relationships/slideLayout" Target="../slideLayouts/slideLayout24.xml"/><Relationship Id="rId15" Type="http://schemas.openxmlformats.org/officeDocument/2006/relationships/slideLayout" Target="../slideLayouts/slideLayout34.xml"/><Relationship Id="rId10" Type="http://schemas.openxmlformats.org/officeDocument/2006/relationships/slideLayout" Target="../slideLayouts/slideLayout29.xml"/><Relationship Id="rId19" Type="http://schemas.openxmlformats.org/officeDocument/2006/relationships/slideLayout" Target="../slideLayouts/slideLayout38.xml"/><Relationship Id="rId4" Type="http://schemas.openxmlformats.org/officeDocument/2006/relationships/slideLayout" Target="../slideLayouts/slideLayout23.xml"/><Relationship Id="rId9" Type="http://schemas.openxmlformats.org/officeDocument/2006/relationships/slideLayout" Target="../slideLayouts/slideLayout28.xml"/><Relationship Id="rId14" Type="http://schemas.openxmlformats.org/officeDocument/2006/relationships/slideLayout" Target="../slideLayouts/slideLayout3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6.xml"/><Relationship Id="rId13" Type="http://schemas.openxmlformats.org/officeDocument/2006/relationships/slideLayout" Target="../slideLayouts/slideLayout51.xml"/><Relationship Id="rId18" Type="http://schemas.openxmlformats.org/officeDocument/2006/relationships/slideLayout" Target="../slideLayouts/slideLayout56.xml"/><Relationship Id="rId3" Type="http://schemas.openxmlformats.org/officeDocument/2006/relationships/slideLayout" Target="../slideLayouts/slideLayout41.xml"/><Relationship Id="rId7" Type="http://schemas.openxmlformats.org/officeDocument/2006/relationships/slideLayout" Target="../slideLayouts/slideLayout45.xml"/><Relationship Id="rId12" Type="http://schemas.openxmlformats.org/officeDocument/2006/relationships/slideLayout" Target="../slideLayouts/slideLayout50.xml"/><Relationship Id="rId17" Type="http://schemas.openxmlformats.org/officeDocument/2006/relationships/slideLayout" Target="../slideLayouts/slideLayout55.xml"/><Relationship Id="rId2" Type="http://schemas.openxmlformats.org/officeDocument/2006/relationships/slideLayout" Target="../slideLayouts/slideLayout40.xml"/><Relationship Id="rId16" Type="http://schemas.openxmlformats.org/officeDocument/2006/relationships/slideLayout" Target="../slideLayouts/slideLayout54.xml"/><Relationship Id="rId20" Type="http://schemas.openxmlformats.org/officeDocument/2006/relationships/theme" Target="../theme/theme3.xml"/><Relationship Id="rId1" Type="http://schemas.openxmlformats.org/officeDocument/2006/relationships/slideLayout" Target="../slideLayouts/slideLayout39.xml"/><Relationship Id="rId6" Type="http://schemas.openxmlformats.org/officeDocument/2006/relationships/slideLayout" Target="../slideLayouts/slideLayout44.xml"/><Relationship Id="rId11" Type="http://schemas.openxmlformats.org/officeDocument/2006/relationships/slideLayout" Target="../slideLayouts/slideLayout49.xml"/><Relationship Id="rId5" Type="http://schemas.openxmlformats.org/officeDocument/2006/relationships/slideLayout" Target="../slideLayouts/slideLayout43.xml"/><Relationship Id="rId15" Type="http://schemas.openxmlformats.org/officeDocument/2006/relationships/slideLayout" Target="../slideLayouts/slideLayout53.xml"/><Relationship Id="rId10" Type="http://schemas.openxmlformats.org/officeDocument/2006/relationships/slideLayout" Target="../slideLayouts/slideLayout48.xml"/><Relationship Id="rId19" Type="http://schemas.openxmlformats.org/officeDocument/2006/relationships/slideLayout" Target="../slideLayouts/slideLayout57.xml"/><Relationship Id="rId4" Type="http://schemas.openxmlformats.org/officeDocument/2006/relationships/slideLayout" Target="../slideLayouts/slideLayout42.xml"/><Relationship Id="rId9" Type="http://schemas.openxmlformats.org/officeDocument/2006/relationships/slideLayout" Target="../slideLayouts/slideLayout47.xml"/><Relationship Id="rId14" Type="http://schemas.openxmlformats.org/officeDocument/2006/relationships/slideLayout" Target="../slideLayouts/slideLayout5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65.xml"/><Relationship Id="rId13" Type="http://schemas.openxmlformats.org/officeDocument/2006/relationships/slideLayout" Target="../slideLayouts/slideLayout70.xml"/><Relationship Id="rId18" Type="http://schemas.openxmlformats.org/officeDocument/2006/relationships/slideLayout" Target="../slideLayouts/slideLayout75.xml"/><Relationship Id="rId3" Type="http://schemas.openxmlformats.org/officeDocument/2006/relationships/slideLayout" Target="../slideLayouts/slideLayout60.xml"/><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theme" Target="../theme/theme4.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5" Type="http://schemas.openxmlformats.org/officeDocument/2006/relationships/slideLayout" Target="../slideLayouts/slideLayout62.xml"/><Relationship Id="rId15" Type="http://schemas.openxmlformats.org/officeDocument/2006/relationships/slideLayout" Target="../slideLayouts/slideLayout72.xml"/><Relationship Id="rId10" Type="http://schemas.openxmlformats.org/officeDocument/2006/relationships/slideLayout" Target="../slideLayouts/slideLayout67.xml"/><Relationship Id="rId19" Type="http://schemas.openxmlformats.org/officeDocument/2006/relationships/slideLayout" Target="../slideLayouts/slideLayout76.xml"/><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19548417"/>
      </p:ext>
    </p:extLst>
  </p:cSld>
  <p:clrMap bg1="lt1" tx1="dk1" bg2="lt2" tx2="dk2" accent1="accent1" accent2="accent2" accent3="accent3" accent4="accent4" accent5="accent5" accent6="accent6" hlink="hlink" folHlink="folHlink"/>
  <p:sldLayoutIdLst>
    <p:sldLayoutId id="2147483755" r:id="rId1"/>
    <p:sldLayoutId id="2147483777" r:id="rId2"/>
    <p:sldLayoutId id="2147483745" r:id="rId3"/>
    <p:sldLayoutId id="2147483747" r:id="rId4"/>
    <p:sldLayoutId id="2147483744" r:id="rId5"/>
    <p:sldLayoutId id="2147483778" r:id="rId6"/>
    <p:sldLayoutId id="2147483743" r:id="rId7"/>
    <p:sldLayoutId id="2147483746" r:id="rId8"/>
    <p:sldLayoutId id="2147483749" r:id="rId9"/>
    <p:sldLayoutId id="2147483753" r:id="rId10"/>
    <p:sldLayoutId id="2147483754" r:id="rId11"/>
    <p:sldLayoutId id="2147483653" r:id="rId12"/>
    <p:sldLayoutId id="2147483776" r:id="rId13"/>
    <p:sldLayoutId id="2147483670" r:id="rId14"/>
    <p:sldLayoutId id="2147483673" r:id="rId15"/>
    <p:sldLayoutId id="2147483672" r:id="rId16"/>
    <p:sldLayoutId id="2147483660" r:id="rId17"/>
    <p:sldLayoutId id="2147483661" r:id="rId18"/>
    <p:sldLayoutId id="2147483663"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00728010"/>
      </p:ext>
    </p:extLst>
  </p:cSld>
  <p:clrMap bg1="lt1" tx1="dk1" bg2="lt2" tx2="dk2" accent1="accent1" accent2="accent2" accent3="accent3" accent4="accent4" accent5="accent5" accent6="accent6" hlink="hlink" folHlink="folHlink"/>
  <p:sldLayoutIdLst>
    <p:sldLayoutId id="2147483780" r:id="rId1"/>
    <p:sldLayoutId id="2147483781" r:id="rId2"/>
    <p:sldLayoutId id="2147483782" r:id="rId3"/>
    <p:sldLayoutId id="2147483783" r:id="rId4"/>
    <p:sldLayoutId id="2147483784" r:id="rId5"/>
    <p:sldLayoutId id="2147483785" r:id="rId6"/>
    <p:sldLayoutId id="2147483786" r:id="rId7"/>
    <p:sldLayoutId id="2147483787" r:id="rId8"/>
    <p:sldLayoutId id="2147483788" r:id="rId9"/>
    <p:sldLayoutId id="2147483789" r:id="rId10"/>
    <p:sldLayoutId id="2147483790" r:id="rId11"/>
    <p:sldLayoutId id="2147483791" r:id="rId12"/>
    <p:sldLayoutId id="2147483792" r:id="rId13"/>
    <p:sldLayoutId id="2147483793" r:id="rId14"/>
    <p:sldLayoutId id="2147483794" r:id="rId15"/>
    <p:sldLayoutId id="2147483795" r:id="rId16"/>
    <p:sldLayoutId id="2147483796" r:id="rId17"/>
    <p:sldLayoutId id="2147483797" r:id="rId18"/>
    <p:sldLayoutId id="214748379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4352628"/>
      </p:ext>
    </p:extLst>
  </p:cSld>
  <p:clrMap bg1="lt1" tx1="dk1" bg2="lt2" tx2="dk2" accent1="accent1" accent2="accent2" accent3="accent3" accent4="accent4" accent5="accent5" accent6="accent6" hlink="hlink" folHlink="folHlink"/>
  <p:sldLayoutIdLst>
    <p:sldLayoutId id="2147483800" r:id="rId1"/>
    <p:sldLayoutId id="2147483801" r:id="rId2"/>
    <p:sldLayoutId id="2147483802" r:id="rId3"/>
    <p:sldLayoutId id="2147483803" r:id="rId4"/>
    <p:sldLayoutId id="2147483804" r:id="rId5"/>
    <p:sldLayoutId id="2147483805" r:id="rId6"/>
    <p:sldLayoutId id="2147483806" r:id="rId7"/>
    <p:sldLayoutId id="2147483807" r:id="rId8"/>
    <p:sldLayoutId id="2147483808" r:id="rId9"/>
    <p:sldLayoutId id="2147483809" r:id="rId10"/>
    <p:sldLayoutId id="2147483810" r:id="rId11"/>
    <p:sldLayoutId id="2147483811" r:id="rId12"/>
    <p:sldLayoutId id="2147483812" r:id="rId13"/>
    <p:sldLayoutId id="2147483813" r:id="rId14"/>
    <p:sldLayoutId id="2147483814" r:id="rId15"/>
    <p:sldLayoutId id="2147483815" r:id="rId16"/>
    <p:sldLayoutId id="2147483816" r:id="rId17"/>
    <p:sldLayoutId id="2147483817" r:id="rId18"/>
    <p:sldLayoutId id="214748381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16063271"/>
      </p:ext>
    </p:extLst>
  </p:cSld>
  <p:clrMap bg1="lt1" tx1="dk1" bg2="lt2" tx2="dk2" accent1="accent1" accent2="accent2" accent3="accent3" accent4="accent4" accent5="accent5" accent6="accent6" hlink="hlink" folHlink="folHlink"/>
  <p:sldLayoutIdLst>
    <p:sldLayoutId id="2147483820" r:id="rId1"/>
    <p:sldLayoutId id="2147483821" r:id="rId2"/>
    <p:sldLayoutId id="2147483822" r:id="rId3"/>
    <p:sldLayoutId id="2147483823" r:id="rId4"/>
    <p:sldLayoutId id="2147483824" r:id="rId5"/>
    <p:sldLayoutId id="2147483825" r:id="rId6"/>
    <p:sldLayoutId id="2147483826" r:id="rId7"/>
    <p:sldLayoutId id="2147483827" r:id="rId8"/>
    <p:sldLayoutId id="2147483828" r:id="rId9"/>
    <p:sldLayoutId id="2147483829" r:id="rId10"/>
    <p:sldLayoutId id="2147483830" r:id="rId11"/>
    <p:sldLayoutId id="2147483831" r:id="rId12"/>
    <p:sldLayoutId id="2147483832" r:id="rId13"/>
    <p:sldLayoutId id="2147483833" r:id="rId14"/>
    <p:sldLayoutId id="2147483834" r:id="rId15"/>
    <p:sldLayoutId id="2147483835" r:id="rId16"/>
    <p:sldLayoutId id="2147483836" r:id="rId17"/>
    <p:sldLayoutId id="2147483837" r:id="rId18"/>
    <p:sldLayoutId id="214748383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11.xml"/><Relationship Id="rId4" Type="http://schemas.openxmlformats.org/officeDocument/2006/relationships/image" Target="../media/image27.png"/></Relationships>
</file>

<file path=ppt/slides/_rels/slide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2.xml"/><Relationship Id="rId1" Type="http://schemas.openxmlformats.org/officeDocument/2006/relationships/slideLayout" Target="../slideLayouts/slideLayout11.xml"/><Relationship Id="rId4" Type="http://schemas.openxmlformats.org/officeDocument/2006/relationships/image" Target="../media/image30.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11.xml"/><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6.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8.xml"/><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1.xml"/><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3.xml"/><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1.xml"/></Relationships>
</file>

<file path=ppt/slides/_rels/slide3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7.xml"/><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8.xml"/><Relationship Id="rId1" Type="http://schemas.openxmlformats.org/officeDocument/2006/relationships/slideLayout" Target="../slideLayouts/slideLayout1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1.xml"/><Relationship Id="rId1" Type="http://schemas.openxmlformats.org/officeDocument/2006/relationships/slideLayout" Target="../slideLayouts/slideLayout1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E6FC3-E137-F9C8-0911-3C626A34090C}"/>
            </a:ext>
          </a:extLst>
        </p:cNvPr>
        <p:cNvGrpSpPr/>
        <p:nvPr/>
      </p:nvGrpSpPr>
      <p:grpSpPr>
        <a:xfrm>
          <a:off x="0" y="0"/>
          <a:ext cx="0" cy="0"/>
          <a:chOff x="0" y="0"/>
          <a:chExt cx="0" cy="0"/>
        </a:xfrm>
      </p:grpSpPr>
      <p:sp>
        <p:nvSpPr>
          <p:cNvPr id="9" name="Text Placeholder 8">
            <a:extLst>
              <a:ext uri="{FF2B5EF4-FFF2-40B4-BE49-F238E27FC236}">
                <a16:creationId xmlns:a16="http://schemas.microsoft.com/office/drawing/2014/main" id="{9F3F9AB4-72EE-E557-D442-1A774A8F85C1}"/>
              </a:ext>
            </a:extLst>
          </p:cNvPr>
          <p:cNvSpPr>
            <a:spLocks noGrp="1"/>
          </p:cNvSpPr>
          <p:nvPr>
            <p:ph type="title" idx="4294967295"/>
          </p:nvPr>
        </p:nvSpPr>
        <p:spPr>
          <a:xfrm>
            <a:off x="-1590" y="1622759"/>
            <a:ext cx="12192003" cy="1806241"/>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sz="6000" b="1" dirty="0">
                <a:solidFill>
                  <a:srgbClr val="236739"/>
                </a:solidFill>
              </a:rPr>
              <a:t>Comparing Linear Functions</a:t>
            </a:r>
            <a:br>
              <a:rPr lang="en-US" sz="6000" b="1" dirty="0">
                <a:solidFill>
                  <a:srgbClr val="236739"/>
                </a:solidFill>
              </a:rPr>
            </a:br>
            <a:r>
              <a:rPr lang="en-US" sz="6000" b="1" dirty="0">
                <a:solidFill>
                  <a:srgbClr val="236739"/>
                </a:solidFill>
              </a:rPr>
              <a:t>in Different Forms </a:t>
            </a:r>
            <a:endParaRPr kumimoji="0" lang="en-US" sz="6000" b="1" i="0" u="none" strike="noStrike" kern="1200" cap="none" spc="0" normalizeH="0" baseline="0" noProof="0" dirty="0">
              <a:ln>
                <a:noFill/>
              </a:ln>
              <a:solidFill>
                <a:srgbClr val="236739"/>
              </a:solidFill>
              <a:effectLst/>
              <a:uLnTx/>
              <a:uFillTx/>
              <a:latin typeface="+mn-lt"/>
              <a:ea typeface="+mn-ea"/>
              <a:cs typeface="+mn-cs"/>
            </a:endParaRPr>
          </a:p>
        </p:txBody>
      </p:sp>
      <p:sp>
        <p:nvSpPr>
          <p:cNvPr id="4" name="Text Placeholder 3">
            <a:extLst>
              <a:ext uri="{FF2B5EF4-FFF2-40B4-BE49-F238E27FC236}">
                <a16:creationId xmlns:a16="http://schemas.microsoft.com/office/drawing/2014/main" id="{C4BC507F-0143-6704-9C2B-18134FD88522}"/>
              </a:ext>
            </a:extLst>
          </p:cNvPr>
          <p:cNvSpPr>
            <a:spLocks noGrp="1"/>
          </p:cNvSpPr>
          <p:nvPr>
            <p:ph type="body" sz="quarter" idx="13"/>
          </p:nvPr>
        </p:nvSpPr>
        <p:spPr/>
        <p:txBody>
          <a:bodyPr/>
          <a:lstStyle/>
          <a:p>
            <a:r>
              <a:rPr lang="en-US" dirty="0"/>
              <a:t>Algebra I | Module 2 | Topic 2 | Lesson 4</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extLst>
      <p:ext uri="{BB962C8B-B14F-4D97-AF65-F5344CB8AC3E}">
        <p14:creationId xmlns:p14="http://schemas.microsoft.com/office/powerpoint/2010/main" val="21819254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AB788BD-5AC8-F66E-ABEF-AD5339EB2C99}"/>
              </a:ext>
            </a:extLst>
          </p:cNvPr>
          <p:cNvSpPr>
            <a:spLocks noGrp="1"/>
          </p:cNvSpPr>
          <p:nvPr>
            <p:ph type="title"/>
          </p:nvPr>
        </p:nvSpPr>
        <p:spPr>
          <a:xfrm>
            <a:off x="1587" y="13855"/>
            <a:ext cx="6094413" cy="926757"/>
          </a:xfrm>
          <a:noFill/>
        </p:spPr>
        <p:txBody>
          <a:bodyPr/>
          <a:lstStyle/>
          <a:p>
            <a:r>
              <a:rPr lang="en-US" sz="4000" dirty="0"/>
              <a:t>Objectives</a:t>
            </a:r>
          </a:p>
        </p:txBody>
      </p:sp>
      <p:sp>
        <p:nvSpPr>
          <p:cNvPr id="4" name="Text Placeholder 3">
            <a:extLst>
              <a:ext uri="{FF2B5EF4-FFF2-40B4-BE49-F238E27FC236}">
                <a16:creationId xmlns:a16="http://schemas.microsoft.com/office/drawing/2014/main" id="{7B3EF6D6-21DA-06B8-522B-BDF27854BF2C}"/>
              </a:ext>
            </a:extLst>
          </p:cNvPr>
          <p:cNvSpPr>
            <a:spLocks noGrp="1"/>
          </p:cNvSpPr>
          <p:nvPr>
            <p:ph type="body" sz="quarter" idx="10"/>
          </p:nvPr>
        </p:nvSpPr>
        <p:spPr>
          <a:xfrm>
            <a:off x="836615" y="1610686"/>
            <a:ext cx="9834182" cy="4175988"/>
          </a:xfrm>
        </p:spPr>
        <p:txBody>
          <a:bodyPr/>
          <a:lstStyle/>
          <a:p>
            <a:pPr marL="457200" indent="-457200" algn="l">
              <a:buFont typeface="Arial" panose="020B0604020202020204" pitchFamily="34" charset="0"/>
              <a:buChar char="•"/>
            </a:pPr>
            <a:r>
              <a:rPr lang="en-US" sz="2800" dirty="0"/>
              <a:t>Compare linear functions represented algebraically, graphically, in tables, or with verbal descriptions.</a:t>
            </a:r>
          </a:p>
          <a:p>
            <a:pPr marL="457200" indent="-457200" algn="l">
              <a:buFont typeface="Arial" panose="020B0604020202020204" pitchFamily="34" charset="0"/>
              <a:buChar char="•"/>
            </a:pPr>
            <a:r>
              <a:rPr lang="en-US" sz="2800" dirty="0"/>
              <a:t>Choose and interpret appropriate units to represent independent and dependent quantities in situations modeled by linear functions.</a:t>
            </a:r>
          </a:p>
          <a:p>
            <a:pPr marL="457200" indent="-457200" algn="l">
              <a:buFont typeface="Arial" panose="020B0604020202020204" pitchFamily="34" charset="0"/>
              <a:buChar char="•"/>
            </a:pPr>
            <a:r>
              <a:rPr lang="en-US" sz="2800" dirty="0"/>
              <a:t>Choose and interpret appropriate scales and origins for graphs of linear functions.</a:t>
            </a:r>
            <a:endParaRPr lang="en-US" sz="2800" dirty="0">
              <a:solidFill>
                <a:srgbClr val="000000"/>
              </a:solidFill>
            </a:endParaRP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319</a:t>
            </a:r>
          </a:p>
        </p:txBody>
      </p:sp>
    </p:spTree>
    <p:extLst>
      <p:ext uri="{BB962C8B-B14F-4D97-AF65-F5344CB8AC3E}">
        <p14:creationId xmlns:p14="http://schemas.microsoft.com/office/powerpoint/2010/main" val="33986065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A3AC8-B56F-47DA-AEF2-F3F1E9E2CDA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EB9966A-6415-B35F-AC87-062F5FC26C5C}"/>
              </a:ext>
            </a:extLst>
          </p:cNvPr>
          <p:cNvSpPr>
            <a:spLocks noGrp="1"/>
          </p:cNvSpPr>
          <p:nvPr>
            <p:ph type="title"/>
          </p:nvPr>
        </p:nvSpPr>
        <p:spPr/>
        <p:txBody>
          <a:bodyPr/>
          <a:lstStyle/>
          <a:p>
            <a:pPr algn="l"/>
            <a:r>
              <a:rPr lang="en-US" b="1" dirty="0"/>
              <a:t>Essential Question </a:t>
            </a:r>
            <a:r>
              <a:rPr lang="en-US" sz="2000" b="1" dirty="0">
                <a:solidFill>
                  <a:schemeClr val="bg1"/>
                </a:solidFill>
              </a:rPr>
              <a:t>(1 of 2)</a:t>
            </a:r>
          </a:p>
        </p:txBody>
      </p:sp>
      <p:sp>
        <p:nvSpPr>
          <p:cNvPr id="9" name="Text Placeholder 2">
            <a:extLst>
              <a:ext uri="{FF2B5EF4-FFF2-40B4-BE49-F238E27FC236}">
                <a16:creationId xmlns:a16="http://schemas.microsoft.com/office/drawing/2014/main" id="{325B2EA2-DB03-43C5-FC66-7B772EA97525}"/>
              </a:ext>
            </a:extLst>
          </p:cNvPr>
          <p:cNvSpPr txBox="1">
            <a:spLocks/>
          </p:cNvSpPr>
          <p:nvPr/>
        </p:nvSpPr>
        <p:spPr>
          <a:xfrm>
            <a:off x="777239" y="1604355"/>
            <a:ext cx="9979429" cy="433141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24"/>
              </a:spcBef>
              <a:buNone/>
            </a:pPr>
            <a:r>
              <a:rPr lang="en-US" sz="2800" dirty="0">
                <a:solidFill>
                  <a:srgbClr val="000000"/>
                </a:solidFill>
              </a:rPr>
              <a:t>You have represented linear functions in a variety of different ways. </a:t>
            </a:r>
          </a:p>
          <a:p>
            <a:pPr marL="0" indent="0">
              <a:spcBef>
                <a:spcPts val="24"/>
              </a:spcBef>
              <a:buNone/>
            </a:pPr>
            <a:endParaRPr lang="en-US" sz="2800" dirty="0">
              <a:solidFill>
                <a:srgbClr val="000000"/>
              </a:solidFill>
            </a:endParaRPr>
          </a:p>
          <a:p>
            <a:pPr marL="0" indent="0">
              <a:spcBef>
                <a:spcPts val="24"/>
              </a:spcBef>
              <a:buNone/>
            </a:pPr>
            <a:endParaRPr lang="en-US" sz="2800" dirty="0">
              <a:solidFill>
                <a:srgbClr val="000000"/>
              </a:solidFill>
            </a:endParaRPr>
          </a:p>
          <a:p>
            <a:pPr marL="0" indent="0">
              <a:spcBef>
                <a:spcPts val="24"/>
              </a:spcBef>
              <a:buNone/>
            </a:pPr>
            <a:endParaRPr lang="en-US" sz="2800" dirty="0">
              <a:solidFill>
                <a:srgbClr val="000000"/>
              </a:solidFill>
            </a:endParaRPr>
          </a:p>
          <a:p>
            <a:pPr marL="0" indent="0">
              <a:spcBef>
                <a:spcPts val="24"/>
              </a:spcBef>
              <a:buNone/>
            </a:pPr>
            <a:r>
              <a:rPr lang="en-US" sz="2800" dirty="0">
                <a:solidFill>
                  <a:srgbClr val="000000"/>
                </a:solidFill>
              </a:rPr>
              <a:t>How does each linear function representation compare with</a:t>
            </a:r>
            <a:br>
              <a:rPr lang="en-US" sz="2800" dirty="0">
                <a:solidFill>
                  <a:srgbClr val="000000"/>
                </a:solidFill>
              </a:rPr>
            </a:br>
            <a:r>
              <a:rPr lang="en-US" sz="2800" dirty="0">
                <a:solidFill>
                  <a:srgbClr val="000000"/>
                </a:solidFill>
              </a:rPr>
              <a:t>the others?</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319</a:t>
            </a:r>
          </a:p>
        </p:txBody>
      </p:sp>
    </p:spTree>
    <p:extLst>
      <p:ext uri="{BB962C8B-B14F-4D97-AF65-F5344CB8AC3E}">
        <p14:creationId xmlns:p14="http://schemas.microsoft.com/office/powerpoint/2010/main" val="24930832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4E7D1-4EEC-73C8-A8B1-25799A77981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A90BF-E127-672C-DE36-C0738BC656D8}"/>
              </a:ext>
            </a:extLst>
          </p:cNvPr>
          <p:cNvSpPr>
            <a:spLocks noGrp="1"/>
          </p:cNvSpPr>
          <p:nvPr>
            <p:ph type="title" idx="4294967295"/>
          </p:nvPr>
        </p:nvSpPr>
        <p:spPr>
          <a:xfrm>
            <a:off x="838200" y="-335560"/>
            <a:ext cx="10514013" cy="335560"/>
          </a:xfrm>
          <a:prstGeom prst="rect">
            <a:avLst/>
          </a:prstGeom>
        </p:spPr>
        <p:txBody>
          <a:bodyPr anchor="b"/>
          <a:lstStyle/>
          <a:p>
            <a:r>
              <a:rPr lang="en-US" sz="2000" dirty="0">
                <a:solidFill>
                  <a:schemeClr val="bg2"/>
                </a:solidFill>
              </a:rPr>
              <a:t>Day 1</a:t>
            </a:r>
          </a:p>
        </p:txBody>
      </p:sp>
      <p:sp>
        <p:nvSpPr>
          <p:cNvPr id="4" name="Text Placeholder 3">
            <a:extLst>
              <a:ext uri="{FF2B5EF4-FFF2-40B4-BE49-F238E27FC236}">
                <a16:creationId xmlns:a16="http://schemas.microsoft.com/office/drawing/2014/main" id="{1586B9D5-0714-C453-BF23-634EFB6E39F7}"/>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dirty="0">
                <a:solidFill>
                  <a:srgbClr val="000000"/>
                </a:solidFill>
                <a:latin typeface="Calibri" panose="020F0502020204030204" pitchFamily="34" charset="0"/>
                <a:ea typeface="Calibri" panose="020F0502020204030204" pitchFamily="34" charset="0"/>
                <a:cs typeface="Calibri" panose="020F0502020204030204" pitchFamily="34" charset="0"/>
              </a:rPr>
              <a:t>1</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extLst>
      <p:ext uri="{BB962C8B-B14F-4D97-AF65-F5344CB8AC3E}">
        <p14:creationId xmlns:p14="http://schemas.microsoft.com/office/powerpoint/2010/main" val="35450964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73B6511-319C-24C4-E798-AB7E16128256}"/>
              </a:ext>
            </a:extLst>
          </p:cNvPr>
          <p:cNvSpPr>
            <a:spLocks noGrp="1"/>
          </p:cNvSpPr>
          <p:nvPr>
            <p:ph type="title" idx="4294967295"/>
          </p:nvPr>
        </p:nvSpPr>
        <p:spPr>
          <a:xfrm>
            <a:off x="838200" y="-318782"/>
            <a:ext cx="10514013" cy="318782"/>
          </a:xfrm>
          <a:prstGeom prst="rect">
            <a:avLst/>
          </a:prstGeom>
        </p:spPr>
        <p:txBody>
          <a:bodyPr anchor="b"/>
          <a:lstStyle/>
          <a:p>
            <a:r>
              <a:rPr lang="en-US" sz="2000" dirty="0">
                <a:solidFill>
                  <a:schemeClr val="bg2"/>
                </a:solidFill>
              </a:rPr>
              <a:t>Getting Started</a:t>
            </a:r>
          </a:p>
        </p:txBody>
      </p:sp>
      <p:sp>
        <p:nvSpPr>
          <p:cNvPr id="2" name="Text Placeholder 1" descr="5 to 10 minutes">
            <a:extLst>
              <a:ext uri="{FF2B5EF4-FFF2-40B4-BE49-F238E27FC236}">
                <a16:creationId xmlns:a16="http://schemas.microsoft.com/office/drawing/2014/main" id="{461C201E-12AD-57EF-47E5-2D96E6063E25}"/>
              </a:ext>
            </a:extLst>
          </p:cNvPr>
          <p:cNvSpPr>
            <a:spLocks noGrp="1"/>
          </p:cNvSpPr>
          <p:nvPr>
            <p:ph type="body" sz="quarter" idx="12"/>
          </p:nvPr>
        </p:nvSpPr>
        <p:spPr>
          <a:xfrm>
            <a:off x="10623379" y="5780973"/>
            <a:ext cx="863947" cy="795338"/>
          </a:xfrm>
        </p:spPr>
        <p:txBody>
          <a:bodyPr/>
          <a:lstStyle/>
          <a:p>
            <a:r>
              <a:rPr lang="en-US" b="1" dirty="0"/>
              <a:t>5–10</a:t>
            </a:r>
          </a:p>
        </p:txBody>
      </p:sp>
      <p:sp>
        <p:nvSpPr>
          <p:cNvPr id="1003" name="Slide Number 10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extLst>
      <p:ext uri="{BB962C8B-B14F-4D97-AF65-F5344CB8AC3E}">
        <p14:creationId xmlns:p14="http://schemas.microsoft.com/office/powerpoint/2010/main" val="37196198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FD0B2-A9E7-0A4C-CC80-65AF82D6DF2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962E77F-B1D6-40AE-592B-5BAB37399846}"/>
              </a:ext>
            </a:extLst>
          </p:cNvPr>
          <p:cNvSpPr>
            <a:spLocks noGrp="1"/>
          </p:cNvSpPr>
          <p:nvPr>
            <p:ph type="title"/>
          </p:nvPr>
        </p:nvSpPr>
        <p:spPr/>
        <p:txBody>
          <a:bodyPr/>
          <a:lstStyle/>
          <a:p>
            <a:pPr algn="l"/>
            <a:r>
              <a:rPr lang="en-US" b="1" dirty="0"/>
              <a:t>Odd One Out </a:t>
            </a:r>
            <a:r>
              <a:rPr lang="en-US" sz="2000" b="1" dirty="0">
                <a:solidFill>
                  <a:schemeClr val="bg1"/>
                </a:solidFill>
              </a:rPr>
              <a:t>(1 of 4)</a:t>
            </a:r>
          </a:p>
        </p:txBody>
      </p:sp>
      <p:sp>
        <p:nvSpPr>
          <p:cNvPr id="9" name="Text Placeholder 2">
            <a:extLst>
              <a:ext uri="{FF2B5EF4-FFF2-40B4-BE49-F238E27FC236}">
                <a16:creationId xmlns:a16="http://schemas.microsoft.com/office/drawing/2014/main" id="{88A40426-95CC-EF9E-540F-D1B1DE38C8D6}"/>
              </a:ext>
            </a:extLst>
          </p:cNvPr>
          <p:cNvSpPr txBox="1">
            <a:spLocks/>
          </p:cNvSpPr>
          <p:nvPr/>
        </p:nvSpPr>
        <p:spPr>
          <a:xfrm>
            <a:off x="777240" y="1616140"/>
            <a:ext cx="9900285" cy="101800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1175" indent="-511175">
              <a:buFont typeface="+mj-lt"/>
              <a:buAutoNum type="arabicPeriod"/>
            </a:pPr>
            <a:r>
              <a:rPr lang="en-US" sz="2800" dirty="0">
                <a:solidFill>
                  <a:srgbClr val="000000"/>
                </a:solidFill>
              </a:rPr>
              <a:t>Choose the function that does not belong with the others and justify your choice.</a:t>
            </a:r>
          </a:p>
          <a:p>
            <a:pPr marL="0" indent="0">
              <a:buNone/>
            </a:pPr>
            <a:endParaRPr lang="en-US" sz="2800" dirty="0">
              <a:solidFill>
                <a:srgbClr val="000000"/>
              </a:solidFill>
            </a:endParaRPr>
          </a:p>
        </p:txBody>
      </p:sp>
      <p:sp>
        <p:nvSpPr>
          <p:cNvPr id="5" name="TextBox 4">
            <a:extLst>
              <a:ext uri="{FF2B5EF4-FFF2-40B4-BE49-F238E27FC236}">
                <a16:creationId xmlns:a16="http://schemas.microsoft.com/office/drawing/2014/main" id="{BCE6389F-92C2-FDE5-2432-A2B5AF6FB960}"/>
              </a:ext>
            </a:extLst>
          </p:cNvPr>
          <p:cNvSpPr txBox="1"/>
          <p:nvPr/>
        </p:nvSpPr>
        <p:spPr>
          <a:xfrm>
            <a:off x="1704002" y="2725480"/>
            <a:ext cx="1819374" cy="523220"/>
          </a:xfrm>
          <a:prstGeom prst="rect">
            <a:avLst/>
          </a:prstGeom>
          <a:noFill/>
        </p:spPr>
        <p:txBody>
          <a:bodyPr wrap="square" rtlCol="0">
            <a:spAutoFit/>
          </a:bodyPr>
          <a:lstStyle/>
          <a:p>
            <a:r>
              <a:rPr lang="en-US" sz="2800" b="1" dirty="0">
                <a:solidFill>
                  <a:srgbClr val="000000"/>
                </a:solidFill>
              </a:rPr>
              <a:t>Function A</a:t>
            </a:r>
          </a:p>
        </p:txBody>
      </p:sp>
      <mc:AlternateContent xmlns:mc="http://schemas.openxmlformats.org/markup-compatibility/2006" xmlns:a14="http://schemas.microsoft.com/office/drawing/2010/main">
        <mc:Choice Requires="a14">
          <p:graphicFrame>
            <p:nvGraphicFramePr>
              <p:cNvPr id="2" name="Table 1">
                <a:extLst>
                  <a:ext uri="{FF2B5EF4-FFF2-40B4-BE49-F238E27FC236}">
                    <a16:creationId xmlns:a16="http://schemas.microsoft.com/office/drawing/2014/main" id="{360FCFE7-DD75-9F5B-C2EE-8F8376A74F0E}"/>
                  </a:ext>
                </a:extLst>
              </p:cNvPr>
              <p:cNvGraphicFramePr>
                <a:graphicFrameLocks noGrp="1"/>
              </p:cNvGraphicFramePr>
              <p:nvPr>
                <p:extLst>
                  <p:ext uri="{D42A27DB-BD31-4B8C-83A1-F6EECF244321}">
                    <p14:modId xmlns:p14="http://schemas.microsoft.com/office/powerpoint/2010/main" val="3859544641"/>
                  </p:ext>
                </p:extLst>
              </p:nvPr>
            </p:nvGraphicFramePr>
            <p:xfrm>
              <a:off x="1778019" y="3426271"/>
              <a:ext cx="2331526" cy="2842400"/>
            </p:xfrm>
            <a:graphic>
              <a:graphicData uri="http://schemas.openxmlformats.org/drawingml/2006/table">
                <a:tbl>
                  <a:tblPr firstRow="1" bandRow="1">
                    <a:tableStyleId>{5C22544A-7EE6-4342-B048-85BDC9FD1C3A}</a:tableStyleId>
                  </a:tblPr>
                  <a:tblGrid>
                    <a:gridCol w="1165763">
                      <a:extLst>
                        <a:ext uri="{9D8B030D-6E8A-4147-A177-3AD203B41FA5}">
                          <a16:colId xmlns:a16="http://schemas.microsoft.com/office/drawing/2014/main" val="254935214"/>
                        </a:ext>
                      </a:extLst>
                    </a:gridCol>
                    <a:gridCol w="1165763">
                      <a:extLst>
                        <a:ext uri="{9D8B030D-6E8A-4147-A177-3AD203B41FA5}">
                          <a16:colId xmlns:a16="http://schemas.microsoft.com/office/drawing/2014/main" val="2894643554"/>
                        </a:ext>
                      </a:extLst>
                    </a:gridCol>
                  </a:tblGrid>
                  <a:tr h="568480">
                    <a:tc>
                      <a:txBody>
                        <a:bodyPr/>
                        <a:lstStyle/>
                        <a:p>
                          <a:pPr algn="ctr"/>
                          <a14:m>
                            <m:oMathPara xmlns:m="http://schemas.openxmlformats.org/officeDocument/2006/math">
                              <m:oMathParaPr>
                                <m:jc m:val="centerGroup"/>
                              </m:oMathParaPr>
                              <m:oMath xmlns:m="http://schemas.openxmlformats.org/officeDocument/2006/math">
                                <m:r>
                                  <a:rPr lang="en-US" sz="2000" b="1" i="1" smtClean="0">
                                    <a:ln>
                                      <a:solidFill>
                                        <a:schemeClr val="bg1"/>
                                      </a:solidFill>
                                    </a:ln>
                                    <a:solidFill>
                                      <a:schemeClr val="bg1"/>
                                    </a:solidFill>
                                    <a:latin typeface="Cambria Math" panose="02040503050406030204" pitchFamily="18" charset="0"/>
                                  </a:rPr>
                                  <m:t>𝒙</m:t>
                                </m:r>
                              </m:oMath>
                            </m:oMathPara>
                          </a14:m>
                          <a:endParaRPr lang="en-US" sz="2000" dirty="0">
                            <a:ln>
                              <a:solidFill>
                                <a:schemeClr val="bg1"/>
                              </a:solidFill>
                            </a:ln>
                            <a:solidFill>
                              <a:schemeClr val="bg1"/>
                            </a:solidFill>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tc>
                      <a:txBody>
                        <a:bodyPr/>
                        <a:lstStyle/>
                        <a:p>
                          <a:pPr algn="ctr"/>
                          <a14:m>
                            <m:oMathPara xmlns:m="http://schemas.openxmlformats.org/officeDocument/2006/math">
                              <m:oMathParaPr>
                                <m:jc m:val="centerGroup"/>
                              </m:oMathParaPr>
                              <m:oMath xmlns:m="http://schemas.openxmlformats.org/officeDocument/2006/math">
                                <m:r>
                                  <a:rPr lang="en-US" sz="2000" b="1" i="1" smtClean="0">
                                    <a:ln>
                                      <a:solidFill>
                                        <a:schemeClr val="bg1"/>
                                      </a:solidFill>
                                    </a:ln>
                                    <a:solidFill>
                                      <a:schemeClr val="bg1"/>
                                    </a:solidFill>
                                    <a:latin typeface="Cambria Math" panose="02040503050406030204" pitchFamily="18" charset="0"/>
                                  </a:rPr>
                                  <m:t>𝒚</m:t>
                                </m:r>
                              </m:oMath>
                            </m:oMathPara>
                          </a14:m>
                          <a:endParaRPr lang="en-US" sz="2000" dirty="0">
                            <a:ln>
                              <a:solidFill>
                                <a:schemeClr val="bg1"/>
                              </a:solidFill>
                            </a:ln>
                            <a:solidFill>
                              <a:schemeClr val="bg1"/>
                            </a:solidFill>
                            <a:latin typeface="+mn-lt"/>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extLst>
                      <a:ext uri="{0D108BD9-81ED-4DB2-BD59-A6C34878D82A}">
                        <a16:rowId xmlns:a16="http://schemas.microsoft.com/office/drawing/2014/main" val="2893006398"/>
                      </a:ext>
                    </a:extLst>
                  </a:tr>
                  <a:tr h="568480">
                    <a:tc>
                      <a:txBody>
                        <a:bodyPr/>
                        <a:lstStyle/>
                        <a:p>
                          <a:pPr algn="ctr"/>
                          <a:r>
                            <a:rPr lang="en-US" sz="2000" b="0" dirty="0">
                              <a:ln>
                                <a:noFill/>
                              </a:ln>
                              <a:solidFill>
                                <a:srgbClr val="000000"/>
                              </a:solidFill>
                              <a:latin typeface="+mn-lt"/>
                            </a:rPr>
                            <a:t>−5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10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568480">
                    <a:tc>
                      <a:txBody>
                        <a:bodyPr/>
                        <a:lstStyle/>
                        <a:p>
                          <a:pPr algn="ctr"/>
                          <a:r>
                            <a:rPr lang="en-US" sz="2000" b="0" dirty="0">
                              <a:ln>
                                <a:noFill/>
                              </a:ln>
                              <a:solidFill>
                                <a:srgbClr val="000000"/>
                              </a:solidFill>
                              <a:latin typeface="+mn-lt"/>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3</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568480">
                    <a:tc>
                      <a:txBody>
                        <a:bodyPr/>
                        <a:lstStyle/>
                        <a:p>
                          <a:pPr algn="ctr"/>
                          <a:r>
                            <a:rPr lang="en-US" sz="2000" b="0" dirty="0">
                              <a:ln>
                                <a:noFill/>
                              </a:ln>
                              <a:solidFill>
                                <a:srgbClr val="000000"/>
                              </a:solidFill>
                              <a:latin typeface="+mn-lt"/>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568480">
                    <a:tc>
                      <a:txBody>
                        <a:bodyPr/>
                        <a:lstStyle/>
                        <a:p>
                          <a:pPr algn="ctr"/>
                          <a:r>
                            <a:rPr lang="en-US" sz="2000" b="0" dirty="0">
                              <a:ln>
                                <a:noFill/>
                              </a:ln>
                              <a:solidFill>
                                <a:srgbClr val="000000"/>
                              </a:solidFill>
                              <a:latin typeface="+mn-lt"/>
                            </a:rPr>
                            <a:t>2.5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mc:Choice>
        <mc:Fallback xmlns="">
          <p:graphicFrame>
            <p:nvGraphicFramePr>
              <p:cNvPr id="2" name="Table 1">
                <a:extLst>
                  <a:ext uri="{FF2B5EF4-FFF2-40B4-BE49-F238E27FC236}">
                    <a16:creationId xmlns:a16="http://schemas.microsoft.com/office/drawing/2014/main" id="{360FCFE7-DD75-9F5B-C2EE-8F8376A74F0E}"/>
                  </a:ext>
                </a:extLst>
              </p:cNvPr>
              <p:cNvGraphicFramePr>
                <a:graphicFrameLocks noGrp="1"/>
              </p:cNvGraphicFramePr>
              <p:nvPr>
                <p:extLst>
                  <p:ext uri="{D42A27DB-BD31-4B8C-83A1-F6EECF244321}">
                    <p14:modId xmlns:p14="http://schemas.microsoft.com/office/powerpoint/2010/main" val="3859544641"/>
                  </p:ext>
                </p:extLst>
              </p:nvPr>
            </p:nvGraphicFramePr>
            <p:xfrm>
              <a:off x="1778019" y="3426271"/>
              <a:ext cx="2331526" cy="2842400"/>
            </p:xfrm>
            <a:graphic>
              <a:graphicData uri="http://schemas.openxmlformats.org/drawingml/2006/table">
                <a:tbl>
                  <a:tblPr firstRow="1" bandRow="1">
                    <a:tableStyleId>{5C22544A-7EE6-4342-B048-85BDC9FD1C3A}</a:tableStyleId>
                  </a:tblPr>
                  <a:tblGrid>
                    <a:gridCol w="1165763">
                      <a:extLst>
                        <a:ext uri="{9D8B030D-6E8A-4147-A177-3AD203B41FA5}">
                          <a16:colId xmlns:a16="http://schemas.microsoft.com/office/drawing/2014/main" val="254935214"/>
                        </a:ext>
                      </a:extLst>
                    </a:gridCol>
                    <a:gridCol w="1165763">
                      <a:extLst>
                        <a:ext uri="{9D8B030D-6E8A-4147-A177-3AD203B41FA5}">
                          <a16:colId xmlns:a16="http://schemas.microsoft.com/office/drawing/2014/main" val="2894643554"/>
                        </a:ext>
                      </a:extLst>
                    </a:gridCol>
                  </a:tblGrid>
                  <a:tr h="568480">
                    <a:tc>
                      <a:txBody>
                        <a:bodyPr/>
                        <a:lstStyle/>
                        <a:p>
                          <a:endParaRPr lang="en-US"/>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blipFill>
                          <a:blip r:embed="rId3"/>
                          <a:stretch>
                            <a:fillRect l="-521" t="-1075" r="-101042" b="-405376"/>
                          </a:stretch>
                        </a:blipFill>
                      </a:tcPr>
                    </a:tc>
                    <a:tc>
                      <a:txBody>
                        <a:bodyPr/>
                        <a:lstStyle/>
                        <a:p>
                          <a:endParaRPr lang="en-US"/>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blipFill>
                          <a:blip r:embed="rId3"/>
                          <a:stretch>
                            <a:fillRect l="-100521" t="-1075" r="-1042" b="-405376"/>
                          </a:stretch>
                        </a:blipFill>
                      </a:tcPr>
                    </a:tc>
                    <a:extLst>
                      <a:ext uri="{0D108BD9-81ED-4DB2-BD59-A6C34878D82A}">
                        <a16:rowId xmlns:a16="http://schemas.microsoft.com/office/drawing/2014/main" val="2893006398"/>
                      </a:ext>
                    </a:extLst>
                  </a:tr>
                  <a:tr h="568480">
                    <a:tc>
                      <a:txBody>
                        <a:bodyPr/>
                        <a:lstStyle/>
                        <a:p>
                          <a:pPr algn="ctr"/>
                          <a:r>
                            <a:rPr lang="en-US" sz="2000" b="0" dirty="0">
                              <a:ln>
                                <a:noFill/>
                              </a:ln>
                              <a:solidFill>
                                <a:srgbClr val="000000"/>
                              </a:solidFill>
                              <a:latin typeface="+mn-lt"/>
                            </a:rPr>
                            <a:t>−5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10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568480">
                    <a:tc>
                      <a:txBody>
                        <a:bodyPr/>
                        <a:lstStyle/>
                        <a:p>
                          <a:pPr algn="ctr"/>
                          <a:r>
                            <a:rPr lang="en-US" sz="2000" b="0" dirty="0">
                              <a:ln>
                                <a:noFill/>
                              </a:ln>
                              <a:solidFill>
                                <a:srgbClr val="000000"/>
                              </a:solidFill>
                              <a:latin typeface="+mn-lt"/>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3</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568480">
                    <a:tc>
                      <a:txBody>
                        <a:bodyPr/>
                        <a:lstStyle/>
                        <a:p>
                          <a:pPr algn="ctr"/>
                          <a:r>
                            <a:rPr lang="en-US" sz="2000" b="0" dirty="0">
                              <a:ln>
                                <a:noFill/>
                              </a:ln>
                              <a:solidFill>
                                <a:srgbClr val="000000"/>
                              </a:solidFill>
                              <a:latin typeface="+mn-lt"/>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568480">
                    <a:tc>
                      <a:txBody>
                        <a:bodyPr/>
                        <a:lstStyle/>
                        <a:p>
                          <a:pPr algn="ctr"/>
                          <a:r>
                            <a:rPr lang="en-US" sz="2000" b="0" dirty="0">
                              <a:ln>
                                <a:noFill/>
                              </a:ln>
                              <a:solidFill>
                                <a:srgbClr val="000000"/>
                              </a:solidFill>
                              <a:latin typeface="+mn-lt"/>
                            </a:rPr>
                            <a:t>2.5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mc:Fallback>
      </mc:AlternateContent>
      <p:sp>
        <p:nvSpPr>
          <p:cNvPr id="6" name="TextBox 5">
            <a:extLst>
              <a:ext uri="{FF2B5EF4-FFF2-40B4-BE49-F238E27FC236}">
                <a16:creationId xmlns:a16="http://schemas.microsoft.com/office/drawing/2014/main" id="{98319DE0-8D4C-F07B-1898-0FCA3AAB9623}"/>
              </a:ext>
            </a:extLst>
          </p:cNvPr>
          <p:cNvSpPr txBox="1"/>
          <p:nvPr/>
        </p:nvSpPr>
        <p:spPr>
          <a:xfrm>
            <a:off x="5877644" y="2725480"/>
            <a:ext cx="1819374" cy="523220"/>
          </a:xfrm>
          <a:prstGeom prst="rect">
            <a:avLst/>
          </a:prstGeom>
          <a:noFill/>
        </p:spPr>
        <p:txBody>
          <a:bodyPr wrap="square" rtlCol="0">
            <a:spAutoFit/>
          </a:bodyPr>
          <a:lstStyle/>
          <a:p>
            <a:r>
              <a:rPr lang="en-US" sz="2800" b="1" dirty="0">
                <a:solidFill>
                  <a:srgbClr val="000000"/>
                </a:solidFill>
              </a:rPr>
              <a:t>Function B</a:t>
            </a:r>
          </a:p>
        </p:txBody>
      </p:sp>
      <p:sp>
        <p:nvSpPr>
          <p:cNvPr id="3" name="TextBox 2">
            <a:extLst>
              <a:ext uri="{FF2B5EF4-FFF2-40B4-BE49-F238E27FC236}">
                <a16:creationId xmlns:a16="http://schemas.microsoft.com/office/drawing/2014/main" id="{805FC542-4DC6-8F9D-9666-E470B89D92B7}"/>
              </a:ext>
            </a:extLst>
          </p:cNvPr>
          <p:cNvSpPr txBox="1"/>
          <p:nvPr/>
        </p:nvSpPr>
        <p:spPr>
          <a:xfrm>
            <a:off x="5877644" y="3435584"/>
            <a:ext cx="4927376" cy="1384995"/>
          </a:xfrm>
          <a:prstGeom prst="rect">
            <a:avLst/>
          </a:prstGeom>
          <a:noFill/>
        </p:spPr>
        <p:txBody>
          <a:bodyPr wrap="square" rtlCol="0">
            <a:spAutoFit/>
          </a:bodyPr>
          <a:lstStyle/>
          <a:p>
            <a:r>
              <a:rPr lang="en-US" sz="2800" dirty="0">
                <a:solidFill>
                  <a:srgbClr val="000000"/>
                </a:solidFill>
              </a:rPr>
              <a:t>During one year at a high school, the ratio of 9th-graders to 10th-graders was 1 : 1.</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320</a:t>
            </a:r>
          </a:p>
        </p:txBody>
      </p:sp>
    </p:spTree>
    <p:extLst>
      <p:ext uri="{BB962C8B-B14F-4D97-AF65-F5344CB8AC3E}">
        <p14:creationId xmlns:p14="http://schemas.microsoft.com/office/powerpoint/2010/main" val="25823097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D6C69E-08CF-71F4-54AE-E0EA6ECAA54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B2B4368-061E-A874-B644-F55A92210248}"/>
              </a:ext>
            </a:extLst>
          </p:cNvPr>
          <p:cNvSpPr>
            <a:spLocks noGrp="1"/>
          </p:cNvSpPr>
          <p:nvPr>
            <p:ph type="title"/>
          </p:nvPr>
        </p:nvSpPr>
        <p:spPr/>
        <p:txBody>
          <a:bodyPr/>
          <a:lstStyle/>
          <a:p>
            <a:pPr algn="l"/>
            <a:r>
              <a:rPr lang="en-US" b="1" dirty="0"/>
              <a:t>Odd One Out </a:t>
            </a:r>
            <a:r>
              <a:rPr lang="en-US" sz="2000" b="1" dirty="0">
                <a:solidFill>
                  <a:schemeClr val="bg1"/>
                </a:solidFill>
              </a:rPr>
              <a:t>(2 of 4)</a:t>
            </a:r>
          </a:p>
        </p:txBody>
      </p:sp>
      <p:sp>
        <p:nvSpPr>
          <p:cNvPr id="5" name="TextBox 4">
            <a:extLst>
              <a:ext uri="{FF2B5EF4-FFF2-40B4-BE49-F238E27FC236}">
                <a16:creationId xmlns:a16="http://schemas.microsoft.com/office/drawing/2014/main" id="{1117FA7F-046F-42F5-E77A-3FD07E8992E1}"/>
              </a:ext>
            </a:extLst>
          </p:cNvPr>
          <p:cNvSpPr txBox="1"/>
          <p:nvPr/>
        </p:nvSpPr>
        <p:spPr>
          <a:xfrm>
            <a:off x="777240" y="1699196"/>
            <a:ext cx="1991127" cy="523220"/>
          </a:xfrm>
          <a:prstGeom prst="rect">
            <a:avLst/>
          </a:prstGeom>
          <a:noFill/>
        </p:spPr>
        <p:txBody>
          <a:bodyPr wrap="square" rtlCol="0">
            <a:spAutoFit/>
          </a:bodyPr>
          <a:lstStyle/>
          <a:p>
            <a:r>
              <a:rPr lang="en-US" sz="2800" b="1" dirty="0">
                <a:solidFill>
                  <a:srgbClr val="000000"/>
                </a:solidFill>
              </a:rPr>
              <a:t>Function C</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80C503E-7057-6CE0-0FB0-57C5DB626E34}"/>
                  </a:ext>
                </a:extLst>
              </p:cNvPr>
              <p:cNvSpPr txBox="1"/>
              <p:nvPr/>
            </p:nvSpPr>
            <p:spPr>
              <a:xfrm>
                <a:off x="777239" y="2581605"/>
                <a:ext cx="2561579" cy="783804"/>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n-US" sz="2400" b="0" i="1" smtClean="0">
                          <a:solidFill>
                            <a:srgbClr val="000000"/>
                          </a:solidFill>
                          <a:latin typeface="Cambria Math" panose="02040503050406030204" pitchFamily="18" charset="0"/>
                        </a:rPr>
                        <m:t>𝑐</m:t>
                      </m:r>
                      <m:r>
                        <a:rPr lang="en-US" sz="2400" b="0" i="1" smtClean="0">
                          <a:solidFill>
                            <a:srgbClr val="000000"/>
                          </a:solidFill>
                          <a:latin typeface="Cambria Math" panose="02040503050406030204" pitchFamily="18" charset="0"/>
                        </a:rPr>
                        <m:t>(</m:t>
                      </m:r>
                      <m:r>
                        <a:rPr lang="en-US" sz="2400" b="0" i="1" smtClean="0">
                          <a:solidFill>
                            <a:srgbClr val="000000"/>
                          </a:solidFill>
                          <a:latin typeface="Cambria Math" panose="02040503050406030204" pitchFamily="18" charset="0"/>
                        </a:rPr>
                        <m:t>𝑥</m:t>
                      </m:r>
                      <m:r>
                        <a:rPr lang="en-US" sz="2400" b="0" i="1" smtClean="0">
                          <a:solidFill>
                            <a:srgbClr val="000000"/>
                          </a:solidFill>
                          <a:latin typeface="Cambria Math" panose="02040503050406030204" pitchFamily="18" charset="0"/>
                        </a:rPr>
                        <m:t>)=</m:t>
                      </m:r>
                      <m:f>
                        <m:fPr>
                          <m:ctrlPr>
                            <a:rPr lang="en-US" sz="2400" b="0" i="1" smtClean="0">
                              <a:solidFill>
                                <a:srgbClr val="000000"/>
                              </a:solidFill>
                              <a:latin typeface="Cambria Math" panose="02040503050406030204" pitchFamily="18" charset="0"/>
                            </a:rPr>
                          </m:ctrlPr>
                        </m:fPr>
                        <m:num>
                          <m:r>
                            <a:rPr lang="en-US" sz="2400" b="0" i="1" smtClean="0">
                              <a:solidFill>
                                <a:srgbClr val="000000"/>
                              </a:solidFill>
                              <a:latin typeface="Cambria Math" panose="02040503050406030204" pitchFamily="18" charset="0"/>
                            </a:rPr>
                            <m:t>1</m:t>
                          </m:r>
                        </m:num>
                        <m:den>
                          <m:r>
                            <a:rPr lang="en-US" sz="2400" b="0" i="1" smtClean="0">
                              <a:solidFill>
                                <a:srgbClr val="000000"/>
                              </a:solidFill>
                              <a:latin typeface="Cambria Math" panose="02040503050406030204" pitchFamily="18" charset="0"/>
                            </a:rPr>
                            <m:t>5</m:t>
                          </m:r>
                        </m:den>
                      </m:f>
                      <m:r>
                        <a:rPr lang="en-US" sz="2400" b="0" i="1" smtClean="0">
                          <a:solidFill>
                            <a:srgbClr val="000000"/>
                          </a:solidFill>
                          <a:latin typeface="Cambria Math" panose="02040503050406030204" pitchFamily="18" charset="0"/>
                        </a:rPr>
                        <m:t>𝑥</m:t>
                      </m:r>
                    </m:oMath>
                  </m:oMathPara>
                </a14:m>
                <a:endParaRPr lang="en-US" sz="2400" dirty="0">
                  <a:solidFill>
                    <a:srgbClr val="000000"/>
                  </a:solidFill>
                </a:endParaRPr>
              </a:p>
            </p:txBody>
          </p:sp>
        </mc:Choice>
        <mc:Fallback xmlns="">
          <p:sp>
            <p:nvSpPr>
              <p:cNvPr id="3" name="TextBox 2">
                <a:extLst>
                  <a:ext uri="{FF2B5EF4-FFF2-40B4-BE49-F238E27FC236}">
                    <a16:creationId xmlns:a16="http://schemas.microsoft.com/office/drawing/2014/main" id="{E80C503E-7057-6CE0-0FB0-57C5DB626E34}"/>
                  </a:ext>
                </a:extLst>
              </p:cNvPr>
              <p:cNvSpPr txBox="1">
                <a:spLocks noRot="1" noChangeAspect="1" noMove="1" noResize="1" noEditPoints="1" noAdjustHandles="1" noChangeArrowheads="1" noChangeShapeType="1" noTextEdit="1"/>
              </p:cNvSpPr>
              <p:nvPr/>
            </p:nvSpPr>
            <p:spPr>
              <a:xfrm>
                <a:off x="777239" y="2581605"/>
                <a:ext cx="2561579" cy="783804"/>
              </a:xfrm>
              <a:prstGeom prst="rect">
                <a:avLst/>
              </a:prstGeom>
              <a:blipFill>
                <a:blip r:embed="rId3"/>
                <a:stretch>
                  <a:fillRect/>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7F3A017D-6DF2-6723-A2AC-F2B386FECCDF}"/>
              </a:ext>
            </a:extLst>
          </p:cNvPr>
          <p:cNvSpPr txBox="1"/>
          <p:nvPr/>
        </p:nvSpPr>
        <p:spPr>
          <a:xfrm>
            <a:off x="6147756" y="1699196"/>
            <a:ext cx="1991127" cy="523220"/>
          </a:xfrm>
          <a:prstGeom prst="rect">
            <a:avLst/>
          </a:prstGeom>
          <a:noFill/>
        </p:spPr>
        <p:txBody>
          <a:bodyPr wrap="square" rtlCol="0">
            <a:spAutoFit/>
          </a:bodyPr>
          <a:lstStyle/>
          <a:p>
            <a:r>
              <a:rPr lang="en-US" sz="2800" b="1" dirty="0">
                <a:solidFill>
                  <a:srgbClr val="000000"/>
                </a:solidFill>
              </a:rPr>
              <a:t>Function D</a:t>
            </a:r>
          </a:p>
        </p:txBody>
      </p:sp>
      <p:pic>
        <p:nvPicPr>
          <p:cNvPr id="8" name="Picture 7" descr="A graph of a line on the coordinate plane. The line rises from left to right through the points (negative 1, 0) and (0, 5).">
            <a:extLst>
              <a:ext uri="{FF2B5EF4-FFF2-40B4-BE49-F238E27FC236}">
                <a16:creationId xmlns:a16="http://schemas.microsoft.com/office/drawing/2014/main" id="{3DC38ABE-BA12-387E-0212-7DBAA8DDB396}"/>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6147756" y="2581605"/>
            <a:ext cx="3108485" cy="3101500"/>
          </a:xfrm>
          <a:prstGeom prst="rect">
            <a:avLst/>
          </a:prstGeom>
        </p:spPr>
      </p:pic>
      <p:sp>
        <p:nvSpPr>
          <p:cNvPr id="1008" name="Slide Number 100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
        <p:nvSpPr>
          <p:cNvPr id="1009" name="Answer 100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320</a:t>
            </a:r>
          </a:p>
        </p:txBody>
      </p:sp>
      <p:sp>
        <p:nvSpPr>
          <p:cNvPr id="1010" name="Answer 1010"/>
          <p:cNvSpPr txBox="1"/>
          <p:nvPr/>
        </p:nvSpPr>
        <p:spPr>
          <a:xfrm>
            <a:off x="774700" y="3556000"/>
            <a:ext cx="5080000" cy="304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Sample answers: A (the table) is the only decreasing function (slope −2). D (the graph) is the only one whose y-intercept is not 0. C (the equation) is the only one with a slope between 0 and 1. B (the description) is the only one whose domain is whole numbers only.</a:t>
            </a:r>
          </a:p>
        </p:txBody>
      </p:sp>
    </p:spTree>
    <p:extLst>
      <p:ext uri="{BB962C8B-B14F-4D97-AF65-F5344CB8AC3E}">
        <p14:creationId xmlns:p14="http://schemas.microsoft.com/office/powerpoint/2010/main" val="370812087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64592-7F7B-1973-FE4F-D5A02DADEC2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FA00826-C6A3-00C8-7B57-63206214E632}"/>
              </a:ext>
            </a:extLst>
          </p:cNvPr>
          <p:cNvSpPr>
            <a:spLocks noGrp="1"/>
          </p:cNvSpPr>
          <p:nvPr>
            <p:ph type="title"/>
          </p:nvPr>
        </p:nvSpPr>
        <p:spPr/>
        <p:txBody>
          <a:bodyPr/>
          <a:lstStyle/>
          <a:p>
            <a:pPr algn="l"/>
            <a:r>
              <a:rPr lang="en-US" sz="4000" b="1" dirty="0"/>
              <a:t>Odd One Out </a:t>
            </a:r>
            <a:r>
              <a:rPr lang="en-US" sz="2000" b="1" dirty="0">
                <a:solidFill>
                  <a:schemeClr val="bg1"/>
                </a:solidFill>
              </a:rPr>
              <a:t>(3 of 4)</a:t>
            </a:r>
          </a:p>
        </p:txBody>
      </p:sp>
      <p:sp>
        <p:nvSpPr>
          <p:cNvPr id="9" name="Text Placeholder 2">
            <a:extLst>
              <a:ext uri="{FF2B5EF4-FFF2-40B4-BE49-F238E27FC236}">
                <a16:creationId xmlns:a16="http://schemas.microsoft.com/office/drawing/2014/main" id="{0224E92D-72C0-6DF3-2985-6F8E2D67E2FE}"/>
              </a:ext>
            </a:extLst>
          </p:cNvPr>
          <p:cNvSpPr txBox="1">
            <a:spLocks/>
          </p:cNvSpPr>
          <p:nvPr/>
        </p:nvSpPr>
        <p:spPr>
          <a:xfrm>
            <a:off x="777240" y="1616140"/>
            <a:ext cx="9902597"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the Getting Started!</a:t>
            </a:r>
          </a:p>
        </p:txBody>
      </p:sp>
      <p:pic>
        <p:nvPicPr>
          <p:cNvPr id="3" name="Picture 2">
            <a:extLst>
              <a:ext uri="{FF2B5EF4-FFF2-40B4-BE49-F238E27FC236}">
                <a16:creationId xmlns:a16="http://schemas.microsoft.com/office/drawing/2014/main" id="{83CFE51C-FECE-9C46-8848-6BF918D18E27}"/>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320</a:t>
            </a:r>
          </a:p>
        </p:txBody>
      </p:sp>
    </p:spTree>
    <p:extLst>
      <p:ext uri="{BB962C8B-B14F-4D97-AF65-F5344CB8AC3E}">
        <p14:creationId xmlns:p14="http://schemas.microsoft.com/office/powerpoint/2010/main" val="29812041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64592-7F7B-1973-FE4F-D5A02DADEC2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FA00826-C6A3-00C8-7B57-63206214E632}"/>
              </a:ext>
            </a:extLst>
          </p:cNvPr>
          <p:cNvSpPr>
            <a:spLocks noGrp="1"/>
          </p:cNvSpPr>
          <p:nvPr>
            <p:ph type="title"/>
          </p:nvPr>
        </p:nvSpPr>
        <p:spPr/>
        <p:txBody>
          <a:bodyPr/>
          <a:lstStyle/>
          <a:p>
            <a:pPr algn="l"/>
            <a:r>
              <a:rPr lang="en-US" sz="4000" b="1" dirty="0"/>
              <a:t>Odd One Out </a:t>
            </a:r>
            <a:r>
              <a:rPr lang="en-US" sz="2000" b="1" dirty="0">
                <a:solidFill>
                  <a:schemeClr val="bg1"/>
                </a:solidFill>
              </a:rPr>
              <a:t>(4 of 4)</a:t>
            </a:r>
          </a:p>
        </p:txBody>
      </p:sp>
      <p:sp>
        <p:nvSpPr>
          <p:cNvPr id="9" name="Text Placeholder 2">
            <a:extLst>
              <a:ext uri="{FF2B5EF4-FFF2-40B4-BE49-F238E27FC236}">
                <a16:creationId xmlns:a16="http://schemas.microsoft.com/office/drawing/2014/main" id="{0224E92D-72C0-6DF3-2985-6F8E2D67E2FE}"/>
              </a:ext>
              <a:ext uri="{C183D7F6-B498-43B3-948B-1728B52AA6E4}">
                <adec:decorative xmlns:adec="http://schemas.microsoft.com/office/drawing/2017/decorative" val="1"/>
              </a:ext>
            </a:extLst>
          </p:cNvPr>
          <p:cNvSpPr txBox="1">
            <a:spLocks/>
          </p:cNvSpPr>
          <p:nvPr/>
        </p:nvSpPr>
        <p:spPr>
          <a:xfrm>
            <a:off x="777240" y="1616140"/>
            <a:ext cx="9900285"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b="0" i="0" u="none" strike="noStrike" baseline="0" dirty="0">
              <a:solidFill>
                <a:schemeClr val="bg2">
                  <a:lumMod val="25000"/>
                </a:schemeClr>
              </a:solidFill>
            </a:endParaRPr>
          </a:p>
          <a:p>
            <a:pPr marL="0" indent="0" algn="ctr">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320</a:t>
            </a:r>
          </a:p>
        </p:txBody>
      </p:sp>
    </p:spTree>
    <p:extLst>
      <p:ext uri="{BB962C8B-B14F-4D97-AF65-F5344CB8AC3E}">
        <p14:creationId xmlns:p14="http://schemas.microsoft.com/office/powerpoint/2010/main" val="27434752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E5F7022-D266-6CB6-8FDC-29242A2ED071}"/>
              </a:ext>
            </a:extLst>
          </p:cNvPr>
          <p:cNvSpPr>
            <a:spLocks noGrp="1"/>
          </p:cNvSpPr>
          <p:nvPr>
            <p:ph type="title" idx="4294967295"/>
          </p:nvPr>
        </p:nvSpPr>
        <p:spPr>
          <a:xfrm>
            <a:off x="838200" y="-335560"/>
            <a:ext cx="10514013" cy="335560"/>
          </a:xfrm>
          <a:prstGeom prst="rect">
            <a:avLst/>
          </a:prstGeom>
        </p:spPr>
        <p:txBody>
          <a:bodyPr anchor="b"/>
          <a:lstStyle/>
          <a:p>
            <a:r>
              <a:rPr lang="en-US" sz="2000" dirty="0">
                <a:solidFill>
                  <a:schemeClr val="bg2"/>
                </a:solidFill>
              </a:rPr>
              <a:t>Activity 4.1</a:t>
            </a:r>
          </a:p>
        </p:txBody>
      </p:sp>
      <p:sp>
        <p:nvSpPr>
          <p:cNvPr id="3" name="Text Placeholder 2" descr="15 to 20 minutes">
            <a:extLst>
              <a:ext uri="{FF2B5EF4-FFF2-40B4-BE49-F238E27FC236}">
                <a16:creationId xmlns:a16="http://schemas.microsoft.com/office/drawing/2014/main" id="{BA063AF9-8F8B-5444-6AEC-5E8501EC7698}"/>
              </a:ext>
            </a:extLst>
          </p:cNvPr>
          <p:cNvSpPr>
            <a:spLocks noGrp="1"/>
          </p:cNvSpPr>
          <p:nvPr>
            <p:ph type="body" sz="quarter" idx="12"/>
          </p:nvPr>
        </p:nvSpPr>
        <p:spPr>
          <a:xfrm>
            <a:off x="10614990" y="5780973"/>
            <a:ext cx="863947" cy="795338"/>
          </a:xfrm>
        </p:spPr>
        <p:txBody>
          <a:bodyPr/>
          <a:lstStyle/>
          <a:p>
            <a:r>
              <a:rPr lang="en-US" b="1" dirty="0"/>
              <a:t>15–20</a:t>
            </a:r>
          </a:p>
        </p:txBody>
      </p:sp>
      <p:sp>
        <p:nvSpPr>
          <p:cNvPr id="2" name="Text Placeholder 1">
            <a:extLst>
              <a:ext uri="{FF2B5EF4-FFF2-40B4-BE49-F238E27FC236}">
                <a16:creationId xmlns:a16="http://schemas.microsoft.com/office/drawing/2014/main" id="{3D1465A3-2914-1151-1A78-CFD3B2A423BE}"/>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4.1</a:t>
            </a: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extLst>
      <p:ext uri="{BB962C8B-B14F-4D97-AF65-F5344CB8AC3E}">
        <p14:creationId xmlns:p14="http://schemas.microsoft.com/office/powerpoint/2010/main" val="42504594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7EEB2D-E310-5A6B-6959-D60AE1212FB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EE13AFC-ADBD-88F6-0C81-A44006CA0916}"/>
              </a:ext>
            </a:extLst>
          </p:cNvPr>
          <p:cNvSpPr>
            <a:spLocks noGrp="1"/>
          </p:cNvSpPr>
          <p:nvPr>
            <p:ph type="title"/>
          </p:nvPr>
        </p:nvSpPr>
        <p:spPr/>
        <p:txBody>
          <a:bodyPr/>
          <a:lstStyle/>
          <a:p>
            <a:pPr algn="l"/>
            <a:r>
              <a:rPr lang="en-US" b="1" dirty="0"/>
              <a:t>Slopes of Linear Relationships </a:t>
            </a:r>
            <a:r>
              <a:rPr lang="en-US" sz="2000" b="1" dirty="0">
                <a:solidFill>
                  <a:schemeClr val="bg1"/>
                </a:solidFill>
              </a:rPr>
              <a:t>(1 of 5)</a:t>
            </a:r>
          </a:p>
        </p:txBody>
      </p:sp>
      <p:sp>
        <p:nvSpPr>
          <p:cNvPr id="9" name="Text Placeholder 2">
            <a:extLst>
              <a:ext uri="{FF2B5EF4-FFF2-40B4-BE49-F238E27FC236}">
                <a16:creationId xmlns:a16="http://schemas.microsoft.com/office/drawing/2014/main" id="{89EB1915-7488-82C9-985A-537B7BD393C5}"/>
              </a:ext>
            </a:extLst>
          </p:cNvPr>
          <p:cNvSpPr txBox="1">
            <a:spLocks/>
          </p:cNvSpPr>
          <p:nvPr/>
        </p:nvSpPr>
        <p:spPr>
          <a:xfrm>
            <a:off x="777240" y="1493240"/>
            <a:ext cx="10514342" cy="203013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dirty="0">
                <a:solidFill>
                  <a:srgbClr val="000000"/>
                </a:solidFill>
              </a:rPr>
              <a:t>Consider the line that represents the equation </a:t>
            </a:r>
            <a:r>
              <a:rPr lang="en-US" sz="2800" i="1" dirty="0">
                <a:solidFill>
                  <a:srgbClr val="000000"/>
                </a:solidFill>
              </a:rPr>
              <a:t>y</a:t>
            </a:r>
            <a:r>
              <a:rPr lang="en-US" sz="2800" dirty="0">
                <a:solidFill>
                  <a:srgbClr val="000000"/>
                </a:solidFill>
              </a:rPr>
              <a:t> = 4</a:t>
            </a:r>
            <a:r>
              <a:rPr lang="en-US" sz="2800" i="1" dirty="0">
                <a:solidFill>
                  <a:srgbClr val="000000"/>
                </a:solidFill>
              </a:rPr>
              <a:t>x</a:t>
            </a:r>
            <a:r>
              <a:rPr lang="en-US" sz="2800" dirty="0">
                <a:solidFill>
                  <a:srgbClr val="000000"/>
                </a:solidFill>
              </a:rPr>
              <a:t> − 3. </a:t>
            </a:r>
          </a:p>
          <a:p>
            <a:pPr marL="514350" indent="-514350">
              <a:buFont typeface="+mj-lt"/>
              <a:buAutoNum type="arabicPeriod"/>
            </a:pPr>
            <a:r>
              <a:rPr lang="en-US" sz="2800" dirty="0">
                <a:solidFill>
                  <a:srgbClr val="000000"/>
                </a:solidFill>
              </a:rPr>
              <a:t>Determine whether the graph of each linear relationship is parallel, perpendicular, or neither parallel nor perpendicular to the graph of </a:t>
            </a:r>
            <a:r>
              <a:rPr lang="en-US" sz="2800" i="1" dirty="0">
                <a:solidFill>
                  <a:srgbClr val="000000"/>
                </a:solidFill>
              </a:rPr>
              <a:t>y</a:t>
            </a:r>
            <a:r>
              <a:rPr lang="en-US" sz="2800" dirty="0">
                <a:solidFill>
                  <a:srgbClr val="000000"/>
                </a:solidFill>
              </a:rPr>
              <a:t> = 4</a:t>
            </a:r>
            <a:r>
              <a:rPr lang="en-US" sz="2800" i="1" dirty="0">
                <a:solidFill>
                  <a:srgbClr val="000000"/>
                </a:solidFill>
              </a:rPr>
              <a:t>x</a:t>
            </a:r>
            <a:r>
              <a:rPr lang="en-US" sz="2800" dirty="0">
                <a:solidFill>
                  <a:srgbClr val="000000"/>
                </a:solidFill>
              </a:rPr>
              <a:t> − 3.</a:t>
            </a:r>
          </a:p>
        </p:txBody>
      </p:sp>
      <p:sp>
        <p:nvSpPr>
          <p:cNvPr id="5" name="TextBox 4">
            <a:extLst>
              <a:ext uri="{FF2B5EF4-FFF2-40B4-BE49-F238E27FC236}">
                <a16:creationId xmlns:a16="http://schemas.microsoft.com/office/drawing/2014/main" id="{203F5E66-BCBF-5D21-0685-171CD705A2B4}"/>
              </a:ext>
            </a:extLst>
          </p:cNvPr>
          <p:cNvSpPr txBox="1"/>
          <p:nvPr/>
        </p:nvSpPr>
        <p:spPr>
          <a:xfrm>
            <a:off x="777240" y="3737954"/>
            <a:ext cx="1252896" cy="523220"/>
          </a:xfrm>
          <a:prstGeom prst="rect">
            <a:avLst/>
          </a:prstGeom>
          <a:noFill/>
        </p:spPr>
        <p:txBody>
          <a:bodyPr wrap="square" rtlCol="0">
            <a:spAutoFit/>
          </a:bodyPr>
          <a:lstStyle/>
          <a:p>
            <a:pPr marL="511175"/>
            <a:r>
              <a:rPr lang="en-US" sz="2800" dirty="0">
                <a:solidFill>
                  <a:srgbClr val="000000"/>
                </a:solidFill>
              </a:rPr>
              <a:t>a.</a:t>
            </a:r>
          </a:p>
        </p:txBody>
      </p:sp>
      <p:graphicFrame>
        <p:nvGraphicFramePr>
          <p:cNvPr id="2" name="Table 1">
            <a:extLst>
              <a:ext uri="{FF2B5EF4-FFF2-40B4-BE49-F238E27FC236}">
                <a16:creationId xmlns:a16="http://schemas.microsoft.com/office/drawing/2014/main" id="{32A2AED7-DBD2-D6A2-4D20-24E5F02004C3}"/>
              </a:ext>
            </a:extLst>
          </p:cNvPr>
          <p:cNvGraphicFramePr>
            <a:graphicFrameLocks noGrp="1"/>
          </p:cNvGraphicFramePr>
          <p:nvPr>
            <p:extLst>
              <p:ext uri="{D42A27DB-BD31-4B8C-83A1-F6EECF244321}">
                <p14:modId xmlns:p14="http://schemas.microsoft.com/office/powerpoint/2010/main" val="301235102"/>
              </p:ext>
            </p:extLst>
          </p:nvPr>
        </p:nvGraphicFramePr>
        <p:xfrm>
          <a:off x="2030136" y="3866750"/>
          <a:ext cx="2331526" cy="2842400"/>
        </p:xfrm>
        <a:graphic>
          <a:graphicData uri="http://schemas.openxmlformats.org/drawingml/2006/table">
            <a:tbl>
              <a:tblPr firstRow="1" bandRow="1">
                <a:tableStyleId>{5C22544A-7EE6-4342-B048-85BDC9FD1C3A}</a:tableStyleId>
              </a:tblPr>
              <a:tblGrid>
                <a:gridCol w="1165763">
                  <a:extLst>
                    <a:ext uri="{9D8B030D-6E8A-4147-A177-3AD203B41FA5}">
                      <a16:colId xmlns:a16="http://schemas.microsoft.com/office/drawing/2014/main" val="254935214"/>
                    </a:ext>
                  </a:extLst>
                </a:gridCol>
                <a:gridCol w="1165763">
                  <a:extLst>
                    <a:ext uri="{9D8B030D-6E8A-4147-A177-3AD203B41FA5}">
                      <a16:colId xmlns:a16="http://schemas.microsoft.com/office/drawing/2014/main" val="2894643554"/>
                    </a:ext>
                  </a:extLst>
                </a:gridCol>
              </a:tblGrid>
              <a:tr h="568480">
                <a:tc>
                  <a:txBody>
                    <a:bodyPr/>
                    <a:lstStyle/>
                    <a:p>
                      <a:pPr algn="ctr"/>
                      <a:r>
                        <a:rPr lang="en-US" sz="2000" i="1" dirty="0">
                          <a:ln>
                            <a:solidFill>
                              <a:schemeClr val="bg1"/>
                            </a:solidFill>
                          </a:ln>
                          <a:solidFill>
                            <a:schemeClr val="bg1"/>
                          </a:solidFill>
                          <a:latin typeface="+mn-lt"/>
                        </a:rPr>
                        <a:t>x</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tc>
                  <a:txBody>
                    <a:bodyPr/>
                    <a:lstStyle/>
                    <a:p>
                      <a:pPr algn="ctr"/>
                      <a:r>
                        <a:rPr lang="en-US" sz="2000" i="1" dirty="0">
                          <a:ln>
                            <a:solidFill>
                              <a:schemeClr val="bg1"/>
                            </a:solidFill>
                          </a:ln>
                          <a:solidFill>
                            <a:schemeClr val="bg1"/>
                          </a:solidFill>
                          <a:latin typeface="+mn-lt"/>
                        </a:rPr>
                        <a:t>y</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extLst>
                  <a:ext uri="{0D108BD9-81ED-4DB2-BD59-A6C34878D82A}">
                    <a16:rowId xmlns:a16="http://schemas.microsoft.com/office/drawing/2014/main" val="2893006398"/>
                  </a:ext>
                </a:extLst>
              </a:tr>
              <a:tr h="568480">
                <a:tc>
                  <a:txBody>
                    <a:bodyPr/>
                    <a:lstStyle/>
                    <a:p>
                      <a:pPr algn="ctr"/>
                      <a:r>
                        <a:rPr lang="en-US" sz="2000" b="0" dirty="0">
                          <a:ln>
                            <a:noFill/>
                          </a:ln>
                          <a:solidFill>
                            <a:srgbClr val="000000"/>
                          </a:solidFill>
                          <a:latin typeface="+mn-lt"/>
                        </a:rPr>
                        <a:t>−2.5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−6</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568480">
                <a:tc>
                  <a:txBody>
                    <a:bodyPr/>
                    <a:lstStyle/>
                    <a:p>
                      <a:pPr algn="ctr"/>
                      <a:r>
                        <a:rPr lang="en-US" sz="2000" b="0" dirty="0">
                          <a:ln>
                            <a:noFill/>
                          </a:ln>
                          <a:solidFill>
                            <a:srgbClr val="000000"/>
                          </a:solidFill>
                          <a:latin typeface="+mn-lt"/>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4</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568480">
                <a:tc>
                  <a:txBody>
                    <a:bodyPr/>
                    <a:lstStyle/>
                    <a:p>
                      <a:pPr algn="ctr"/>
                      <a:r>
                        <a:rPr lang="en-US" sz="2000" b="0" dirty="0">
                          <a:ln>
                            <a:noFill/>
                          </a:ln>
                          <a:solidFill>
                            <a:srgbClr val="000000"/>
                          </a:solidFill>
                          <a:latin typeface="+mn-lt"/>
                        </a:rPr>
                        <a:t>0.5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6</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568480">
                <a:tc>
                  <a:txBody>
                    <a:bodyPr/>
                    <a:lstStyle/>
                    <a:p>
                      <a:pPr algn="ctr"/>
                      <a:r>
                        <a:rPr lang="en-US" sz="2000" b="0" dirty="0">
                          <a:ln>
                            <a:noFill/>
                          </a:ln>
                          <a:solidFill>
                            <a:srgbClr val="000000"/>
                          </a:solidFill>
                          <a:latin typeface="+mn-lt"/>
                        </a:rPr>
                        <a:t>3</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latin typeface="+mn-lt"/>
                        </a:rPr>
                        <a:t>16</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p:sp>
        <p:nvSpPr>
          <p:cNvPr id="10" name="TextBox 9">
            <a:extLst>
              <a:ext uri="{FF2B5EF4-FFF2-40B4-BE49-F238E27FC236}">
                <a16:creationId xmlns:a16="http://schemas.microsoft.com/office/drawing/2014/main" id="{629771DC-5810-104A-31F1-FE8FBF1610BB}"/>
              </a:ext>
            </a:extLst>
          </p:cNvPr>
          <p:cNvSpPr txBox="1"/>
          <p:nvPr/>
        </p:nvSpPr>
        <p:spPr>
          <a:xfrm>
            <a:off x="6034410" y="3700230"/>
            <a:ext cx="4636385" cy="1384995"/>
          </a:xfrm>
          <a:prstGeom prst="rect">
            <a:avLst/>
          </a:prstGeom>
          <a:noFill/>
        </p:spPr>
        <p:txBody>
          <a:bodyPr wrap="square" rtlCol="0">
            <a:spAutoFit/>
          </a:bodyPr>
          <a:lstStyle/>
          <a:p>
            <a:pPr marL="403225" indent="-403225"/>
            <a:r>
              <a:rPr lang="en-US" sz="2800" dirty="0">
                <a:solidFill>
                  <a:srgbClr val="000000"/>
                </a:solidFill>
              </a:rPr>
              <a:t>b.  An elevator descends 4 feet</a:t>
            </a:r>
            <a:br>
              <a:rPr lang="en-US" sz="2800" dirty="0">
                <a:solidFill>
                  <a:srgbClr val="000000"/>
                </a:solidFill>
              </a:rPr>
            </a:br>
            <a:r>
              <a:rPr lang="en-US" sz="2800" dirty="0">
                <a:solidFill>
                  <a:srgbClr val="000000"/>
                </a:solidFill>
              </a:rPr>
              <a:t>every second.</a:t>
            </a:r>
          </a:p>
          <a:p>
            <a:endParaRPr lang="en-US" sz="2800" dirty="0">
              <a:solidFill>
                <a:srgbClr val="000000"/>
              </a:solidFill>
            </a:endParaRPr>
          </a:p>
        </p:txBody>
      </p:sp>
      <p:sp>
        <p:nvSpPr>
          <p:cNvPr id="1010" name="Slide Number 101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
        <p:nvSpPr>
          <p:cNvPr id="1011" name="Answer 101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321</a:t>
            </a:r>
          </a:p>
        </p:txBody>
      </p:sp>
      <p:sp>
        <p:nvSpPr>
          <p:cNvPr id="1012" name="Answer 1012"/>
          <p:cNvSpPr txBox="1"/>
          <p:nvPr/>
        </p:nvSpPr>
        <p:spPr>
          <a:xfrm>
            <a:off x="6032500" y="4699000"/>
            <a:ext cx="58420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b. The slope is −4. Neither parallel nor perpendicular to y = 4x − 3.</a:t>
            </a:r>
          </a:p>
        </p:txBody>
      </p:sp>
      <p:sp>
        <p:nvSpPr>
          <p:cNvPr id="1013" name="Answer 1013"/>
          <p:cNvSpPr txBox="1"/>
          <p:nvPr/>
        </p:nvSpPr>
        <p:spPr>
          <a:xfrm>
            <a:off x="4572000" y="5715000"/>
            <a:ext cx="73025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a. The slope is 4. Parallel to y = 4x − 3.</a:t>
            </a:r>
          </a:p>
        </p:txBody>
      </p:sp>
    </p:spTree>
    <p:extLst>
      <p:ext uri="{BB962C8B-B14F-4D97-AF65-F5344CB8AC3E}">
        <p14:creationId xmlns:p14="http://schemas.microsoft.com/office/powerpoint/2010/main" val="317048552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606995-0E25-8DF1-0EFC-825A8425BEE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D9331AE-E0B6-E562-687C-DA1CD6A0F52B}"/>
              </a:ext>
            </a:extLst>
          </p:cNvPr>
          <p:cNvSpPr>
            <a:spLocks noGrp="1"/>
          </p:cNvSpPr>
          <p:nvPr>
            <p:ph type="title"/>
          </p:nvPr>
        </p:nvSpPr>
        <p:spPr/>
        <p:txBody>
          <a:bodyPr/>
          <a:lstStyle/>
          <a:p>
            <a:pPr algn="l"/>
            <a:r>
              <a:rPr lang="en-US" b="1" dirty="0"/>
              <a:t>Slopes of Linear Relationships </a:t>
            </a:r>
            <a:r>
              <a:rPr lang="en-US" sz="2000" b="1" dirty="0">
                <a:solidFill>
                  <a:schemeClr val="bg1"/>
                </a:solidFill>
              </a:rPr>
              <a:t>(2 of 5)</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25A820EF-8837-A40A-8EE7-B820A59163CD}"/>
                  </a:ext>
                </a:extLst>
              </p:cNvPr>
              <p:cNvSpPr txBox="1"/>
              <p:nvPr/>
            </p:nvSpPr>
            <p:spPr>
              <a:xfrm>
                <a:off x="777240" y="1602522"/>
                <a:ext cx="3069176" cy="712631"/>
              </a:xfrm>
              <a:prstGeom prst="rect">
                <a:avLst/>
              </a:prstGeom>
              <a:noFill/>
            </p:spPr>
            <p:txBody>
              <a:bodyPr wrap="square" rtlCol="0">
                <a:spAutoFit/>
              </a:bodyPr>
              <a:lstStyle/>
              <a:p>
                <a:r>
                  <a:rPr lang="en-US" sz="2800" b="0" dirty="0">
                    <a:solidFill>
                      <a:srgbClr val="000000"/>
                    </a:solidFill>
                  </a:rPr>
                  <a:t>c.  </a:t>
                </a:r>
                <a:r>
                  <a:rPr lang="en-US" sz="2800" i="1" dirty="0">
                    <a:solidFill>
                      <a:srgbClr val="000000"/>
                    </a:solidFill>
                  </a:rPr>
                  <a:t>y</a:t>
                </a:r>
                <a:r>
                  <a:rPr lang="en-US" sz="2800" dirty="0">
                    <a:solidFill>
                      <a:srgbClr val="000000"/>
                    </a:solidFill>
                  </a:rPr>
                  <a:t> = </a:t>
                </a:r>
                <a14:m>
                  <m:oMath xmlns:m="http://schemas.openxmlformats.org/officeDocument/2006/math">
                    <m:f>
                      <m:fPr>
                        <m:ctrlPr>
                          <a:rPr lang="en-US" sz="2800" b="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1</m:t>
                        </m:r>
                      </m:num>
                      <m:den>
                        <m:r>
                          <a:rPr lang="en-US" sz="2800" b="0" i="1" smtClean="0">
                            <a:solidFill>
                              <a:srgbClr val="000000"/>
                            </a:solidFill>
                            <a:latin typeface="Cambria Math" panose="02040503050406030204" pitchFamily="18" charset="0"/>
                          </a:rPr>
                          <m:t>4</m:t>
                        </m:r>
                      </m:den>
                    </m:f>
                  </m:oMath>
                </a14:m>
                <a:r>
                  <a:rPr lang="en-US" sz="2800" i="1" dirty="0">
                    <a:solidFill>
                      <a:srgbClr val="000000"/>
                    </a:solidFill>
                  </a:rPr>
                  <a:t>x</a:t>
                </a:r>
                <a:r>
                  <a:rPr lang="en-US" sz="2800" dirty="0">
                    <a:solidFill>
                      <a:srgbClr val="000000"/>
                    </a:solidFill>
                  </a:rPr>
                  <a:t> + 5</a:t>
                </a:r>
              </a:p>
            </p:txBody>
          </p:sp>
        </mc:Choice>
        <mc:Fallback xmlns="">
          <p:sp>
            <p:nvSpPr>
              <p:cNvPr id="6" name="TextBox 5">
                <a:extLst>
                  <a:ext uri="{FF2B5EF4-FFF2-40B4-BE49-F238E27FC236}">
                    <a16:creationId xmlns:a16="http://schemas.microsoft.com/office/drawing/2014/main" id="{25A820EF-8837-A40A-8EE7-B820A59163CD}"/>
                  </a:ext>
                </a:extLst>
              </p:cNvPr>
              <p:cNvSpPr txBox="1">
                <a:spLocks noRot="1" noChangeAspect="1" noMove="1" noResize="1" noEditPoints="1" noAdjustHandles="1" noChangeArrowheads="1" noChangeShapeType="1" noTextEdit="1"/>
              </p:cNvSpPr>
              <p:nvPr/>
            </p:nvSpPr>
            <p:spPr>
              <a:xfrm>
                <a:off x="777240" y="1602522"/>
                <a:ext cx="3069176" cy="712631"/>
              </a:xfrm>
              <a:prstGeom prst="rect">
                <a:avLst/>
              </a:prstGeom>
              <a:blipFill>
                <a:blip r:embed="rId3"/>
                <a:stretch>
                  <a:fillRect l="-4175" b="-10256"/>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FED52763-745B-AD82-6523-93CF5CF5B262}"/>
              </a:ext>
            </a:extLst>
          </p:cNvPr>
          <p:cNvSpPr txBox="1"/>
          <p:nvPr/>
        </p:nvSpPr>
        <p:spPr>
          <a:xfrm>
            <a:off x="6091616" y="1697227"/>
            <a:ext cx="513708" cy="523220"/>
          </a:xfrm>
          <a:prstGeom prst="rect">
            <a:avLst/>
          </a:prstGeom>
          <a:noFill/>
        </p:spPr>
        <p:txBody>
          <a:bodyPr wrap="square" rtlCol="0">
            <a:spAutoFit/>
          </a:bodyPr>
          <a:lstStyle/>
          <a:p>
            <a:r>
              <a:rPr lang="en-US" sz="2800" dirty="0">
                <a:solidFill>
                  <a:srgbClr val="000000"/>
                </a:solidFill>
              </a:rPr>
              <a:t>d.</a:t>
            </a:r>
          </a:p>
        </p:txBody>
      </p:sp>
      <p:pic>
        <p:nvPicPr>
          <p:cNvPr id="11" name="Picture 10" descr="A graph of a line on the coordinate plane. The line rises from left to right through the points (0, negative 1) and (4, 0).">
            <a:extLst>
              <a:ext uri="{FF2B5EF4-FFF2-40B4-BE49-F238E27FC236}">
                <a16:creationId xmlns:a16="http://schemas.microsoft.com/office/drawing/2014/main" id="{FA26FB44-9918-0F4E-60EA-6D4081E43E43}"/>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6605324" y="1697227"/>
            <a:ext cx="3235411" cy="3245682"/>
          </a:xfrm>
          <a:prstGeom prst="rect">
            <a:avLst/>
          </a:prstGeom>
        </p:spPr>
      </p:pic>
      <p:sp>
        <p:nvSpPr>
          <p:cNvPr id="1011" name="Slide Number 101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
        <p:nvSpPr>
          <p:cNvPr id="1012" name="Answer 101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321</a:t>
            </a:r>
          </a:p>
        </p:txBody>
      </p:sp>
      <p:sp>
        <p:nvSpPr>
          <p:cNvPr id="1013" name="Answer 1013"/>
          <p:cNvSpPr txBox="1"/>
          <p:nvPr/>
        </p:nvSpPr>
        <p:spPr>
          <a:xfrm>
            <a:off x="774700" y="2540000"/>
            <a:ext cx="5080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c. The slope is 1/4. Neither parallel nor perpendicular to y = 4x − 3.</a:t>
            </a:r>
          </a:p>
        </p:txBody>
      </p:sp>
      <p:sp>
        <p:nvSpPr>
          <p:cNvPr id="1014" name="Answer 1014"/>
          <p:cNvSpPr txBox="1"/>
          <p:nvPr/>
        </p:nvSpPr>
        <p:spPr>
          <a:xfrm>
            <a:off x="6604000" y="5080000"/>
            <a:ext cx="5334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d. The slope is 1/4. Neither parallel nor perpendicular to y = 4x − 3.</a:t>
            </a:r>
          </a:p>
        </p:txBody>
      </p:sp>
    </p:spTree>
    <p:extLst>
      <p:ext uri="{BB962C8B-B14F-4D97-AF65-F5344CB8AC3E}">
        <p14:creationId xmlns:p14="http://schemas.microsoft.com/office/powerpoint/2010/main" val="584255538"/>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1D4F4-F333-B3EE-45A2-A92886F858B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907B504-EE9C-CCF8-6990-15695CDB1F6B}"/>
              </a:ext>
            </a:extLst>
          </p:cNvPr>
          <p:cNvSpPr>
            <a:spLocks noGrp="1"/>
          </p:cNvSpPr>
          <p:nvPr>
            <p:ph type="title"/>
          </p:nvPr>
        </p:nvSpPr>
        <p:spPr/>
        <p:txBody>
          <a:bodyPr/>
          <a:lstStyle/>
          <a:p>
            <a:pPr algn="l"/>
            <a:r>
              <a:rPr lang="en-US" b="1" dirty="0"/>
              <a:t>Slopes of Linear Relationships </a:t>
            </a:r>
            <a:r>
              <a:rPr lang="en-US" sz="2000" b="1" dirty="0">
                <a:solidFill>
                  <a:schemeClr val="bg1"/>
                </a:solidFill>
              </a:rPr>
              <a:t>(3 of 5)</a:t>
            </a:r>
          </a:p>
        </p:txBody>
      </p:sp>
      <p:sp>
        <p:nvSpPr>
          <p:cNvPr id="5" name="TextBox 4">
            <a:extLst>
              <a:ext uri="{FF2B5EF4-FFF2-40B4-BE49-F238E27FC236}">
                <a16:creationId xmlns:a16="http://schemas.microsoft.com/office/drawing/2014/main" id="{45F52E18-5661-7031-E060-1229566B5875}"/>
              </a:ext>
            </a:extLst>
          </p:cNvPr>
          <p:cNvSpPr txBox="1"/>
          <p:nvPr/>
        </p:nvSpPr>
        <p:spPr>
          <a:xfrm>
            <a:off x="777240" y="1629199"/>
            <a:ext cx="991171" cy="523220"/>
          </a:xfrm>
          <a:prstGeom prst="rect">
            <a:avLst/>
          </a:prstGeom>
          <a:noFill/>
        </p:spPr>
        <p:txBody>
          <a:bodyPr wrap="square" rtlCol="0">
            <a:spAutoFit/>
          </a:bodyPr>
          <a:lstStyle/>
          <a:p>
            <a:r>
              <a:rPr lang="en-US" sz="2800" dirty="0">
                <a:solidFill>
                  <a:srgbClr val="000000"/>
                </a:solidFill>
              </a:rPr>
              <a:t>e.</a:t>
            </a:r>
          </a:p>
        </p:txBody>
      </p:sp>
      <p:graphicFrame>
        <p:nvGraphicFramePr>
          <p:cNvPr id="2" name="Table 1">
            <a:extLst>
              <a:ext uri="{FF2B5EF4-FFF2-40B4-BE49-F238E27FC236}">
                <a16:creationId xmlns:a16="http://schemas.microsoft.com/office/drawing/2014/main" id="{2B0EF7E6-19AC-752C-19A0-2698FF3A0697}"/>
              </a:ext>
            </a:extLst>
          </p:cNvPr>
          <p:cNvGraphicFramePr>
            <a:graphicFrameLocks noGrp="1"/>
          </p:cNvGraphicFramePr>
          <p:nvPr>
            <p:extLst>
              <p:ext uri="{D42A27DB-BD31-4B8C-83A1-F6EECF244321}">
                <p14:modId xmlns:p14="http://schemas.microsoft.com/office/powerpoint/2010/main" val="814416451"/>
              </p:ext>
            </p:extLst>
          </p:nvPr>
        </p:nvGraphicFramePr>
        <p:xfrm>
          <a:off x="1346476" y="1797060"/>
          <a:ext cx="2513380" cy="3263880"/>
        </p:xfrm>
        <a:graphic>
          <a:graphicData uri="http://schemas.openxmlformats.org/drawingml/2006/table">
            <a:tbl>
              <a:tblPr firstRow="1" bandRow="1">
                <a:tableStyleId>{5C22544A-7EE6-4342-B048-85BDC9FD1C3A}</a:tableStyleId>
              </a:tblPr>
              <a:tblGrid>
                <a:gridCol w="1256690">
                  <a:extLst>
                    <a:ext uri="{9D8B030D-6E8A-4147-A177-3AD203B41FA5}">
                      <a16:colId xmlns:a16="http://schemas.microsoft.com/office/drawing/2014/main" val="254935214"/>
                    </a:ext>
                  </a:extLst>
                </a:gridCol>
                <a:gridCol w="1256690">
                  <a:extLst>
                    <a:ext uri="{9D8B030D-6E8A-4147-A177-3AD203B41FA5}">
                      <a16:colId xmlns:a16="http://schemas.microsoft.com/office/drawing/2014/main" val="2894643554"/>
                    </a:ext>
                  </a:extLst>
                </a:gridCol>
              </a:tblGrid>
              <a:tr h="652776">
                <a:tc>
                  <a:txBody>
                    <a:bodyPr/>
                    <a:lstStyle/>
                    <a:p>
                      <a:pPr algn="ctr"/>
                      <a:r>
                        <a:rPr lang="en-US" sz="2000" i="1" dirty="0">
                          <a:ln>
                            <a:solidFill>
                              <a:schemeClr val="bg1"/>
                            </a:solidFill>
                          </a:ln>
                          <a:solidFill>
                            <a:schemeClr val="bg1"/>
                          </a:solidFill>
                          <a:latin typeface="+mn-lt"/>
                        </a:rPr>
                        <a:t>x</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tc>
                  <a:txBody>
                    <a:bodyPr/>
                    <a:lstStyle/>
                    <a:p>
                      <a:pPr algn="ctr"/>
                      <a:r>
                        <a:rPr lang="en-US" sz="2000" i="1" dirty="0">
                          <a:ln>
                            <a:solidFill>
                              <a:schemeClr val="bg1"/>
                            </a:solidFill>
                          </a:ln>
                          <a:solidFill>
                            <a:schemeClr val="bg1"/>
                          </a:solidFill>
                          <a:latin typeface="+mn-lt"/>
                        </a:rPr>
                        <a:t>y</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extLst>
                  <a:ext uri="{0D108BD9-81ED-4DB2-BD59-A6C34878D82A}">
                    <a16:rowId xmlns:a16="http://schemas.microsoft.com/office/drawing/2014/main" val="2893006398"/>
                  </a:ext>
                </a:extLst>
              </a:tr>
              <a:tr h="652776">
                <a:tc>
                  <a:txBody>
                    <a:bodyPr/>
                    <a:lstStyle/>
                    <a:p>
                      <a:pPr algn="ctr"/>
                      <a:r>
                        <a:rPr lang="en-US" sz="2000" b="0" dirty="0">
                          <a:ln>
                            <a:noFill/>
                          </a:ln>
                          <a:solidFill>
                            <a:srgbClr val="000000"/>
                          </a:solidFill>
                        </a:rPr>
                        <a:t>−4</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3</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652776">
                <a:tc>
                  <a:txBody>
                    <a:bodyPr/>
                    <a:lstStyle/>
                    <a:p>
                      <a:pPr algn="ctr"/>
                      <a:r>
                        <a:rPr lang="en-US" sz="2000" b="0" dirty="0">
                          <a:ln>
                            <a:noFill/>
                          </a:ln>
                          <a:solidFill>
                            <a:srgbClr val="000000"/>
                          </a:solidFill>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2</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652776">
                <a:tc>
                  <a:txBody>
                    <a:bodyPr/>
                    <a:lstStyle/>
                    <a:p>
                      <a:pPr algn="ctr"/>
                      <a:r>
                        <a:rPr lang="en-US" sz="2000" b="0" dirty="0">
                          <a:ln>
                            <a:noFill/>
                          </a:ln>
                          <a:solidFill>
                            <a:srgbClr val="000000"/>
                          </a:solidFill>
                        </a:rPr>
                        <a:t>2</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652776">
                <a:tc>
                  <a:txBody>
                    <a:bodyPr/>
                    <a:lstStyle/>
                    <a:p>
                      <a:pPr algn="ctr"/>
                      <a:r>
                        <a:rPr lang="en-US" sz="2000" b="0" dirty="0">
                          <a:ln>
                            <a:noFill/>
                          </a:ln>
                          <a:solidFill>
                            <a:srgbClr val="000000"/>
                          </a:solidFill>
                        </a:rPr>
                        <a:t>8</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p:sp>
        <p:nvSpPr>
          <p:cNvPr id="3" name="TextBox 2">
            <a:extLst>
              <a:ext uri="{FF2B5EF4-FFF2-40B4-BE49-F238E27FC236}">
                <a16:creationId xmlns:a16="http://schemas.microsoft.com/office/drawing/2014/main" id="{590B6FBD-B52C-5A34-577A-06A5780A9437}"/>
              </a:ext>
            </a:extLst>
          </p:cNvPr>
          <p:cNvSpPr txBox="1"/>
          <p:nvPr/>
        </p:nvSpPr>
        <p:spPr>
          <a:xfrm>
            <a:off x="6095206" y="1629199"/>
            <a:ext cx="5053763" cy="954107"/>
          </a:xfrm>
          <a:prstGeom prst="rect">
            <a:avLst/>
          </a:prstGeom>
          <a:noFill/>
        </p:spPr>
        <p:txBody>
          <a:bodyPr wrap="square" rtlCol="0">
            <a:spAutoFit/>
          </a:bodyPr>
          <a:lstStyle/>
          <a:p>
            <a:pPr marL="344488" indent="-344488"/>
            <a:r>
              <a:rPr lang="en-US" sz="2800" dirty="0">
                <a:solidFill>
                  <a:srgbClr val="000000"/>
                </a:solidFill>
              </a:rPr>
              <a:t>f.  For every hour </a:t>
            </a:r>
            <a:r>
              <a:rPr lang="en-US" sz="2800" dirty="0" err="1">
                <a:solidFill>
                  <a:srgbClr val="000000"/>
                </a:solidFill>
              </a:rPr>
              <a:t>Chiletso</a:t>
            </a:r>
            <a:r>
              <a:rPr lang="en-US" sz="2800" dirty="0">
                <a:solidFill>
                  <a:srgbClr val="000000"/>
                </a:solidFill>
              </a:rPr>
              <a:t> bakes, she makes 4 dozen cookies.</a:t>
            </a: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
        <p:nvSpPr>
          <p:cNvPr id="1006" name="Answer 100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321</a:t>
            </a:r>
          </a:p>
        </p:txBody>
      </p:sp>
      <p:sp>
        <p:nvSpPr>
          <p:cNvPr id="1007" name="Answer 1007"/>
          <p:cNvSpPr txBox="1"/>
          <p:nvPr/>
        </p:nvSpPr>
        <p:spPr>
          <a:xfrm>
            <a:off x="1346200" y="5207000"/>
            <a:ext cx="4445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e. The slope is −1/4. Perpendicular to y = 4x − 3, since 4 · (−1/4) = −1.</a:t>
            </a:r>
          </a:p>
        </p:txBody>
      </p:sp>
      <p:sp>
        <p:nvSpPr>
          <p:cNvPr id="1008" name="Answer 1008"/>
          <p:cNvSpPr txBox="1"/>
          <p:nvPr/>
        </p:nvSpPr>
        <p:spPr>
          <a:xfrm>
            <a:off x="6159500" y="2946400"/>
            <a:ext cx="5588000" cy="6223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f. The slope is 4 (dozen cookies per hour). Parallel to y = 4x − 3.</a:t>
            </a:r>
          </a:p>
        </p:txBody>
      </p:sp>
    </p:spTree>
    <p:extLst>
      <p:ext uri="{BB962C8B-B14F-4D97-AF65-F5344CB8AC3E}">
        <p14:creationId xmlns:p14="http://schemas.microsoft.com/office/powerpoint/2010/main" val="40367051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3B2A8-7392-F2B1-2630-9D241FE0CCC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9DC49B4-7831-78CE-5E8F-C7EDCF1C2FAC}"/>
              </a:ext>
            </a:extLst>
          </p:cNvPr>
          <p:cNvSpPr>
            <a:spLocks noGrp="1"/>
          </p:cNvSpPr>
          <p:nvPr>
            <p:ph type="title"/>
          </p:nvPr>
        </p:nvSpPr>
        <p:spPr/>
        <p:txBody>
          <a:bodyPr/>
          <a:lstStyle/>
          <a:p>
            <a:pPr algn="l"/>
            <a:r>
              <a:rPr lang="en-US" b="1" dirty="0"/>
              <a:t>Slopes of Linear Relationships </a:t>
            </a:r>
            <a:r>
              <a:rPr lang="en-US" sz="2000" b="1" dirty="0">
                <a:solidFill>
                  <a:schemeClr val="bg1"/>
                </a:solidFill>
              </a:rPr>
              <a:t>(4 of 5)</a:t>
            </a:r>
          </a:p>
        </p:txBody>
      </p:sp>
      <p:sp>
        <p:nvSpPr>
          <p:cNvPr id="9" name="Text Placeholder 2">
            <a:extLst>
              <a:ext uri="{FF2B5EF4-FFF2-40B4-BE49-F238E27FC236}">
                <a16:creationId xmlns:a16="http://schemas.microsoft.com/office/drawing/2014/main" id="{78DEA9F7-F102-81CF-A4B7-DBED2BA2BBDE}"/>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Activity 4.1!</a:t>
            </a:r>
          </a:p>
        </p:txBody>
      </p:sp>
      <p:pic>
        <p:nvPicPr>
          <p:cNvPr id="2" name="Picture 1">
            <a:extLst>
              <a:ext uri="{FF2B5EF4-FFF2-40B4-BE49-F238E27FC236}">
                <a16:creationId xmlns:a16="http://schemas.microsoft.com/office/drawing/2014/main" id="{E53797F3-0727-38F9-CB80-F570BF5BD459}"/>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392137"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321</a:t>
            </a:r>
          </a:p>
        </p:txBody>
      </p:sp>
    </p:spTree>
    <p:extLst>
      <p:ext uri="{BB962C8B-B14F-4D97-AF65-F5344CB8AC3E}">
        <p14:creationId xmlns:p14="http://schemas.microsoft.com/office/powerpoint/2010/main" val="18817603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E7E271-242E-AEA2-475F-97E6DE8B5A4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07E0AD1-26B2-95E4-C316-FB63509529B8}"/>
              </a:ext>
            </a:extLst>
          </p:cNvPr>
          <p:cNvSpPr>
            <a:spLocks noGrp="1"/>
          </p:cNvSpPr>
          <p:nvPr>
            <p:ph type="title"/>
          </p:nvPr>
        </p:nvSpPr>
        <p:spPr/>
        <p:txBody>
          <a:bodyPr/>
          <a:lstStyle/>
          <a:p>
            <a:pPr algn="l"/>
            <a:r>
              <a:rPr lang="en-US" b="1" dirty="0"/>
              <a:t>Slopes of Linear Relationships </a:t>
            </a:r>
            <a:r>
              <a:rPr lang="en-US" sz="2000" b="1" dirty="0">
                <a:solidFill>
                  <a:schemeClr val="bg1"/>
                </a:solidFill>
              </a:rPr>
              <a:t>(5 of 5)</a:t>
            </a:r>
          </a:p>
        </p:txBody>
      </p:sp>
      <p:sp>
        <p:nvSpPr>
          <p:cNvPr id="9" name="Text Placeholder 2">
            <a:extLst>
              <a:ext uri="{FF2B5EF4-FFF2-40B4-BE49-F238E27FC236}">
                <a16:creationId xmlns:a16="http://schemas.microsoft.com/office/drawing/2014/main" id="{BF7A4BBF-95D4-B1D8-C7FF-4A24FF0F9D75}"/>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321</a:t>
            </a:r>
          </a:p>
        </p:txBody>
      </p:sp>
    </p:spTree>
    <p:extLst>
      <p:ext uri="{BB962C8B-B14F-4D97-AF65-F5344CB8AC3E}">
        <p14:creationId xmlns:p14="http://schemas.microsoft.com/office/powerpoint/2010/main" val="14842103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9294A3-71B0-2B5B-7430-A3F6FF94F80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AF65738B-3EEF-D8BE-8AB2-81703C3F4C19}"/>
              </a:ext>
            </a:extLst>
          </p:cNvPr>
          <p:cNvSpPr>
            <a:spLocks noGrp="1"/>
          </p:cNvSpPr>
          <p:nvPr>
            <p:ph type="title" idx="4294967295"/>
          </p:nvPr>
        </p:nvSpPr>
        <p:spPr>
          <a:xfrm>
            <a:off x="838200" y="-327171"/>
            <a:ext cx="10514013" cy="327171"/>
          </a:xfrm>
          <a:prstGeom prst="rect">
            <a:avLst/>
          </a:prstGeom>
        </p:spPr>
        <p:txBody>
          <a:bodyPr anchor="b"/>
          <a:lstStyle/>
          <a:p>
            <a:r>
              <a:rPr lang="en-US" sz="2000" dirty="0">
                <a:solidFill>
                  <a:schemeClr val="bg2"/>
                </a:solidFill>
              </a:rPr>
              <a:t>Activity 4.2</a:t>
            </a:r>
          </a:p>
        </p:txBody>
      </p:sp>
      <p:sp>
        <p:nvSpPr>
          <p:cNvPr id="3" name="Text Placeholder 2" descr="10 to 15 minutes">
            <a:extLst>
              <a:ext uri="{FF2B5EF4-FFF2-40B4-BE49-F238E27FC236}">
                <a16:creationId xmlns:a16="http://schemas.microsoft.com/office/drawing/2014/main" id="{357589AB-5F1D-5572-E397-D101AD9F6779}"/>
              </a:ext>
            </a:extLst>
          </p:cNvPr>
          <p:cNvSpPr>
            <a:spLocks noGrp="1"/>
          </p:cNvSpPr>
          <p:nvPr>
            <p:ph type="body" sz="quarter" idx="12"/>
          </p:nvPr>
        </p:nvSpPr>
        <p:spPr>
          <a:xfrm>
            <a:off x="10614990" y="5780973"/>
            <a:ext cx="863947" cy="795338"/>
          </a:xfrm>
        </p:spPr>
        <p:txBody>
          <a:bodyPr/>
          <a:lstStyle/>
          <a:p>
            <a:r>
              <a:rPr lang="en-US" b="1" dirty="0"/>
              <a:t>10–15</a:t>
            </a:r>
          </a:p>
        </p:txBody>
      </p:sp>
      <p:sp>
        <p:nvSpPr>
          <p:cNvPr id="2" name="Text Placeholder 1">
            <a:extLst>
              <a:ext uri="{FF2B5EF4-FFF2-40B4-BE49-F238E27FC236}">
                <a16:creationId xmlns:a16="http://schemas.microsoft.com/office/drawing/2014/main" id="{8C7244A1-AD17-AEC1-E16E-BE38F7FBB8D0}"/>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4.2</a:t>
            </a: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extLst>
      <p:ext uri="{BB962C8B-B14F-4D97-AF65-F5344CB8AC3E}">
        <p14:creationId xmlns:p14="http://schemas.microsoft.com/office/powerpoint/2010/main" val="34716944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D9FB43-679B-E397-30E3-50A521E99FC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49FA50D-5DB0-765E-2A80-183E705A899F}"/>
              </a:ext>
            </a:extLst>
          </p:cNvPr>
          <p:cNvSpPr>
            <a:spLocks noGrp="1"/>
          </p:cNvSpPr>
          <p:nvPr>
            <p:ph type="title"/>
          </p:nvPr>
        </p:nvSpPr>
        <p:spPr/>
        <p:txBody>
          <a:bodyPr/>
          <a:lstStyle/>
          <a:p>
            <a:pPr algn="l"/>
            <a:r>
              <a:rPr lang="en-US" b="1" dirty="0"/>
              <a:t>Comparing Tables and Graphs </a:t>
            </a:r>
            <a:r>
              <a:rPr lang="en-US" sz="2000" b="1" dirty="0">
                <a:solidFill>
                  <a:schemeClr val="bg1"/>
                </a:solidFill>
              </a:rPr>
              <a:t>(1 of 5)</a:t>
            </a:r>
          </a:p>
        </p:txBody>
      </p:sp>
      <p:pic>
        <p:nvPicPr>
          <p:cNvPr id="7" name="Picture 6" descr="Problem solving has 5 steps. Notice, organize, analyze, interpret, and report. Interpreting may also lead back to organizing.">
            <a:extLst>
              <a:ext uri="{FF2B5EF4-FFF2-40B4-BE49-F238E27FC236}">
                <a16:creationId xmlns:a16="http://schemas.microsoft.com/office/drawing/2014/main" id="{3CC95000-1B72-4F43-2C90-C62D4CFAA31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777240" y="1451046"/>
            <a:ext cx="1546994" cy="2301439"/>
          </a:xfrm>
          <a:prstGeom prst="rect">
            <a:avLst/>
          </a:prstGeom>
        </p:spPr>
      </p:pic>
      <p:sp>
        <p:nvSpPr>
          <p:cNvPr id="5" name="Speech Bubble: Rectangle with Corners Rounded 4">
            <a:extLst>
              <a:ext uri="{FF2B5EF4-FFF2-40B4-BE49-F238E27FC236}">
                <a16:creationId xmlns:a16="http://schemas.microsoft.com/office/drawing/2014/main" id="{AAA53DF8-5EF3-31F9-D30C-00BF5849A5DE}"/>
              </a:ext>
            </a:extLst>
          </p:cNvPr>
          <p:cNvSpPr/>
          <p:nvPr/>
        </p:nvSpPr>
        <p:spPr>
          <a:xfrm>
            <a:off x="777240" y="4580350"/>
            <a:ext cx="2036729" cy="1565005"/>
          </a:xfrm>
          <a:prstGeom prst="wedgeRoundRectCallout">
            <a:avLst>
              <a:gd name="adj1" fmla="val -34981"/>
              <a:gd name="adj2" fmla="val -64545"/>
              <a:gd name="adj3" fmla="val 16667"/>
            </a:avLst>
          </a:prstGeom>
          <a:solidFill>
            <a:schemeClr val="bg1"/>
          </a:solidFill>
          <a:ln>
            <a:solidFill>
              <a:srgbClr val="008F4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dirty="0">
                <a:solidFill>
                  <a:srgbClr val="236739"/>
                </a:solidFill>
              </a:rPr>
              <a:t>Ask Yourself…</a:t>
            </a:r>
          </a:p>
          <a:p>
            <a:r>
              <a:rPr lang="en-US" dirty="0">
                <a:solidFill>
                  <a:srgbClr val="000000"/>
                </a:solidFill>
              </a:rPr>
              <a:t>How else can you represent this information?</a:t>
            </a:r>
          </a:p>
        </p:txBody>
      </p:sp>
      <p:sp>
        <p:nvSpPr>
          <p:cNvPr id="9" name="Text Placeholder 2">
            <a:extLst>
              <a:ext uri="{FF2B5EF4-FFF2-40B4-BE49-F238E27FC236}">
                <a16:creationId xmlns:a16="http://schemas.microsoft.com/office/drawing/2014/main" id="{AEE2E1EC-37FF-202A-334C-24D7800D23D2}"/>
              </a:ext>
            </a:extLst>
          </p:cNvPr>
          <p:cNvSpPr txBox="1">
            <a:spLocks/>
          </p:cNvSpPr>
          <p:nvPr/>
        </p:nvSpPr>
        <p:spPr>
          <a:xfrm>
            <a:off x="2813970" y="1315064"/>
            <a:ext cx="8939004" cy="213876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Large recycling centers pay out different amounts per ton of cardboard recycled. Travis County Recycling Center lists its payout amounts in a table, and Hays County uses a graph to advertise its payout amounts. The two centers’ payout amounts are close but not equal.</a:t>
            </a:r>
          </a:p>
        </p:txBody>
      </p:sp>
      <p:sp>
        <p:nvSpPr>
          <p:cNvPr id="12" name="TextBox 11">
            <a:extLst>
              <a:ext uri="{FF2B5EF4-FFF2-40B4-BE49-F238E27FC236}">
                <a16:creationId xmlns:a16="http://schemas.microsoft.com/office/drawing/2014/main" id="{9B602097-0E67-507C-EAAE-F0E1F475B81E}"/>
              </a:ext>
            </a:extLst>
          </p:cNvPr>
          <p:cNvSpPr txBox="1"/>
          <p:nvPr/>
        </p:nvSpPr>
        <p:spPr>
          <a:xfrm>
            <a:off x="3729994" y="3662175"/>
            <a:ext cx="2801932" cy="400110"/>
          </a:xfrm>
          <a:prstGeom prst="rect">
            <a:avLst/>
          </a:prstGeom>
          <a:noFill/>
        </p:spPr>
        <p:txBody>
          <a:bodyPr wrap="square" rtlCol="0">
            <a:spAutoFit/>
          </a:bodyPr>
          <a:lstStyle/>
          <a:p>
            <a:r>
              <a:rPr lang="en-US" sz="2000" b="1" dirty="0">
                <a:solidFill>
                  <a:srgbClr val="000000"/>
                </a:solidFill>
              </a:rPr>
              <a:t>Travis County Recycling</a:t>
            </a:r>
          </a:p>
        </p:txBody>
      </p:sp>
      <p:graphicFrame>
        <p:nvGraphicFramePr>
          <p:cNvPr id="10" name="Table 9">
            <a:extLst>
              <a:ext uri="{FF2B5EF4-FFF2-40B4-BE49-F238E27FC236}">
                <a16:creationId xmlns:a16="http://schemas.microsoft.com/office/drawing/2014/main" id="{D4E7480A-4CC5-5AB9-169E-C627D029530D}"/>
              </a:ext>
            </a:extLst>
          </p:cNvPr>
          <p:cNvGraphicFramePr>
            <a:graphicFrameLocks noGrp="1"/>
          </p:cNvGraphicFramePr>
          <p:nvPr>
            <p:extLst>
              <p:ext uri="{D42A27DB-BD31-4B8C-83A1-F6EECF244321}">
                <p14:modId xmlns:p14="http://schemas.microsoft.com/office/powerpoint/2010/main" val="1095333599"/>
              </p:ext>
            </p:extLst>
          </p:nvPr>
        </p:nvGraphicFramePr>
        <p:xfrm>
          <a:off x="3881199" y="4186744"/>
          <a:ext cx="2036738" cy="2470340"/>
        </p:xfrm>
        <a:graphic>
          <a:graphicData uri="http://schemas.openxmlformats.org/drawingml/2006/table">
            <a:tbl>
              <a:tblPr firstRow="1" bandRow="1">
                <a:tableStyleId>{5C22544A-7EE6-4342-B048-85BDC9FD1C3A}</a:tableStyleId>
              </a:tblPr>
              <a:tblGrid>
                <a:gridCol w="1018369">
                  <a:extLst>
                    <a:ext uri="{9D8B030D-6E8A-4147-A177-3AD203B41FA5}">
                      <a16:colId xmlns:a16="http://schemas.microsoft.com/office/drawing/2014/main" val="254935214"/>
                    </a:ext>
                  </a:extLst>
                </a:gridCol>
                <a:gridCol w="1018369">
                  <a:extLst>
                    <a:ext uri="{9D8B030D-6E8A-4147-A177-3AD203B41FA5}">
                      <a16:colId xmlns:a16="http://schemas.microsoft.com/office/drawing/2014/main" val="2894643554"/>
                    </a:ext>
                  </a:extLst>
                </a:gridCol>
              </a:tblGrid>
              <a:tr h="494068">
                <a:tc>
                  <a:txBody>
                    <a:bodyPr/>
                    <a:lstStyle/>
                    <a:p>
                      <a:pPr algn="ctr"/>
                      <a:r>
                        <a:rPr lang="en-US" sz="2000" i="1" dirty="0">
                          <a:ln>
                            <a:solidFill>
                              <a:schemeClr val="bg1"/>
                            </a:solidFill>
                          </a:ln>
                          <a:solidFill>
                            <a:schemeClr val="bg1"/>
                          </a:solidFill>
                        </a:rPr>
                        <a:t>x</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tc>
                  <a:txBody>
                    <a:bodyPr/>
                    <a:lstStyle/>
                    <a:p>
                      <a:pPr algn="ctr"/>
                      <a:r>
                        <a:rPr lang="en-US" sz="2000" i="1" dirty="0">
                          <a:ln>
                            <a:solidFill>
                              <a:schemeClr val="bg1"/>
                            </a:solidFill>
                          </a:ln>
                          <a:solidFill>
                            <a:schemeClr val="bg1"/>
                          </a:solidFill>
                        </a:rPr>
                        <a:t>y</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extLst>
                  <a:ext uri="{0D108BD9-81ED-4DB2-BD59-A6C34878D82A}">
                    <a16:rowId xmlns:a16="http://schemas.microsoft.com/office/drawing/2014/main" val="2893006398"/>
                  </a:ext>
                </a:extLst>
              </a:tr>
              <a:tr h="494068">
                <a:tc>
                  <a:txBody>
                    <a:bodyPr/>
                    <a:lstStyle/>
                    <a:p>
                      <a:pPr algn="ctr"/>
                      <a:r>
                        <a:rPr lang="en-US" sz="2000" b="0" dirty="0">
                          <a:ln>
                            <a:noFill/>
                          </a:ln>
                          <a:solidFill>
                            <a:srgbClr val="000000"/>
                          </a:solidFill>
                        </a:rPr>
                        <a:t>0.5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$7.50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494068">
                <a:tc>
                  <a:txBody>
                    <a:bodyPr/>
                    <a:lstStyle/>
                    <a:p>
                      <a:pPr algn="ctr"/>
                      <a:r>
                        <a:rPr lang="en-US" sz="2000" b="0" dirty="0">
                          <a:ln>
                            <a:noFill/>
                          </a:ln>
                          <a:solidFill>
                            <a:srgbClr val="000000"/>
                          </a:solidFill>
                        </a:rPr>
                        <a:t>1</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494068">
                <a:tc>
                  <a:txBody>
                    <a:bodyPr/>
                    <a:lstStyle/>
                    <a:p>
                      <a:pPr algn="ctr"/>
                      <a:r>
                        <a:rPr lang="en-US" sz="2000" b="0" dirty="0">
                          <a:ln>
                            <a:noFill/>
                          </a:ln>
                          <a:solidFill>
                            <a:srgbClr val="000000"/>
                          </a:solidFill>
                        </a:rPr>
                        <a:t>1.5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$22.50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494068">
                <a:tc>
                  <a:txBody>
                    <a:bodyPr/>
                    <a:lstStyle/>
                    <a:p>
                      <a:pPr algn="ctr"/>
                      <a:r>
                        <a:rPr lang="en-US" sz="2000" b="0" dirty="0">
                          <a:ln>
                            <a:noFill/>
                          </a:ln>
                          <a:solidFill>
                            <a:srgbClr val="000000"/>
                          </a:solidFill>
                        </a:rPr>
                        <a:t>2</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$30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p:sp>
        <p:nvSpPr>
          <p:cNvPr id="11" name="TextBox 10">
            <a:extLst>
              <a:ext uri="{FF2B5EF4-FFF2-40B4-BE49-F238E27FC236}">
                <a16:creationId xmlns:a16="http://schemas.microsoft.com/office/drawing/2014/main" id="{DEC69AC1-CE6F-25C1-7714-9E66263A65E4}"/>
              </a:ext>
            </a:extLst>
          </p:cNvPr>
          <p:cNvSpPr txBox="1"/>
          <p:nvPr/>
        </p:nvSpPr>
        <p:spPr>
          <a:xfrm>
            <a:off x="7246695" y="3662175"/>
            <a:ext cx="2801932" cy="400110"/>
          </a:xfrm>
          <a:prstGeom prst="rect">
            <a:avLst/>
          </a:prstGeom>
          <a:noFill/>
        </p:spPr>
        <p:txBody>
          <a:bodyPr wrap="square" rtlCol="0">
            <a:spAutoFit/>
          </a:bodyPr>
          <a:lstStyle/>
          <a:p>
            <a:r>
              <a:rPr lang="en-US" sz="2000" b="1" dirty="0">
                <a:solidFill>
                  <a:srgbClr val="000000"/>
                </a:solidFill>
              </a:rPr>
              <a:t>Hays County Recycling</a:t>
            </a:r>
          </a:p>
        </p:txBody>
      </p:sp>
      <p:pic>
        <p:nvPicPr>
          <p:cNvPr id="3" name="Picture 2" descr="A graph of a line on the coordinate plane. The line rises from left to right through the points (0, 0) and (0.5, 10) and (1, 20). ">
            <a:extLst>
              <a:ext uri="{FF2B5EF4-FFF2-40B4-BE49-F238E27FC236}">
                <a16:creationId xmlns:a16="http://schemas.microsoft.com/office/drawing/2014/main" id="{FBDA78C2-5D68-8A9B-FD6D-1E5ADCB30F91}"/>
              </a:ext>
            </a:extLst>
          </p:cNvPr>
          <p:cNvPicPr>
            <a:picLocks noChangeAspect="1"/>
          </p:cNvPicPr>
          <p:nvPr/>
        </p:nvPicPr>
        <p:blipFill>
          <a:blip r:embed="rId4" cstate="screen">
            <a:extLst>
              <a:ext uri="{28A0092B-C50C-407E-A947-70E740481C1C}">
                <a14:useLocalDpi xmlns:a14="http://schemas.microsoft.com/office/drawing/2010/main"/>
              </a:ext>
            </a:extLst>
          </a:blip>
          <a:srcRect/>
          <a:stretch/>
        </p:blipFill>
        <p:spPr>
          <a:xfrm>
            <a:off x="7146805" y="4058645"/>
            <a:ext cx="2742610" cy="2746488"/>
          </a:xfrm>
          <a:prstGeom prst="rect">
            <a:avLst/>
          </a:prstGeom>
        </p:spPr>
      </p:pic>
      <p:cxnSp>
        <p:nvCxnSpPr>
          <p:cNvPr id="8" name="Straight Connector 7">
            <a:extLst>
              <a:ext uri="{FF2B5EF4-FFF2-40B4-BE49-F238E27FC236}">
                <a16:creationId xmlns:a16="http://schemas.microsoft.com/office/drawing/2014/main" id="{F0C79E61-783E-8A08-0630-45DB87C64CEA}"/>
              </a:ext>
              <a:ext uri="{C183D7F6-B498-43B3-948B-1728B52AA6E4}">
                <adec:decorative xmlns:adec="http://schemas.microsoft.com/office/drawing/2017/decorative" val="1"/>
              </a:ext>
            </a:extLst>
          </p:cNvPr>
          <p:cNvCxnSpPr>
            <a:cxnSpLocks/>
          </p:cNvCxnSpPr>
          <p:nvPr/>
        </p:nvCxnSpPr>
        <p:spPr>
          <a:xfrm>
            <a:off x="6701741" y="3752485"/>
            <a:ext cx="0" cy="2945608"/>
          </a:xfrm>
          <a:prstGeom prst="line">
            <a:avLst/>
          </a:prstGeom>
          <a:ln>
            <a:solidFill>
              <a:srgbClr val="000000"/>
            </a:solidFill>
          </a:ln>
        </p:spPr>
        <p:style>
          <a:lnRef idx="2">
            <a:schemeClr val="accent1"/>
          </a:lnRef>
          <a:fillRef idx="0">
            <a:schemeClr val="accent1"/>
          </a:fillRef>
          <a:effectRef idx="1">
            <a:schemeClr val="accent1"/>
          </a:effectRef>
          <a:fontRef idx="minor">
            <a:schemeClr val="tx1"/>
          </a:fontRef>
        </p:style>
      </p:cxnSp>
      <p:sp>
        <p:nvSpPr>
          <p:cNvPr id="1012" name="Slide Number 101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
        <p:nvSpPr>
          <p:cNvPr id="1013" name="Answer 101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322</a:t>
            </a:r>
          </a:p>
        </p:txBody>
      </p:sp>
    </p:spTree>
    <p:extLst>
      <p:ext uri="{BB962C8B-B14F-4D97-AF65-F5344CB8AC3E}">
        <p14:creationId xmlns:p14="http://schemas.microsoft.com/office/powerpoint/2010/main" val="41138013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AC1517-642A-EA37-4DDE-B1563C40E93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B459C77-8992-C4E5-D2BB-2198F40557A1}"/>
              </a:ext>
            </a:extLst>
          </p:cNvPr>
          <p:cNvSpPr>
            <a:spLocks noGrp="1"/>
          </p:cNvSpPr>
          <p:nvPr>
            <p:ph type="title"/>
          </p:nvPr>
        </p:nvSpPr>
        <p:spPr/>
        <p:txBody>
          <a:bodyPr/>
          <a:lstStyle/>
          <a:p>
            <a:pPr algn="l"/>
            <a:r>
              <a:rPr lang="en-US" b="1" dirty="0"/>
              <a:t>Comparing Tables and Graphs </a:t>
            </a:r>
            <a:r>
              <a:rPr lang="en-US" sz="2000" b="1" dirty="0">
                <a:solidFill>
                  <a:schemeClr val="bg1"/>
                </a:solidFill>
              </a:rPr>
              <a:t>(2 of 5)</a:t>
            </a:r>
          </a:p>
        </p:txBody>
      </p:sp>
      <p:sp>
        <p:nvSpPr>
          <p:cNvPr id="9" name="Text Placeholder 2">
            <a:extLst>
              <a:ext uri="{FF2B5EF4-FFF2-40B4-BE49-F238E27FC236}">
                <a16:creationId xmlns:a16="http://schemas.microsoft.com/office/drawing/2014/main" id="{1D8551D8-EB69-A1B3-909C-7E019355E286}"/>
              </a:ext>
            </a:extLst>
          </p:cNvPr>
          <p:cNvSpPr txBox="1">
            <a:spLocks/>
          </p:cNvSpPr>
          <p:nvPr/>
        </p:nvSpPr>
        <p:spPr>
          <a:xfrm>
            <a:off x="777240" y="1579172"/>
            <a:ext cx="11126738" cy="419659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1175" indent="-511175">
              <a:buFont typeface="+mj-lt"/>
              <a:buAutoNum type="arabicPeriod"/>
            </a:pPr>
            <a:r>
              <a:rPr lang="en-US" sz="2800" dirty="0">
                <a:solidFill>
                  <a:srgbClr val="000000"/>
                </a:solidFill>
              </a:rPr>
              <a:t>Each representation shows a functional relationship between quantities. Label the quantities and their units in the table and on the graph.</a:t>
            </a:r>
            <a:br>
              <a:rPr lang="en-US" sz="2800" dirty="0">
                <a:solidFill>
                  <a:srgbClr val="000000"/>
                </a:solidFill>
              </a:rPr>
            </a:br>
            <a:br>
              <a:rPr lang="en-US" sz="2800" dirty="0">
                <a:solidFill>
                  <a:srgbClr val="000000"/>
                </a:solidFill>
              </a:rPr>
            </a:br>
            <a:endParaRPr lang="en-US" sz="2800" dirty="0">
              <a:solidFill>
                <a:srgbClr val="000000"/>
              </a:solidFill>
            </a:endParaRPr>
          </a:p>
          <a:p>
            <a:pPr marL="511175" lvl="1" indent="0">
              <a:lnSpc>
                <a:spcPct val="100000"/>
              </a:lnSpc>
              <a:spcBef>
                <a:spcPts val="200"/>
              </a:spcBef>
              <a:spcAft>
                <a:spcPts val="600"/>
              </a:spcAft>
              <a:buNone/>
            </a:pPr>
            <a:r>
              <a:rPr lang="en-US" sz="1800" dirty="0">
                <a:solidFill>
                  <a:srgbClr val="FF0000"/>
                </a:solidFill>
              </a:rPr>
              <a:t>Table and graph: x = weight of cardboard (tons); y = payout amount (dollars).</a:t>
            </a:r>
          </a:p>
          <a:p>
            <a:pPr marL="511175" indent="-511175">
              <a:buFont typeface="+mj-lt"/>
              <a:buAutoNum type="arabicPeriod"/>
            </a:pPr>
            <a:r>
              <a:rPr lang="en-US" sz="2800" dirty="0">
                <a:solidFill>
                  <a:srgbClr val="000000"/>
                </a:solidFill>
              </a:rPr>
              <a:t>Let </a:t>
            </a:r>
            <a:r>
              <a:rPr lang="en-US" sz="2800" i="1" dirty="0">
                <a:solidFill>
                  <a:srgbClr val="000000"/>
                </a:solidFill>
              </a:rPr>
              <a:t>w</a:t>
            </a:r>
            <a:r>
              <a:rPr lang="en-US" sz="2800" dirty="0">
                <a:solidFill>
                  <a:srgbClr val="000000"/>
                </a:solidFill>
              </a:rPr>
              <a:t>(</a:t>
            </a:r>
            <a:r>
              <a:rPr lang="en-US" sz="2800" i="1" dirty="0">
                <a:solidFill>
                  <a:srgbClr val="000000"/>
                </a:solidFill>
              </a:rPr>
              <a:t>x</a:t>
            </a:r>
            <a:r>
              <a:rPr lang="en-US" sz="2800" dirty="0">
                <a:solidFill>
                  <a:srgbClr val="000000"/>
                </a:solidFill>
              </a:rPr>
              <a:t>) represent the function for Travis County, and let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represent the function for Hays County. Use &gt;, &lt;, or = to complete each statement.</a:t>
            </a:r>
          </a:p>
          <a:p>
            <a:pPr marL="457200" indent="-457200">
              <a:buFont typeface="+mj-lt"/>
              <a:buAutoNum type="arabicPeriod"/>
            </a:pPr>
            <a:endParaRPr lang="en-US" sz="2800" dirty="0">
              <a:solidFill>
                <a:srgbClr val="000000"/>
              </a:solidFill>
            </a:endParaRPr>
          </a:p>
          <a:p>
            <a:pPr marL="461963" indent="0">
              <a:buNone/>
            </a:pPr>
            <a:r>
              <a:rPr lang="en-US" sz="2800" dirty="0">
                <a:solidFill>
                  <a:srgbClr val="000000"/>
                </a:solidFill>
              </a:rPr>
              <a:t>a.  </a:t>
            </a:r>
            <a:r>
              <a:rPr lang="en-US" sz="2800" i="1" dirty="0">
                <a:solidFill>
                  <a:srgbClr val="000000"/>
                </a:solidFill>
              </a:rPr>
              <a:t>w</a:t>
            </a:r>
            <a:r>
              <a:rPr lang="en-US" sz="2800" dirty="0">
                <a:solidFill>
                  <a:srgbClr val="000000"/>
                </a:solidFill>
              </a:rPr>
              <a:t>(0.5) ___ </a:t>
            </a:r>
            <a:r>
              <a:rPr lang="en-US" sz="2800" i="1" dirty="0">
                <a:solidFill>
                  <a:srgbClr val="000000"/>
                </a:solidFill>
              </a:rPr>
              <a:t>j</a:t>
            </a:r>
            <a:r>
              <a:rPr lang="en-US" sz="2800" dirty="0">
                <a:solidFill>
                  <a:srgbClr val="000000"/>
                </a:solidFill>
              </a:rPr>
              <a:t>(0.5)        b.  </a:t>
            </a:r>
            <a:r>
              <a:rPr lang="en-US" sz="2800" i="1" dirty="0">
                <a:solidFill>
                  <a:srgbClr val="000000"/>
                </a:solidFill>
              </a:rPr>
              <a:t>w</a:t>
            </a:r>
            <a:r>
              <a:rPr lang="en-US" sz="2800" dirty="0">
                <a:solidFill>
                  <a:srgbClr val="000000"/>
                </a:solidFill>
              </a:rPr>
              <a:t>(1) ____ </a:t>
            </a:r>
            <a:r>
              <a:rPr lang="en-US" sz="2800" i="1" dirty="0">
                <a:solidFill>
                  <a:srgbClr val="000000"/>
                </a:solidFill>
              </a:rPr>
              <a:t>j</a:t>
            </a:r>
            <a:r>
              <a:rPr lang="en-US" sz="2800" dirty="0">
                <a:solidFill>
                  <a:srgbClr val="000000"/>
                </a:solidFill>
              </a:rPr>
              <a:t>(1)        c. </a:t>
            </a:r>
            <a:r>
              <a:rPr lang="en-US" sz="2800" i="1" dirty="0">
                <a:solidFill>
                  <a:srgbClr val="000000"/>
                </a:solidFill>
              </a:rPr>
              <a:t>w</a:t>
            </a:r>
            <a:r>
              <a:rPr lang="en-US" sz="2800" dirty="0">
                <a:solidFill>
                  <a:srgbClr val="000000"/>
                </a:solidFill>
              </a:rPr>
              <a:t>(3) ____ </a:t>
            </a:r>
            <a:r>
              <a:rPr lang="en-US" sz="2800" i="1" dirty="0">
                <a:solidFill>
                  <a:srgbClr val="000000"/>
                </a:solidFill>
              </a:rPr>
              <a:t>j</a:t>
            </a:r>
            <a:r>
              <a:rPr lang="en-US" sz="2800" dirty="0">
                <a:solidFill>
                  <a:srgbClr val="000000"/>
                </a:solidFill>
              </a:rPr>
              <a:t>(3)</a:t>
            </a:r>
          </a:p>
          <a:p>
            <a:pPr marL="461963" lvl="1" indent="0">
              <a:lnSpc>
                <a:spcPct val="100000"/>
              </a:lnSpc>
              <a:spcBef>
                <a:spcPts val="200"/>
              </a:spcBef>
              <a:spcAft>
                <a:spcPts val="600"/>
              </a:spcAft>
              <a:buNone/>
            </a:pPr>
            <a:r>
              <a:rPr lang="en-US" sz="1800" dirty="0">
                <a:solidFill>
                  <a:srgbClr val="FF0000"/>
                </a:solidFill>
              </a:rPr>
              <a:t>a. w(0.5) &lt; j(0.5) (7.50 &lt; 10)     b. w(1) &lt; j(1) (15 &lt; 20)     c. w(3) &lt; j(3) (45 &lt; 60)</a:t>
            </a:r>
          </a:p>
          <a:p>
            <a:pPr marL="461963" lvl="1" indent="0">
              <a:lnSpc>
                <a:spcPct val="100000"/>
              </a:lnSpc>
              <a:spcBef>
                <a:spcPts val="200"/>
              </a:spcBef>
              <a:spcAft>
                <a:spcPts val="600"/>
              </a:spcAft>
              <a:buNone/>
            </a:pPr>
            <a:r>
              <a:rPr lang="en-US" sz="1600" dirty="0">
                <a:solidFill>
                  <a:srgbClr val="FF0000"/>
                </a:solidFill>
              </a:rPr>
              <a:t>Travis pays $15 per ton and Hays pays $20 per ton, so Hays pays more for every weight.</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322</a:t>
            </a:r>
          </a:p>
        </p:txBody>
      </p:sp>
    </p:spTree>
    <p:extLst>
      <p:ext uri="{BB962C8B-B14F-4D97-AF65-F5344CB8AC3E}">
        <p14:creationId xmlns:p14="http://schemas.microsoft.com/office/powerpoint/2010/main" val="187861119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27273-E160-AE17-2C8F-4000733C070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A6456B8-09EC-EC2D-BE37-F0D1FBC21E15}"/>
              </a:ext>
            </a:extLst>
          </p:cNvPr>
          <p:cNvSpPr>
            <a:spLocks noGrp="1"/>
          </p:cNvSpPr>
          <p:nvPr>
            <p:ph type="title"/>
          </p:nvPr>
        </p:nvSpPr>
        <p:spPr/>
        <p:txBody>
          <a:bodyPr/>
          <a:lstStyle/>
          <a:p>
            <a:pPr algn="l"/>
            <a:r>
              <a:rPr lang="en-US" b="1" dirty="0"/>
              <a:t>Comparing Tables and Graphs </a:t>
            </a:r>
            <a:r>
              <a:rPr lang="en-US" sz="2000" b="1" dirty="0">
                <a:solidFill>
                  <a:schemeClr val="bg1"/>
                </a:solidFill>
              </a:rPr>
              <a:t>(3 of 5)</a:t>
            </a:r>
          </a:p>
        </p:txBody>
      </p:sp>
      <p:sp>
        <p:nvSpPr>
          <p:cNvPr id="2" name="Speech Bubble: Rectangle with Corners Rounded 1">
            <a:extLst>
              <a:ext uri="{FF2B5EF4-FFF2-40B4-BE49-F238E27FC236}">
                <a16:creationId xmlns:a16="http://schemas.microsoft.com/office/drawing/2014/main" id="{A3ECA2D0-3874-2669-315F-CD2D427C63E7}"/>
              </a:ext>
            </a:extLst>
          </p:cNvPr>
          <p:cNvSpPr/>
          <p:nvPr/>
        </p:nvSpPr>
        <p:spPr>
          <a:xfrm>
            <a:off x="777240" y="3773561"/>
            <a:ext cx="2251724" cy="2002203"/>
          </a:xfrm>
          <a:prstGeom prst="wedgeRoundRectCallout">
            <a:avLst>
              <a:gd name="adj1" fmla="val -35009"/>
              <a:gd name="adj2" fmla="val -62482"/>
              <a:gd name="adj3" fmla="val 16667"/>
            </a:avLst>
          </a:prstGeom>
          <a:ln>
            <a:solidFill>
              <a:srgbClr val="008F4C"/>
            </a:solidFill>
          </a:ln>
        </p:spPr>
        <p:style>
          <a:lnRef idx="2">
            <a:schemeClr val="accent6"/>
          </a:lnRef>
          <a:fillRef idx="1">
            <a:schemeClr val="lt1"/>
          </a:fillRef>
          <a:effectRef idx="0">
            <a:schemeClr val="accent6"/>
          </a:effectRef>
          <a:fontRef idx="minor">
            <a:schemeClr val="dk1"/>
          </a:fontRef>
        </p:style>
        <p:txBody>
          <a:bodyPr rtlCol="0" anchor="ctr"/>
          <a:lstStyle/>
          <a:p>
            <a:r>
              <a:rPr lang="en-US" sz="2000" b="1" dirty="0">
                <a:solidFill>
                  <a:srgbClr val="2B8147"/>
                </a:solidFill>
              </a:rPr>
              <a:t>Ask Yourself…</a:t>
            </a:r>
          </a:p>
          <a:p>
            <a:r>
              <a:rPr lang="en-US" sz="2000" dirty="0">
                <a:solidFill>
                  <a:srgbClr val="000000"/>
                </a:solidFill>
              </a:rPr>
              <a:t>Did you complete all the steps in the problem- solving model?</a:t>
            </a:r>
          </a:p>
        </p:txBody>
      </p:sp>
      <p:sp>
        <p:nvSpPr>
          <p:cNvPr id="9" name="Text Placeholder 2">
            <a:extLst>
              <a:ext uri="{FF2B5EF4-FFF2-40B4-BE49-F238E27FC236}">
                <a16:creationId xmlns:a16="http://schemas.microsoft.com/office/drawing/2014/main" id="{FB671D66-4878-CA17-EF73-C232678174E7}"/>
              </a:ext>
            </a:extLst>
          </p:cNvPr>
          <p:cNvSpPr txBox="1">
            <a:spLocks/>
          </p:cNvSpPr>
          <p:nvPr/>
        </p:nvSpPr>
        <p:spPr>
          <a:xfrm>
            <a:off x="3355596" y="1579172"/>
            <a:ext cx="8057578" cy="419659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1175" indent="-511175">
              <a:buFont typeface="+mj-lt"/>
              <a:buAutoNum type="arabicPeriod" startAt="3"/>
            </a:pPr>
            <a:r>
              <a:rPr lang="en-US" sz="2800" dirty="0">
                <a:solidFill>
                  <a:srgbClr val="000000"/>
                </a:solidFill>
              </a:rPr>
              <a:t>Compare the </a:t>
            </a:r>
            <a:r>
              <a:rPr lang="en-US" sz="2800" i="1" dirty="0">
                <a:solidFill>
                  <a:srgbClr val="000000"/>
                </a:solidFill>
              </a:rPr>
              <a:t>y</a:t>
            </a:r>
            <a:r>
              <a:rPr lang="en-US" sz="2800" dirty="0">
                <a:solidFill>
                  <a:srgbClr val="000000"/>
                </a:solidFill>
              </a:rPr>
              <a:t>-intercepts of each relationship. What does each </a:t>
            </a:r>
            <a:r>
              <a:rPr lang="en-US" sz="2800" i="1" dirty="0">
                <a:solidFill>
                  <a:srgbClr val="000000"/>
                </a:solidFill>
              </a:rPr>
              <a:t>y</a:t>
            </a:r>
            <a:r>
              <a:rPr lang="en-US" sz="2800" dirty="0">
                <a:solidFill>
                  <a:srgbClr val="000000"/>
                </a:solidFill>
              </a:rPr>
              <a:t>-intercept mean in terms of the relationship between the quantities? </a:t>
            </a:r>
            <a:br>
              <a:rPr lang="en-US" sz="2800" dirty="0">
                <a:solidFill>
                  <a:srgbClr val="000000"/>
                </a:solidFill>
              </a:rPr>
            </a:br>
            <a:br>
              <a:rPr lang="en-US" sz="2800" dirty="0">
                <a:solidFill>
                  <a:srgbClr val="000000"/>
                </a:solidFill>
              </a:rPr>
            </a:br>
            <a:br>
              <a:rPr lang="en-US" sz="2800" dirty="0">
                <a:solidFill>
                  <a:srgbClr val="000000"/>
                </a:solidFill>
              </a:rPr>
            </a:br>
            <a:endParaRPr lang="en-US" sz="2800" dirty="0">
              <a:solidFill>
                <a:srgbClr val="000000"/>
              </a:solidFill>
            </a:endParaRPr>
          </a:p>
          <a:p>
            <a:pPr marL="511175" lvl="1" indent="0">
              <a:lnSpc>
                <a:spcPct val="100000"/>
              </a:lnSpc>
              <a:spcBef>
                <a:spcPts val="200"/>
              </a:spcBef>
              <a:spcAft>
                <a:spcPts val="600"/>
              </a:spcAft>
              <a:buNone/>
            </a:pPr>
            <a:r>
              <a:rPr lang="en-US" sz="1800" dirty="0">
                <a:solidFill>
                  <a:srgbClr val="FF0000"/>
                </a:solidFill>
              </a:rPr>
              <a:t>Both y-intercepts are 0: each center pays $0 for 0 tons of cardboard.</a:t>
            </a:r>
          </a:p>
          <a:p>
            <a:pPr marL="511175" indent="-511175">
              <a:buFont typeface="+mj-lt"/>
              <a:buAutoNum type="arabicPeriod" startAt="3"/>
            </a:pPr>
            <a:r>
              <a:rPr lang="en-US" sz="2800" dirty="0">
                <a:solidFill>
                  <a:srgbClr val="000000"/>
                </a:solidFill>
              </a:rPr>
              <a:t>Which recycling center would you choose? Provide evidence to justify your choice.</a:t>
            </a:r>
          </a:p>
          <a:p>
            <a:pPr marL="511175" lvl="1" indent="0">
              <a:lnSpc>
                <a:spcPct val="100000"/>
              </a:lnSpc>
              <a:spcBef>
                <a:spcPts val="200"/>
              </a:spcBef>
              <a:spcAft>
                <a:spcPts val="600"/>
              </a:spcAft>
              <a:buNone/>
            </a:pPr>
            <a:r>
              <a:rPr lang="en-US" sz="1800" dirty="0">
                <a:solidFill>
                  <a:srgbClr val="FF0000"/>
                </a:solidFill>
              </a:rPr>
              <a:t>Hays County: it pays $20 per ton, while Travis County pays only $15 per ton, so Hays pays more for any weight.</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322</a:t>
            </a:r>
          </a:p>
        </p:txBody>
      </p:sp>
    </p:spTree>
    <p:extLst>
      <p:ext uri="{BB962C8B-B14F-4D97-AF65-F5344CB8AC3E}">
        <p14:creationId xmlns:p14="http://schemas.microsoft.com/office/powerpoint/2010/main" val="484427831"/>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8A2B8-E7A5-239A-AB90-27F851486FF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31D3B88-0F9E-47D9-4A39-F7295D961309}"/>
              </a:ext>
            </a:extLst>
          </p:cNvPr>
          <p:cNvSpPr>
            <a:spLocks noGrp="1"/>
          </p:cNvSpPr>
          <p:nvPr>
            <p:ph type="title"/>
          </p:nvPr>
        </p:nvSpPr>
        <p:spPr/>
        <p:txBody>
          <a:bodyPr/>
          <a:lstStyle/>
          <a:p>
            <a:pPr algn="l"/>
            <a:r>
              <a:rPr lang="en-US" b="1" dirty="0"/>
              <a:t>Comparing Tables and Graphs </a:t>
            </a:r>
            <a:r>
              <a:rPr lang="en-US" sz="2000" b="1" dirty="0">
                <a:solidFill>
                  <a:schemeClr val="bg1"/>
                </a:solidFill>
              </a:rPr>
              <a:t>(4 of 5)</a:t>
            </a:r>
          </a:p>
        </p:txBody>
      </p:sp>
      <p:sp>
        <p:nvSpPr>
          <p:cNvPr id="9" name="Text Placeholder 2">
            <a:extLst>
              <a:ext uri="{FF2B5EF4-FFF2-40B4-BE49-F238E27FC236}">
                <a16:creationId xmlns:a16="http://schemas.microsoft.com/office/drawing/2014/main" id="{1E3F3D64-7D3E-6B78-AAE0-10266D78BD13}"/>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revisit the Essential Question and summarize our learning from Activity 4.2!</a:t>
            </a:r>
          </a:p>
          <a:p>
            <a:pPr marL="0" indent="0" algn="l">
              <a:buNone/>
            </a:pPr>
            <a:endParaRPr lang="en-US" sz="2800" dirty="0">
              <a:solidFill>
                <a:srgbClr val="000000"/>
              </a:solidFill>
            </a:endParaRPr>
          </a:p>
          <a:p>
            <a:pPr marL="0" indent="0" algn="l">
              <a:buNone/>
            </a:pPr>
            <a:endParaRPr lang="en-US" sz="2800" dirty="0">
              <a:solidFill>
                <a:srgbClr val="000000"/>
              </a:solidFill>
            </a:endParaRPr>
          </a:p>
          <a:p>
            <a:pPr marL="0" indent="0">
              <a:buNone/>
            </a:pPr>
            <a:r>
              <a:rPr lang="en-US" sz="2800" b="1" dirty="0">
                <a:solidFill>
                  <a:srgbClr val="000000"/>
                </a:solidFill>
              </a:rPr>
              <a:t>Essential Question: </a:t>
            </a:r>
            <a:r>
              <a:rPr lang="en-US" sz="2800" dirty="0">
                <a:solidFill>
                  <a:srgbClr val="000000"/>
                </a:solidFill>
              </a:rPr>
              <a:t>How does each linear function representation compare with the others?</a:t>
            </a:r>
          </a:p>
        </p:txBody>
      </p:sp>
      <p:pic>
        <p:nvPicPr>
          <p:cNvPr id="2" name="Picture 1">
            <a:extLst>
              <a:ext uri="{FF2B5EF4-FFF2-40B4-BE49-F238E27FC236}">
                <a16:creationId xmlns:a16="http://schemas.microsoft.com/office/drawing/2014/main" id="{98440FB1-39B9-061D-40CB-0A334D956407}"/>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322</a:t>
            </a:r>
          </a:p>
        </p:txBody>
      </p:sp>
    </p:spTree>
    <p:extLst>
      <p:ext uri="{BB962C8B-B14F-4D97-AF65-F5344CB8AC3E}">
        <p14:creationId xmlns:p14="http://schemas.microsoft.com/office/powerpoint/2010/main" val="40058835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8A2B8-E7A5-239A-AB90-27F851486FF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31D3B88-0F9E-47D9-4A39-F7295D961309}"/>
              </a:ext>
            </a:extLst>
          </p:cNvPr>
          <p:cNvSpPr>
            <a:spLocks noGrp="1"/>
          </p:cNvSpPr>
          <p:nvPr>
            <p:ph type="title"/>
          </p:nvPr>
        </p:nvSpPr>
        <p:spPr/>
        <p:txBody>
          <a:bodyPr/>
          <a:lstStyle/>
          <a:p>
            <a:pPr algn="l"/>
            <a:r>
              <a:rPr lang="en-US" b="1" dirty="0"/>
              <a:t>Comparing Tables and Graphs </a:t>
            </a:r>
            <a:r>
              <a:rPr lang="en-US" sz="2000" b="1" dirty="0">
                <a:solidFill>
                  <a:schemeClr val="bg1"/>
                </a:solidFill>
              </a:rPr>
              <a:t>(5 of 5)</a:t>
            </a:r>
          </a:p>
        </p:txBody>
      </p:sp>
      <p:sp>
        <p:nvSpPr>
          <p:cNvPr id="9" name="Text Placeholder 2">
            <a:extLst>
              <a:ext uri="{FF2B5EF4-FFF2-40B4-BE49-F238E27FC236}">
                <a16:creationId xmlns:a16="http://schemas.microsoft.com/office/drawing/2014/main" id="{1E3F3D64-7D3E-6B78-AAE0-10266D78BD13}"/>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322</a:t>
            </a:r>
          </a:p>
        </p:txBody>
      </p:sp>
    </p:spTree>
    <p:extLst>
      <p:ext uri="{BB962C8B-B14F-4D97-AF65-F5344CB8AC3E}">
        <p14:creationId xmlns:p14="http://schemas.microsoft.com/office/powerpoint/2010/main" val="28880718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C23B1-A7C4-B510-11E0-844AB53675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E40077-E9EB-22FE-3669-DBAB21E52430}"/>
              </a:ext>
            </a:extLst>
          </p:cNvPr>
          <p:cNvSpPr>
            <a:spLocks noGrp="1"/>
          </p:cNvSpPr>
          <p:nvPr>
            <p:ph type="title" idx="4294967295"/>
          </p:nvPr>
        </p:nvSpPr>
        <p:spPr>
          <a:xfrm>
            <a:off x="838200" y="-293615"/>
            <a:ext cx="10514013" cy="293615"/>
          </a:xfrm>
          <a:prstGeom prst="rect">
            <a:avLst/>
          </a:prstGeom>
        </p:spPr>
        <p:txBody>
          <a:bodyPr anchor="b"/>
          <a:lstStyle/>
          <a:p>
            <a:r>
              <a:rPr lang="en-US" sz="2000" dirty="0">
                <a:solidFill>
                  <a:schemeClr val="bg2"/>
                </a:solidFill>
              </a:rPr>
              <a:t>Day 2</a:t>
            </a:r>
          </a:p>
        </p:txBody>
      </p:sp>
      <p:sp>
        <p:nvSpPr>
          <p:cNvPr id="4" name="Text Placeholder 3">
            <a:extLst>
              <a:ext uri="{FF2B5EF4-FFF2-40B4-BE49-F238E27FC236}">
                <a16:creationId xmlns:a16="http://schemas.microsoft.com/office/drawing/2014/main" id="{0121904A-B8B4-6752-A102-C93D57D6149D}"/>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dirty="0">
                <a:solidFill>
                  <a:srgbClr val="000000"/>
                </a:solidFill>
                <a:latin typeface="Calibri" panose="020F0502020204030204" pitchFamily="34" charset="0"/>
                <a:ea typeface="Calibri" panose="020F0502020204030204" pitchFamily="34" charset="0"/>
                <a:cs typeface="Calibri" panose="020F0502020204030204" pitchFamily="34" charset="0"/>
              </a:rPr>
              <a:t>2</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extLst>
      <p:ext uri="{BB962C8B-B14F-4D97-AF65-F5344CB8AC3E}">
        <p14:creationId xmlns:p14="http://schemas.microsoft.com/office/powerpoint/2010/main" val="34013051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39297-DC1A-EE1B-1BCD-85B926A0626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9B73218-8467-BB46-14F9-C712C34E5D9D}"/>
              </a:ext>
            </a:extLst>
          </p:cNvPr>
          <p:cNvSpPr>
            <a:spLocks noGrp="1"/>
          </p:cNvSpPr>
          <p:nvPr>
            <p:ph type="title"/>
          </p:nvPr>
        </p:nvSpPr>
        <p:spPr/>
        <p:txBody>
          <a:bodyPr/>
          <a:lstStyle/>
          <a:p>
            <a:pPr algn="l"/>
            <a:r>
              <a:rPr lang="en-US" b="1" dirty="0"/>
              <a:t>Essential Question </a:t>
            </a:r>
            <a:r>
              <a:rPr lang="en-US" sz="2000" b="1" dirty="0">
                <a:solidFill>
                  <a:schemeClr val="bg1"/>
                </a:solidFill>
              </a:rPr>
              <a:t>(2 of 2)</a:t>
            </a:r>
          </a:p>
        </p:txBody>
      </p:sp>
      <p:sp>
        <p:nvSpPr>
          <p:cNvPr id="2" name="Text Placeholder 2">
            <a:extLst>
              <a:ext uri="{FF2B5EF4-FFF2-40B4-BE49-F238E27FC236}">
                <a16:creationId xmlns:a16="http://schemas.microsoft.com/office/drawing/2014/main" id="{92FDB5BD-B6FE-FA4D-9B15-7B3949553616}"/>
              </a:ext>
            </a:extLst>
          </p:cNvPr>
          <p:cNvSpPr txBox="1">
            <a:spLocks/>
          </p:cNvSpPr>
          <p:nvPr/>
        </p:nvSpPr>
        <p:spPr>
          <a:xfrm>
            <a:off x="777240" y="1616140"/>
            <a:ext cx="9893556" cy="435120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24"/>
              </a:spcBef>
              <a:buNone/>
            </a:pPr>
            <a:r>
              <a:rPr lang="en-US" sz="2800" dirty="0">
                <a:solidFill>
                  <a:srgbClr val="000000"/>
                </a:solidFill>
              </a:rPr>
              <a:t>How does each linear function representation compare with</a:t>
            </a:r>
            <a:br>
              <a:rPr lang="en-US" sz="2800" dirty="0">
                <a:solidFill>
                  <a:srgbClr val="000000"/>
                </a:solidFill>
              </a:rPr>
            </a:br>
            <a:r>
              <a:rPr lang="en-US" sz="2800" dirty="0">
                <a:solidFill>
                  <a:srgbClr val="000000"/>
                </a:solidFill>
              </a:rPr>
              <a:t>the others?</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319</a:t>
            </a:r>
          </a:p>
        </p:txBody>
      </p:sp>
      <p:sp>
        <p:nvSpPr>
          <p:cNvPr id="1006" name="Answer 1006"/>
          <p:cNvSpPr txBox="1"/>
          <p:nvPr/>
        </p:nvSpPr>
        <p:spPr>
          <a:xfrm>
            <a:off x="774700" y="2667000"/>
            <a:ext cx="10731500" cy="2667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Every representation (equation, table, graph or verbal description) shows the same key features: the slope or rate of change and the y-intercept or starting value. Compare functions by finding these in each form: equal slopes mean parallel lines, slopes with a product of −1 mean perpendicular lines, and the quantities and units tell what the slope and y-intercept mean in the situation.</a:t>
            </a:r>
          </a:p>
        </p:txBody>
      </p:sp>
    </p:spTree>
    <p:extLst>
      <p:ext uri="{BB962C8B-B14F-4D97-AF65-F5344CB8AC3E}">
        <p14:creationId xmlns:p14="http://schemas.microsoft.com/office/powerpoint/2010/main" val="281496941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6A8CAF8-33A1-73A0-1DF9-85DF59BD096A}"/>
              </a:ext>
            </a:extLst>
          </p:cNvPr>
          <p:cNvSpPr>
            <a:spLocks noGrp="1"/>
          </p:cNvSpPr>
          <p:nvPr>
            <p:ph type="title" idx="4294967295"/>
          </p:nvPr>
        </p:nvSpPr>
        <p:spPr>
          <a:xfrm>
            <a:off x="838200" y="-335560"/>
            <a:ext cx="10514013" cy="335560"/>
          </a:xfrm>
          <a:prstGeom prst="rect">
            <a:avLst/>
          </a:prstGeom>
        </p:spPr>
        <p:txBody>
          <a:bodyPr anchor="b"/>
          <a:lstStyle/>
          <a:p>
            <a:r>
              <a:rPr lang="en-US" sz="2000" dirty="0">
                <a:solidFill>
                  <a:schemeClr val="bg2"/>
                </a:solidFill>
              </a:rPr>
              <a:t>Activity 4.3</a:t>
            </a:r>
          </a:p>
        </p:txBody>
      </p:sp>
      <p:sp>
        <p:nvSpPr>
          <p:cNvPr id="3" name="Text Placeholder 2" descr="10 to 15 minutes">
            <a:extLst>
              <a:ext uri="{FF2B5EF4-FFF2-40B4-BE49-F238E27FC236}">
                <a16:creationId xmlns:a16="http://schemas.microsoft.com/office/drawing/2014/main" id="{3CD62AF3-8219-7AEB-1717-BB4B2CD0985B}"/>
              </a:ext>
            </a:extLst>
          </p:cNvPr>
          <p:cNvSpPr>
            <a:spLocks noGrp="1"/>
          </p:cNvSpPr>
          <p:nvPr>
            <p:ph type="body" sz="quarter" idx="12"/>
          </p:nvPr>
        </p:nvSpPr>
        <p:spPr>
          <a:xfrm>
            <a:off x="10614990" y="5780973"/>
            <a:ext cx="863947" cy="795338"/>
          </a:xfrm>
        </p:spPr>
        <p:txBody>
          <a:bodyPr/>
          <a:lstStyle/>
          <a:p>
            <a:r>
              <a:rPr lang="en-US" b="1" dirty="0"/>
              <a:t>10–15</a:t>
            </a:r>
          </a:p>
        </p:txBody>
      </p:sp>
      <p:sp>
        <p:nvSpPr>
          <p:cNvPr id="2" name="Text Placeholder 1">
            <a:extLst>
              <a:ext uri="{FF2B5EF4-FFF2-40B4-BE49-F238E27FC236}">
                <a16:creationId xmlns:a16="http://schemas.microsoft.com/office/drawing/2014/main" id="{7EB81C6C-A8E6-CE4C-2D52-7AD639B7578C}"/>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4.3</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extLst>
      <p:ext uri="{BB962C8B-B14F-4D97-AF65-F5344CB8AC3E}">
        <p14:creationId xmlns:p14="http://schemas.microsoft.com/office/powerpoint/2010/main" val="21915947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A4545A-3D71-901A-3A0F-A9C4785446B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4C32C40-A528-AE21-0E15-934866AEA8C1}"/>
              </a:ext>
            </a:extLst>
          </p:cNvPr>
          <p:cNvSpPr>
            <a:spLocks noGrp="1"/>
          </p:cNvSpPr>
          <p:nvPr>
            <p:ph type="title"/>
          </p:nvPr>
        </p:nvSpPr>
        <p:spPr/>
        <p:txBody>
          <a:bodyPr/>
          <a:lstStyle/>
          <a:p>
            <a:pPr algn="l"/>
            <a:r>
              <a:rPr lang="en-US" b="1" dirty="0"/>
              <a:t>Comparing Equations and Tables </a:t>
            </a:r>
            <a:r>
              <a:rPr lang="en-US" sz="2000" b="1" dirty="0">
                <a:solidFill>
                  <a:schemeClr val="bg1"/>
                </a:solidFill>
              </a:rPr>
              <a:t>(1 of 5)</a:t>
            </a:r>
          </a:p>
        </p:txBody>
      </p:sp>
      <p:sp>
        <p:nvSpPr>
          <p:cNvPr id="9" name="Text Placeholder 2">
            <a:extLst>
              <a:ext uri="{FF2B5EF4-FFF2-40B4-BE49-F238E27FC236}">
                <a16:creationId xmlns:a16="http://schemas.microsoft.com/office/drawing/2014/main" id="{83860D54-4F35-5E29-42D9-6BBA44259024}"/>
              </a:ext>
            </a:extLst>
          </p:cNvPr>
          <p:cNvSpPr txBox="1">
            <a:spLocks/>
          </p:cNvSpPr>
          <p:nvPr/>
        </p:nvSpPr>
        <p:spPr>
          <a:xfrm>
            <a:off x="787702" y="1567172"/>
            <a:ext cx="9874706" cy="186182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Xavier and Joey are friends who live in different countries. When they chat online and talk about the weather, one of them always uses temperature in degrees Celsius while the other talks about temperature using degrees Fahrenheit. </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323</a:t>
            </a:r>
          </a:p>
        </p:txBody>
      </p:sp>
    </p:spTree>
    <p:extLst>
      <p:ext uri="{BB962C8B-B14F-4D97-AF65-F5344CB8AC3E}">
        <p14:creationId xmlns:p14="http://schemas.microsoft.com/office/powerpoint/2010/main" val="18283088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66F426-C8C4-BB22-4D99-7B3424CE7B3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3D7DACD-E219-6A46-95D9-79D4F02087E1}"/>
              </a:ext>
            </a:extLst>
          </p:cNvPr>
          <p:cNvSpPr>
            <a:spLocks noGrp="1"/>
          </p:cNvSpPr>
          <p:nvPr>
            <p:ph type="title"/>
          </p:nvPr>
        </p:nvSpPr>
        <p:spPr/>
        <p:txBody>
          <a:bodyPr/>
          <a:lstStyle/>
          <a:p>
            <a:pPr algn="l"/>
            <a:r>
              <a:rPr lang="en-US" b="1" dirty="0"/>
              <a:t>Comparing Equations and Tables </a:t>
            </a:r>
            <a:r>
              <a:rPr lang="en-US" sz="2000" b="1" dirty="0">
                <a:solidFill>
                  <a:schemeClr val="bg1"/>
                </a:solidFill>
              </a:rPr>
              <a:t>(2 of 5)</a:t>
            </a:r>
          </a:p>
        </p:txBody>
      </p:sp>
      <p:sp>
        <p:nvSpPr>
          <p:cNvPr id="9" name="Text Placeholder 2">
            <a:extLst>
              <a:ext uri="{FF2B5EF4-FFF2-40B4-BE49-F238E27FC236}">
                <a16:creationId xmlns:a16="http://schemas.microsoft.com/office/drawing/2014/main" id="{98146092-35D7-A869-E537-D03D918EBA8D}"/>
              </a:ext>
            </a:extLst>
          </p:cNvPr>
          <p:cNvSpPr txBox="1">
            <a:spLocks/>
          </p:cNvSpPr>
          <p:nvPr/>
        </p:nvSpPr>
        <p:spPr>
          <a:xfrm>
            <a:off x="777240" y="1602297"/>
            <a:ext cx="8643595" cy="144290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Xavier uses an equation to convert Joey’s temperatures, and Joey looks at a table to convert Xavier’s temperatures. The equation and part of the table are shown.</a:t>
            </a:r>
          </a:p>
        </p:txBody>
      </p:sp>
      <p:sp>
        <p:nvSpPr>
          <p:cNvPr id="7" name="TextBox 6">
            <a:extLst>
              <a:ext uri="{FF2B5EF4-FFF2-40B4-BE49-F238E27FC236}">
                <a16:creationId xmlns:a16="http://schemas.microsoft.com/office/drawing/2014/main" id="{E890A0AE-DA40-E2D7-6CE0-AB535611B0F5}"/>
              </a:ext>
            </a:extLst>
          </p:cNvPr>
          <p:cNvSpPr txBox="1"/>
          <p:nvPr/>
        </p:nvSpPr>
        <p:spPr>
          <a:xfrm>
            <a:off x="9740758" y="1804757"/>
            <a:ext cx="1845522" cy="1037985"/>
          </a:xfrm>
          <a:prstGeom prst="rect">
            <a:avLst/>
          </a:prstGeom>
          <a:noFill/>
          <a:ln w="31750">
            <a:solidFill>
              <a:srgbClr val="236739"/>
            </a:solidFill>
            <a:prstDash val="sysDot"/>
          </a:ln>
        </p:spPr>
        <p:txBody>
          <a:bodyPr wrap="square" lIns="182880" rtlCol="0" anchor="ctr" anchorCtr="0">
            <a:noAutofit/>
          </a:bodyPr>
          <a:lstStyle/>
          <a:p>
            <a:r>
              <a:rPr lang="en-US" sz="2000" b="1" dirty="0">
                <a:solidFill>
                  <a:srgbClr val="236739"/>
                </a:solidFill>
              </a:rPr>
              <a:t>Remember…</a:t>
            </a:r>
          </a:p>
          <a:p>
            <a:r>
              <a:rPr lang="en-US" sz="2000" dirty="0">
                <a:solidFill>
                  <a:srgbClr val="000000"/>
                </a:solidFill>
              </a:rPr>
              <a:t>0°C = 32°F</a:t>
            </a:r>
          </a:p>
        </p:txBody>
      </p:sp>
      <p:cxnSp>
        <p:nvCxnSpPr>
          <p:cNvPr id="8" name="Straight Connector 7">
            <a:extLst>
              <a:ext uri="{FF2B5EF4-FFF2-40B4-BE49-F238E27FC236}">
                <a16:creationId xmlns:a16="http://schemas.microsoft.com/office/drawing/2014/main" id="{1D141E9D-E57A-48F7-0E9A-9F329E6075E0}"/>
              </a:ext>
              <a:ext uri="{C183D7F6-B498-43B3-948B-1728B52AA6E4}">
                <adec:decorative xmlns:adec="http://schemas.microsoft.com/office/drawing/2017/decorative" val="1"/>
              </a:ext>
            </a:extLst>
          </p:cNvPr>
          <p:cNvCxnSpPr/>
          <p:nvPr/>
        </p:nvCxnSpPr>
        <p:spPr>
          <a:xfrm>
            <a:off x="4342192" y="3364355"/>
            <a:ext cx="0" cy="2844946"/>
          </a:xfrm>
          <a:prstGeom prst="line">
            <a:avLst/>
          </a:prstGeom>
          <a:ln>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5E71218A-6A63-FB45-8E77-9A32AC9E1444}"/>
              </a:ext>
            </a:extLst>
          </p:cNvPr>
          <p:cNvSpPr txBox="1"/>
          <p:nvPr/>
        </p:nvSpPr>
        <p:spPr>
          <a:xfrm>
            <a:off x="1062058" y="3208139"/>
            <a:ext cx="1708004" cy="461665"/>
          </a:xfrm>
          <a:prstGeom prst="rect">
            <a:avLst/>
          </a:prstGeom>
          <a:noFill/>
        </p:spPr>
        <p:txBody>
          <a:bodyPr wrap="square" rtlCol="0">
            <a:spAutoFit/>
          </a:bodyPr>
          <a:lstStyle/>
          <a:p>
            <a:r>
              <a:rPr lang="en-US" sz="2400" b="1" dirty="0">
                <a:solidFill>
                  <a:srgbClr val="000000"/>
                </a:solidFill>
              </a:rPr>
              <a:t>Joey’s Table</a:t>
            </a:r>
          </a:p>
        </p:txBody>
      </p:sp>
      <p:graphicFrame>
        <p:nvGraphicFramePr>
          <p:cNvPr id="10" name="Table 9">
            <a:extLst>
              <a:ext uri="{FF2B5EF4-FFF2-40B4-BE49-F238E27FC236}">
                <a16:creationId xmlns:a16="http://schemas.microsoft.com/office/drawing/2014/main" id="{F901D451-7586-48FB-D37B-9F8A5078480A}"/>
              </a:ext>
            </a:extLst>
          </p:cNvPr>
          <p:cNvGraphicFramePr>
            <a:graphicFrameLocks noGrp="1"/>
          </p:cNvGraphicFramePr>
          <p:nvPr>
            <p:extLst>
              <p:ext uri="{D42A27DB-BD31-4B8C-83A1-F6EECF244321}">
                <p14:modId xmlns:p14="http://schemas.microsoft.com/office/powerpoint/2010/main" val="2434698082"/>
              </p:ext>
            </p:extLst>
          </p:nvPr>
        </p:nvGraphicFramePr>
        <p:xfrm>
          <a:off x="897691" y="3680222"/>
          <a:ext cx="2036738" cy="2470340"/>
        </p:xfrm>
        <a:graphic>
          <a:graphicData uri="http://schemas.openxmlformats.org/drawingml/2006/table">
            <a:tbl>
              <a:tblPr firstRow="1" bandRow="1">
                <a:tableStyleId>{5C22544A-7EE6-4342-B048-85BDC9FD1C3A}</a:tableStyleId>
              </a:tblPr>
              <a:tblGrid>
                <a:gridCol w="1018369">
                  <a:extLst>
                    <a:ext uri="{9D8B030D-6E8A-4147-A177-3AD203B41FA5}">
                      <a16:colId xmlns:a16="http://schemas.microsoft.com/office/drawing/2014/main" val="254935214"/>
                    </a:ext>
                  </a:extLst>
                </a:gridCol>
                <a:gridCol w="1018369">
                  <a:extLst>
                    <a:ext uri="{9D8B030D-6E8A-4147-A177-3AD203B41FA5}">
                      <a16:colId xmlns:a16="http://schemas.microsoft.com/office/drawing/2014/main" val="2894643554"/>
                    </a:ext>
                  </a:extLst>
                </a:gridCol>
              </a:tblGrid>
              <a:tr h="494068">
                <a:tc>
                  <a:txBody>
                    <a:bodyPr/>
                    <a:lstStyle/>
                    <a:p>
                      <a:pPr algn="ctr"/>
                      <a:endParaRPr lang="en-US" sz="2000" dirty="0">
                        <a:ln>
                          <a:solidFill>
                            <a:schemeClr val="bg1"/>
                          </a:solidFill>
                        </a:ln>
                        <a:solidFill>
                          <a:schemeClr val="bg1"/>
                        </a:solidFill>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tc>
                  <a:txBody>
                    <a:bodyPr/>
                    <a:lstStyle/>
                    <a:p>
                      <a:pPr algn="ctr"/>
                      <a:endParaRPr lang="en-US" sz="2000" dirty="0">
                        <a:ln>
                          <a:solidFill>
                            <a:schemeClr val="bg1"/>
                          </a:solidFill>
                        </a:ln>
                        <a:solidFill>
                          <a:schemeClr val="bg1"/>
                        </a:solidFill>
                      </a:endParaRP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2B8147"/>
                    </a:solidFill>
                  </a:tcPr>
                </a:tc>
                <a:extLst>
                  <a:ext uri="{0D108BD9-81ED-4DB2-BD59-A6C34878D82A}">
                    <a16:rowId xmlns:a16="http://schemas.microsoft.com/office/drawing/2014/main" val="2893006398"/>
                  </a:ext>
                </a:extLst>
              </a:tr>
              <a:tr h="494068">
                <a:tc>
                  <a:txBody>
                    <a:bodyPr/>
                    <a:lstStyle/>
                    <a:p>
                      <a:pPr algn="ctr"/>
                      <a:r>
                        <a:rPr lang="en-US" sz="2000" b="0" dirty="0">
                          <a:ln>
                            <a:noFill/>
                          </a:ln>
                          <a:solidFill>
                            <a:srgbClr val="000000"/>
                          </a:solidFill>
                        </a:rPr>
                        <a:t>10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−12.2</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563583447"/>
                  </a:ext>
                </a:extLst>
              </a:tr>
              <a:tr h="494068">
                <a:tc>
                  <a:txBody>
                    <a:bodyPr/>
                    <a:lstStyle/>
                    <a:p>
                      <a:pPr algn="ctr"/>
                      <a:r>
                        <a:rPr lang="en-US" sz="2000" b="0" dirty="0">
                          <a:ln>
                            <a:noFill/>
                          </a:ln>
                          <a:solidFill>
                            <a:srgbClr val="000000"/>
                          </a:solidFill>
                        </a:rPr>
                        <a:t>30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−1.1</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1643693714"/>
                  </a:ext>
                </a:extLst>
              </a:tr>
              <a:tr h="494068">
                <a:tc>
                  <a:txBody>
                    <a:bodyPr/>
                    <a:lstStyle/>
                    <a:p>
                      <a:pPr algn="ctr"/>
                      <a:r>
                        <a:rPr lang="en-US" sz="2000" b="0" dirty="0">
                          <a:ln>
                            <a:noFill/>
                          </a:ln>
                          <a:solidFill>
                            <a:srgbClr val="000000"/>
                          </a:solidFill>
                        </a:rPr>
                        <a:t>50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10</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121534916"/>
                  </a:ext>
                </a:extLst>
              </a:tr>
              <a:tr h="494068">
                <a:tc>
                  <a:txBody>
                    <a:bodyPr/>
                    <a:lstStyle/>
                    <a:p>
                      <a:pPr algn="ctr"/>
                      <a:r>
                        <a:rPr lang="en-US" sz="2000" b="0" dirty="0">
                          <a:ln>
                            <a:noFill/>
                          </a:ln>
                          <a:solidFill>
                            <a:srgbClr val="000000"/>
                          </a:solidFill>
                        </a:rPr>
                        <a:t>75</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tc>
                  <a:txBody>
                    <a:bodyPr/>
                    <a:lstStyle/>
                    <a:p>
                      <a:pPr algn="ctr"/>
                      <a:r>
                        <a:rPr lang="en-US" sz="2000" b="0" dirty="0">
                          <a:ln>
                            <a:noFill/>
                          </a:ln>
                          <a:solidFill>
                            <a:srgbClr val="000000"/>
                          </a:solidFill>
                        </a:rPr>
                        <a:t>23.9</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283874915"/>
                  </a:ext>
                </a:extLst>
              </a:tr>
            </a:tbl>
          </a:graphicData>
        </a:graphic>
      </p:graphicFrame>
      <p:sp>
        <p:nvSpPr>
          <p:cNvPr id="11" name="TextBox 10">
            <a:extLst>
              <a:ext uri="{FF2B5EF4-FFF2-40B4-BE49-F238E27FC236}">
                <a16:creationId xmlns:a16="http://schemas.microsoft.com/office/drawing/2014/main" id="{E5CC86EC-7744-92FA-83A8-2C4C4946EE8C}"/>
              </a:ext>
            </a:extLst>
          </p:cNvPr>
          <p:cNvSpPr txBox="1"/>
          <p:nvPr/>
        </p:nvSpPr>
        <p:spPr>
          <a:xfrm>
            <a:off x="5377860" y="3208139"/>
            <a:ext cx="2801932" cy="461665"/>
          </a:xfrm>
          <a:prstGeom prst="rect">
            <a:avLst/>
          </a:prstGeom>
          <a:noFill/>
        </p:spPr>
        <p:txBody>
          <a:bodyPr wrap="square" rtlCol="0">
            <a:spAutoFit/>
          </a:bodyPr>
          <a:lstStyle/>
          <a:p>
            <a:r>
              <a:rPr lang="en-US" sz="2400" b="1" dirty="0">
                <a:solidFill>
                  <a:srgbClr val="000000"/>
                </a:solidFill>
              </a:rPr>
              <a:t>Xavier’s Equation</a:t>
            </a: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87E83D8-A1E4-07E3-F4C8-6737385A0A90}"/>
                  </a:ext>
                </a:extLst>
              </p:cNvPr>
              <p:cNvSpPr txBox="1"/>
              <p:nvPr/>
            </p:nvSpPr>
            <p:spPr>
              <a:xfrm>
                <a:off x="5377860" y="3797618"/>
                <a:ext cx="2387796" cy="72840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200" b="0" i="1" smtClean="0">
                          <a:solidFill>
                            <a:srgbClr val="000000"/>
                          </a:solidFill>
                          <a:latin typeface="Cambria Math" panose="02040503050406030204" pitchFamily="18" charset="0"/>
                        </a:rPr>
                        <m:t>𝐽</m:t>
                      </m:r>
                      <m:r>
                        <a:rPr lang="en-US" sz="2200" b="0" i="1" smtClean="0">
                          <a:solidFill>
                            <a:srgbClr val="000000"/>
                          </a:solidFill>
                          <a:latin typeface="Cambria Math" panose="02040503050406030204" pitchFamily="18" charset="0"/>
                        </a:rPr>
                        <m:t>(</m:t>
                      </m:r>
                      <m:r>
                        <a:rPr lang="en-US" sz="2200" b="0" i="1" smtClean="0">
                          <a:solidFill>
                            <a:srgbClr val="000000"/>
                          </a:solidFill>
                          <a:latin typeface="Cambria Math" panose="02040503050406030204" pitchFamily="18" charset="0"/>
                        </a:rPr>
                        <m:t>𝑥</m:t>
                      </m:r>
                      <m:r>
                        <a:rPr lang="en-US" sz="2200" b="0" i="1" smtClean="0">
                          <a:solidFill>
                            <a:srgbClr val="000000"/>
                          </a:solidFill>
                          <a:latin typeface="Cambria Math" panose="02040503050406030204" pitchFamily="18" charset="0"/>
                        </a:rPr>
                        <m:t>)=</m:t>
                      </m:r>
                      <m:f>
                        <m:fPr>
                          <m:ctrlPr>
                            <a:rPr lang="en-US" sz="2200" b="0" i="1" smtClean="0">
                              <a:solidFill>
                                <a:srgbClr val="000000"/>
                              </a:solidFill>
                              <a:latin typeface="Cambria Math" panose="02040503050406030204" pitchFamily="18" charset="0"/>
                            </a:rPr>
                          </m:ctrlPr>
                        </m:fPr>
                        <m:num>
                          <m:r>
                            <a:rPr lang="en-US" sz="2200" b="0" i="1" smtClean="0">
                              <a:solidFill>
                                <a:srgbClr val="000000"/>
                              </a:solidFill>
                              <a:latin typeface="Cambria Math" panose="02040503050406030204" pitchFamily="18" charset="0"/>
                            </a:rPr>
                            <m:t>9</m:t>
                          </m:r>
                        </m:num>
                        <m:den>
                          <m:r>
                            <a:rPr lang="en-US" sz="2200" b="0" i="1" smtClean="0">
                              <a:solidFill>
                                <a:srgbClr val="000000"/>
                              </a:solidFill>
                              <a:latin typeface="Cambria Math" panose="02040503050406030204" pitchFamily="18" charset="0"/>
                            </a:rPr>
                            <m:t>5</m:t>
                          </m:r>
                        </m:den>
                      </m:f>
                      <m:r>
                        <a:rPr lang="en-US" sz="2200" b="0" i="1" smtClean="0">
                          <a:solidFill>
                            <a:srgbClr val="000000"/>
                          </a:solidFill>
                          <a:latin typeface="Cambria Math" panose="02040503050406030204" pitchFamily="18" charset="0"/>
                        </a:rPr>
                        <m:t>𝑥</m:t>
                      </m:r>
                      <m:r>
                        <a:rPr lang="en-US" sz="2200" b="0" i="1" smtClean="0">
                          <a:solidFill>
                            <a:srgbClr val="000000"/>
                          </a:solidFill>
                          <a:latin typeface="Cambria Math" panose="02040503050406030204" pitchFamily="18" charset="0"/>
                        </a:rPr>
                        <m:t>+32</m:t>
                      </m:r>
                    </m:oMath>
                  </m:oMathPara>
                </a14:m>
                <a:endParaRPr lang="en-US" sz="2200" dirty="0">
                  <a:solidFill>
                    <a:srgbClr val="000000"/>
                  </a:solidFill>
                </a:endParaRPr>
              </a:p>
            </p:txBody>
          </p:sp>
        </mc:Choice>
        <mc:Fallback xmlns="">
          <p:sp>
            <p:nvSpPr>
              <p:cNvPr id="2" name="TextBox 1">
                <a:extLst>
                  <a:ext uri="{FF2B5EF4-FFF2-40B4-BE49-F238E27FC236}">
                    <a16:creationId xmlns:a16="http://schemas.microsoft.com/office/drawing/2014/main" id="{C87E83D8-A1E4-07E3-F4C8-6737385A0A90}"/>
                  </a:ext>
                </a:extLst>
              </p:cNvPr>
              <p:cNvSpPr txBox="1">
                <a:spLocks noRot="1" noChangeAspect="1" noMove="1" noResize="1" noEditPoints="1" noAdjustHandles="1" noChangeArrowheads="1" noChangeShapeType="1" noTextEdit="1"/>
              </p:cNvSpPr>
              <p:nvPr/>
            </p:nvSpPr>
            <p:spPr>
              <a:xfrm>
                <a:off x="5377860" y="3797618"/>
                <a:ext cx="2387796" cy="728405"/>
              </a:xfrm>
              <a:prstGeom prst="rect">
                <a:avLst/>
              </a:prstGeom>
              <a:blipFill>
                <a:blip r:embed="rId3"/>
                <a:stretch>
                  <a:fillRect/>
                </a:stretch>
              </a:blipFill>
            </p:spPr>
            <p:txBody>
              <a:bodyPr/>
              <a:lstStyle/>
              <a:p>
                <a:r>
                  <a:rPr lang="en-US">
                    <a:noFill/>
                  </a:rPr>
                  <a:t> </a:t>
                </a:r>
              </a:p>
            </p:txBody>
          </p:sp>
        </mc:Fallback>
      </mc:AlternateContent>
      <p:sp>
        <p:nvSpPr>
          <p:cNvPr id="1012" name="Slide Number 101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
        <p:nvSpPr>
          <p:cNvPr id="1013" name="Answer 101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323</a:t>
            </a:r>
          </a:p>
        </p:txBody>
      </p:sp>
      <p:sp>
        <p:nvSpPr>
          <p:cNvPr id="1014" name="Answer 1014"/>
          <p:cNvSpPr txBox="1"/>
          <p:nvPr/>
        </p:nvSpPr>
        <p:spPr>
          <a:xfrm>
            <a:off x="5461000" y="4826000"/>
            <a:ext cx="6350000" cy="63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Joey's table columns: degrees Fahrenheit (left), degrees Celsius (right)</a:t>
            </a:r>
          </a:p>
        </p:txBody>
      </p:sp>
    </p:spTree>
    <p:extLst>
      <p:ext uri="{BB962C8B-B14F-4D97-AF65-F5344CB8AC3E}">
        <p14:creationId xmlns:p14="http://schemas.microsoft.com/office/powerpoint/2010/main" val="338625888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3B986-D4B8-867F-1186-EB6DEF0A290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383C9EA-1C4E-4C57-E6F2-D4F4B147F14B}"/>
              </a:ext>
            </a:extLst>
          </p:cNvPr>
          <p:cNvSpPr>
            <a:spLocks noGrp="1"/>
          </p:cNvSpPr>
          <p:nvPr>
            <p:ph type="title"/>
          </p:nvPr>
        </p:nvSpPr>
        <p:spPr/>
        <p:txBody>
          <a:bodyPr/>
          <a:lstStyle/>
          <a:p>
            <a:pPr algn="l"/>
            <a:r>
              <a:rPr lang="en-US" b="1" dirty="0"/>
              <a:t>Comparing Equations and Tables </a:t>
            </a:r>
            <a:r>
              <a:rPr lang="en-US" sz="2000" b="1" dirty="0">
                <a:solidFill>
                  <a:schemeClr val="bg1"/>
                </a:solidFill>
              </a:rPr>
              <a:t>(3 of 5)</a:t>
            </a:r>
          </a:p>
        </p:txBody>
      </p:sp>
      <p:sp>
        <p:nvSpPr>
          <p:cNvPr id="9" name="Text Placeholder 2">
            <a:extLst>
              <a:ext uri="{FF2B5EF4-FFF2-40B4-BE49-F238E27FC236}">
                <a16:creationId xmlns:a16="http://schemas.microsoft.com/office/drawing/2014/main" id="{D6D453E8-F348-6E02-CE7D-F60E96A5EB3D}"/>
              </a:ext>
            </a:extLst>
          </p:cNvPr>
          <p:cNvSpPr txBox="1">
            <a:spLocks/>
          </p:cNvSpPr>
          <p:nvPr/>
        </p:nvSpPr>
        <p:spPr>
          <a:xfrm>
            <a:off x="777239" y="1612719"/>
            <a:ext cx="8140257" cy="463344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lnSpc>
                <a:spcPts val="3000"/>
              </a:lnSpc>
              <a:spcBef>
                <a:spcPts val="0"/>
              </a:spcBef>
              <a:buAutoNum type="arabicPeriod"/>
            </a:pPr>
            <a:r>
              <a:rPr lang="en-US" sz="2800" dirty="0">
                <a:solidFill>
                  <a:srgbClr val="000000"/>
                </a:solidFill>
              </a:rPr>
              <a:t>Identify quantities in the table and equation. Who is converting from °C to °F, and who is converting from °F to °C? Explain your reasoning.</a:t>
            </a:r>
            <a:br>
              <a:rPr lang="en-US" sz="2800" dirty="0">
                <a:solidFill>
                  <a:srgbClr val="000000"/>
                </a:solidFill>
              </a:rPr>
            </a:br>
            <a:br>
              <a:rPr lang="en-US" sz="2800" dirty="0">
                <a:solidFill>
                  <a:srgbClr val="000000"/>
                </a:solidFill>
              </a:rPr>
            </a:br>
            <a:br>
              <a:rPr lang="en-US" sz="2800" dirty="0">
                <a:solidFill>
                  <a:srgbClr val="000000"/>
                </a:solidFill>
              </a:rPr>
            </a:br>
            <a:endParaRPr lang="en-US" sz="2800" dirty="0">
              <a:solidFill>
                <a:srgbClr val="000000"/>
              </a:solidFill>
            </a:endParaRPr>
          </a:p>
          <a:p>
            <a:pPr marL="514350" lvl="1" indent="0">
              <a:lnSpc>
                <a:spcPct val="100000"/>
              </a:lnSpc>
              <a:spcBef>
                <a:spcPts val="200"/>
              </a:spcBef>
              <a:spcAft>
                <a:spcPts val="600"/>
              </a:spcAft>
              <a:buNone/>
            </a:pPr>
            <a:r>
              <a:rPr lang="en-US" sz="1700" dirty="0">
                <a:solidFill>
                  <a:srgbClr val="FF0000"/>
                </a:solidFill>
              </a:rPr>
              <a:t>Xavier's equation: x is degrees Celsius and J(x) is degrees Fahrenheit, so Xavier converts °C to °F. Joey's table converts °F to °C (50°F = 10°C).</a:t>
            </a:r>
          </a:p>
          <a:p>
            <a:pPr marL="514350" indent="-514350" algn="l">
              <a:lnSpc>
                <a:spcPts val="3000"/>
              </a:lnSpc>
              <a:spcBef>
                <a:spcPts val="0"/>
              </a:spcBef>
              <a:spcAft>
                <a:spcPts val="600"/>
              </a:spcAft>
              <a:buAutoNum type="arabicPeriod"/>
            </a:pPr>
            <a:r>
              <a:rPr lang="en-US" sz="2800" dirty="0">
                <a:solidFill>
                  <a:srgbClr val="000000"/>
                </a:solidFill>
              </a:rPr>
              <a:t>Compare the given characteristics for each function in terms of the quantities.</a:t>
            </a:r>
          </a:p>
          <a:p>
            <a:pPr marL="511175" indent="0" algn="l">
              <a:lnSpc>
                <a:spcPts val="3000"/>
              </a:lnSpc>
              <a:spcBef>
                <a:spcPts val="0"/>
              </a:spcBef>
              <a:buNone/>
            </a:pPr>
            <a:r>
              <a:rPr lang="en-US" sz="2800" dirty="0">
                <a:solidFill>
                  <a:srgbClr val="000000"/>
                </a:solidFill>
              </a:rPr>
              <a:t>a.  slope                            b.  </a:t>
            </a:r>
            <a:r>
              <a:rPr lang="en-US" sz="2800" i="1" dirty="0">
                <a:solidFill>
                  <a:srgbClr val="000000"/>
                </a:solidFill>
              </a:rPr>
              <a:t>y</a:t>
            </a:r>
            <a:r>
              <a:rPr lang="en-US" sz="2800" dirty="0">
                <a:solidFill>
                  <a:srgbClr val="000000"/>
                </a:solidFill>
              </a:rPr>
              <a:t>-intercept</a:t>
            </a:r>
          </a:p>
          <a:p>
            <a:pPr marL="511175" lvl="1" indent="0">
              <a:lnSpc>
                <a:spcPct val="100000"/>
              </a:lnSpc>
              <a:spcBef>
                <a:spcPts val="200"/>
              </a:spcBef>
              <a:spcAft>
                <a:spcPts val="600"/>
              </a:spcAft>
              <a:buNone/>
            </a:pPr>
            <a:r>
              <a:rPr lang="en-US" sz="1700" dirty="0">
                <a:solidFill>
                  <a:srgbClr val="FF0000"/>
                </a:solidFill>
              </a:rPr>
              <a:t>a. Joey's slope is about 5/9: each 9°F increase is about a 5°C increase. Xavier's slope is 9/5: each 5°C increase is a 9°F increase.</a:t>
            </a:r>
          </a:p>
          <a:p>
            <a:pPr marL="511175" lvl="1" indent="0">
              <a:lnSpc>
                <a:spcPct val="100000"/>
              </a:lnSpc>
              <a:spcBef>
                <a:spcPts val="200"/>
              </a:spcBef>
              <a:spcAft>
                <a:spcPts val="600"/>
              </a:spcAft>
              <a:buNone/>
            </a:pPr>
            <a:r>
              <a:rPr lang="en-US" sz="1700" dirty="0">
                <a:solidFill>
                  <a:srgbClr val="FF0000"/>
                </a:solidFill>
              </a:rPr>
              <a:t>b. Joey's y-intercept is about −17.8: 0°F is about −17.8°C. Xavier's y-intercept is 32: 0°C is 32°F.</a:t>
            </a:r>
          </a:p>
        </p:txBody>
      </p:sp>
      <p:sp>
        <p:nvSpPr>
          <p:cNvPr id="3" name="TextBox 2">
            <a:extLst>
              <a:ext uri="{FF2B5EF4-FFF2-40B4-BE49-F238E27FC236}">
                <a16:creationId xmlns:a16="http://schemas.microsoft.com/office/drawing/2014/main" id="{51410DCC-B149-09B3-326C-A58DA7CB0ED2}"/>
              </a:ext>
            </a:extLst>
          </p:cNvPr>
          <p:cNvSpPr txBox="1"/>
          <p:nvPr/>
        </p:nvSpPr>
        <p:spPr>
          <a:xfrm>
            <a:off x="9306220" y="4782351"/>
            <a:ext cx="2106952" cy="1571449"/>
          </a:xfrm>
          <a:prstGeom prst="rect">
            <a:avLst/>
          </a:prstGeom>
          <a:noFill/>
          <a:ln w="31750">
            <a:solidFill>
              <a:srgbClr val="236739"/>
            </a:solidFill>
            <a:prstDash val="sysDot"/>
          </a:ln>
        </p:spPr>
        <p:txBody>
          <a:bodyPr wrap="square" lIns="182880" rIns="91440" rtlCol="0" anchor="ctr" anchorCtr="0">
            <a:noAutofit/>
          </a:bodyPr>
          <a:lstStyle/>
          <a:p>
            <a:r>
              <a:rPr lang="en-US" sz="2000" b="1" dirty="0">
                <a:solidFill>
                  <a:srgbClr val="236739"/>
                </a:solidFill>
              </a:rPr>
              <a:t>Think About…</a:t>
            </a:r>
            <a:br>
              <a:rPr lang="en-US" sz="2000" b="1" dirty="0">
                <a:solidFill>
                  <a:srgbClr val="236739"/>
                </a:solidFill>
              </a:rPr>
            </a:br>
            <a:r>
              <a:rPr lang="en-US" sz="2000" dirty="0">
                <a:solidFill>
                  <a:srgbClr val="000000"/>
                </a:solidFill>
              </a:rPr>
              <a:t>The units of the quantities are</a:t>
            </a:r>
            <a:br>
              <a:rPr lang="en-US" sz="2000" dirty="0">
                <a:solidFill>
                  <a:srgbClr val="000000"/>
                </a:solidFill>
              </a:rPr>
            </a:br>
            <a:r>
              <a:rPr lang="en-US" sz="2000" dirty="0">
                <a:solidFill>
                  <a:srgbClr val="000000"/>
                </a:solidFill>
              </a:rPr>
              <a:t>very important.</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323</a:t>
            </a:r>
          </a:p>
        </p:txBody>
      </p:sp>
    </p:spTree>
    <p:extLst>
      <p:ext uri="{BB962C8B-B14F-4D97-AF65-F5344CB8AC3E}">
        <p14:creationId xmlns:p14="http://schemas.microsoft.com/office/powerpoint/2010/main" val="3407321271"/>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122D0-0CED-9ED5-5F4E-6007E33F1A3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DDC5E7-E36A-864A-3449-49FB98A15BE6}"/>
              </a:ext>
            </a:extLst>
          </p:cNvPr>
          <p:cNvSpPr>
            <a:spLocks noGrp="1"/>
          </p:cNvSpPr>
          <p:nvPr>
            <p:ph type="title"/>
          </p:nvPr>
        </p:nvSpPr>
        <p:spPr/>
        <p:txBody>
          <a:bodyPr/>
          <a:lstStyle/>
          <a:p>
            <a:pPr algn="l"/>
            <a:r>
              <a:rPr lang="en-US" b="1" dirty="0"/>
              <a:t>Comparing Equations and Tables </a:t>
            </a:r>
            <a:r>
              <a:rPr lang="en-US" sz="2000" b="1" dirty="0">
                <a:solidFill>
                  <a:schemeClr val="bg1"/>
                </a:solidFill>
              </a:rPr>
              <a:t>(4 of 5)</a:t>
            </a:r>
          </a:p>
        </p:txBody>
      </p:sp>
      <p:sp>
        <p:nvSpPr>
          <p:cNvPr id="9" name="Text Placeholder 2">
            <a:extLst>
              <a:ext uri="{FF2B5EF4-FFF2-40B4-BE49-F238E27FC236}">
                <a16:creationId xmlns:a16="http://schemas.microsoft.com/office/drawing/2014/main" id="{9F9E8E2B-B0E8-EF16-E503-9ECCF4F164D5}"/>
              </a:ext>
            </a:extLst>
          </p:cNvPr>
          <p:cNvSpPr txBox="1">
            <a:spLocks/>
          </p:cNvSpPr>
          <p:nvPr/>
        </p:nvSpPr>
        <p:spPr>
          <a:xfrm>
            <a:off x="777240" y="1635686"/>
            <a:ext cx="9893719" cy="400236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Activity 4.3!</a:t>
            </a:r>
          </a:p>
        </p:txBody>
      </p:sp>
      <p:pic>
        <p:nvPicPr>
          <p:cNvPr id="2" name="Picture 1">
            <a:extLst>
              <a:ext uri="{FF2B5EF4-FFF2-40B4-BE49-F238E27FC236}">
                <a16:creationId xmlns:a16="http://schemas.microsoft.com/office/drawing/2014/main" id="{412BAF3C-C3E1-4231-B8AF-8D51322A576E}"/>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283080"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323</a:t>
            </a:r>
          </a:p>
        </p:txBody>
      </p:sp>
    </p:spTree>
    <p:extLst>
      <p:ext uri="{BB962C8B-B14F-4D97-AF65-F5344CB8AC3E}">
        <p14:creationId xmlns:p14="http://schemas.microsoft.com/office/powerpoint/2010/main" val="13935781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122D0-0CED-9ED5-5F4E-6007E33F1A3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DDC5E7-E36A-864A-3449-49FB98A15BE6}"/>
              </a:ext>
            </a:extLst>
          </p:cNvPr>
          <p:cNvSpPr>
            <a:spLocks noGrp="1"/>
          </p:cNvSpPr>
          <p:nvPr>
            <p:ph type="title"/>
          </p:nvPr>
        </p:nvSpPr>
        <p:spPr/>
        <p:txBody>
          <a:bodyPr/>
          <a:lstStyle/>
          <a:p>
            <a:pPr algn="l"/>
            <a:r>
              <a:rPr lang="en-US" b="1" dirty="0"/>
              <a:t>Comparing Equations and Tables </a:t>
            </a:r>
            <a:r>
              <a:rPr lang="en-US" sz="2000" b="1" dirty="0">
                <a:solidFill>
                  <a:schemeClr val="bg1"/>
                </a:solidFill>
              </a:rPr>
              <a:t>(5 of 5)</a:t>
            </a:r>
          </a:p>
        </p:txBody>
      </p:sp>
      <p:sp>
        <p:nvSpPr>
          <p:cNvPr id="9" name="Text Placeholder 2">
            <a:extLst>
              <a:ext uri="{FF2B5EF4-FFF2-40B4-BE49-F238E27FC236}">
                <a16:creationId xmlns:a16="http://schemas.microsoft.com/office/drawing/2014/main" id="{9F9E8E2B-B0E8-EF16-E503-9ECCF4F164D5}"/>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323</a:t>
            </a:r>
          </a:p>
        </p:txBody>
      </p:sp>
    </p:spTree>
    <p:extLst>
      <p:ext uri="{BB962C8B-B14F-4D97-AF65-F5344CB8AC3E}">
        <p14:creationId xmlns:p14="http://schemas.microsoft.com/office/powerpoint/2010/main" val="25551480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F6760-75EA-7FC9-60DB-01C5695DEEE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439F478-F202-0516-2A4A-22A515C17063}"/>
              </a:ext>
            </a:extLst>
          </p:cNvPr>
          <p:cNvSpPr>
            <a:spLocks noGrp="1"/>
          </p:cNvSpPr>
          <p:nvPr>
            <p:ph type="title" idx="4294967295"/>
          </p:nvPr>
        </p:nvSpPr>
        <p:spPr>
          <a:xfrm>
            <a:off x="838200" y="-327171"/>
            <a:ext cx="10514013" cy="327171"/>
          </a:xfrm>
          <a:prstGeom prst="rect">
            <a:avLst/>
          </a:prstGeom>
        </p:spPr>
        <p:txBody>
          <a:bodyPr anchor="b"/>
          <a:lstStyle/>
          <a:p>
            <a:r>
              <a:rPr lang="en-US" sz="2000" dirty="0">
                <a:solidFill>
                  <a:schemeClr val="bg2"/>
                </a:solidFill>
              </a:rPr>
              <a:t>Activity 4.4</a:t>
            </a:r>
          </a:p>
        </p:txBody>
      </p:sp>
      <p:sp>
        <p:nvSpPr>
          <p:cNvPr id="3" name="Text Placeholder 2" descr="10 to 15 minutes">
            <a:extLst>
              <a:ext uri="{FF2B5EF4-FFF2-40B4-BE49-F238E27FC236}">
                <a16:creationId xmlns:a16="http://schemas.microsoft.com/office/drawing/2014/main" id="{A3271A1D-81FA-696F-3498-FDCE23DF7CAD}"/>
              </a:ext>
            </a:extLst>
          </p:cNvPr>
          <p:cNvSpPr>
            <a:spLocks noGrp="1"/>
          </p:cNvSpPr>
          <p:nvPr>
            <p:ph type="body" sz="quarter" idx="12"/>
          </p:nvPr>
        </p:nvSpPr>
        <p:spPr>
          <a:xfrm>
            <a:off x="10614990" y="5780973"/>
            <a:ext cx="863947" cy="795338"/>
          </a:xfrm>
        </p:spPr>
        <p:txBody>
          <a:bodyPr/>
          <a:lstStyle/>
          <a:p>
            <a:r>
              <a:rPr lang="en-US" b="1" dirty="0"/>
              <a:t>10–15</a:t>
            </a:r>
          </a:p>
        </p:txBody>
      </p:sp>
      <p:sp>
        <p:nvSpPr>
          <p:cNvPr id="2" name="Text Placeholder 1">
            <a:extLst>
              <a:ext uri="{FF2B5EF4-FFF2-40B4-BE49-F238E27FC236}">
                <a16:creationId xmlns:a16="http://schemas.microsoft.com/office/drawing/2014/main" id="{4748B020-5CE8-452A-7175-FC1274C98CBD}"/>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4.4</a:t>
            </a:r>
          </a:p>
        </p:txBody>
      </p:sp>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extLst>
      <p:ext uri="{BB962C8B-B14F-4D97-AF65-F5344CB8AC3E}">
        <p14:creationId xmlns:p14="http://schemas.microsoft.com/office/powerpoint/2010/main" val="375296545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118D52-CB7A-35B3-A9EE-81E010171F4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E618C60-3F16-1E5C-7E8E-45D48FBD4086}"/>
              </a:ext>
            </a:extLst>
          </p:cNvPr>
          <p:cNvSpPr>
            <a:spLocks noGrp="1"/>
          </p:cNvSpPr>
          <p:nvPr>
            <p:ph type="title"/>
          </p:nvPr>
        </p:nvSpPr>
        <p:spPr/>
        <p:txBody>
          <a:bodyPr/>
          <a:lstStyle/>
          <a:p>
            <a:pPr algn="l"/>
            <a:r>
              <a:rPr lang="en-US" b="1" dirty="0"/>
              <a:t>Comparing Descriptions and Graphs </a:t>
            </a:r>
            <a:r>
              <a:rPr lang="en-US" sz="2000" b="1" dirty="0">
                <a:solidFill>
                  <a:schemeClr val="bg1"/>
                </a:solidFill>
              </a:rPr>
              <a:t>(1 of 4) </a:t>
            </a:r>
          </a:p>
        </p:txBody>
      </p:sp>
      <p:sp>
        <p:nvSpPr>
          <p:cNvPr id="9" name="Text Placeholder 2">
            <a:extLst>
              <a:ext uri="{FF2B5EF4-FFF2-40B4-BE49-F238E27FC236}">
                <a16:creationId xmlns:a16="http://schemas.microsoft.com/office/drawing/2014/main" id="{B37D7255-D78C-4736-C6C5-DCC358674965}"/>
              </a:ext>
            </a:extLst>
          </p:cNvPr>
          <p:cNvSpPr txBox="1">
            <a:spLocks/>
          </p:cNvSpPr>
          <p:nvPr/>
        </p:nvSpPr>
        <p:spPr>
          <a:xfrm>
            <a:off x="777240" y="1384712"/>
            <a:ext cx="10487194" cy="220248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Lauren and Miguel both opened bank accounts at the same time. Miguel’s account balance is shown in the graph. He started with $0 and deposited the same amount each month. In the 4th month, he had $80 saved. Michelle opened her bank account on September 1st with $25 and continues to deposit $25 each month.</a:t>
            </a:r>
          </a:p>
        </p:txBody>
      </p:sp>
      <p:sp>
        <p:nvSpPr>
          <p:cNvPr id="12" name="TextBox 11">
            <a:extLst>
              <a:ext uri="{FF2B5EF4-FFF2-40B4-BE49-F238E27FC236}">
                <a16:creationId xmlns:a16="http://schemas.microsoft.com/office/drawing/2014/main" id="{D0BF9A61-26C4-934B-72C1-D478EEC0DE6C}"/>
              </a:ext>
            </a:extLst>
          </p:cNvPr>
          <p:cNvSpPr txBox="1"/>
          <p:nvPr/>
        </p:nvSpPr>
        <p:spPr>
          <a:xfrm>
            <a:off x="2742498" y="3708714"/>
            <a:ext cx="1430433" cy="461665"/>
          </a:xfrm>
          <a:prstGeom prst="rect">
            <a:avLst/>
          </a:prstGeom>
          <a:noFill/>
        </p:spPr>
        <p:txBody>
          <a:bodyPr wrap="square" rtlCol="0">
            <a:spAutoFit/>
          </a:bodyPr>
          <a:lstStyle/>
          <a:p>
            <a:r>
              <a:rPr lang="en-US" sz="2400" b="1" dirty="0">
                <a:solidFill>
                  <a:srgbClr val="000000"/>
                </a:solidFill>
              </a:rPr>
              <a:t>Miguel</a:t>
            </a:r>
          </a:p>
        </p:txBody>
      </p:sp>
      <p:pic>
        <p:nvPicPr>
          <p:cNvPr id="5" name="Picture 4" descr="A graph of 4 points on an unnumbered coordinate plane. Assuming axes are in increments of 1, the points are at (1, 1) and (2, 2) and (3, 3) and (4, 4).">
            <a:extLst>
              <a:ext uri="{FF2B5EF4-FFF2-40B4-BE49-F238E27FC236}">
                <a16:creationId xmlns:a16="http://schemas.microsoft.com/office/drawing/2014/main" id="{41469A2D-98A2-8FEA-3012-4E01FDFC442F}"/>
              </a:ext>
            </a:extLst>
          </p:cNvPr>
          <p:cNvPicPr>
            <a:picLocks noChangeAspect="1"/>
          </p:cNvPicPr>
          <p:nvPr/>
        </p:nvPicPr>
        <p:blipFill>
          <a:blip r:embed="rId3" cstate="screen">
            <a:extLst>
              <a:ext uri="{28A0092B-C50C-407E-A947-70E740481C1C}">
                <a14:useLocalDpi xmlns:a14="http://schemas.microsoft.com/office/drawing/2010/main"/>
              </a:ext>
            </a:extLst>
          </a:blip>
          <a:srcRect t="5736" b="8088"/>
          <a:stretch/>
        </p:blipFill>
        <p:spPr>
          <a:xfrm>
            <a:off x="2147896" y="4236441"/>
            <a:ext cx="2619639" cy="2539675"/>
          </a:xfrm>
          <a:prstGeom prst="rect">
            <a:avLst/>
          </a:prstGeom>
        </p:spPr>
      </p:pic>
      <p:sp>
        <p:nvSpPr>
          <p:cNvPr id="11" name="TextBox 10">
            <a:extLst>
              <a:ext uri="{FF2B5EF4-FFF2-40B4-BE49-F238E27FC236}">
                <a16:creationId xmlns:a16="http://schemas.microsoft.com/office/drawing/2014/main" id="{1D50D635-05CE-1C97-B88D-18090D538CB8}"/>
              </a:ext>
            </a:extLst>
          </p:cNvPr>
          <p:cNvSpPr txBox="1"/>
          <p:nvPr/>
        </p:nvSpPr>
        <p:spPr>
          <a:xfrm>
            <a:off x="7644077" y="3714181"/>
            <a:ext cx="1185232" cy="461665"/>
          </a:xfrm>
          <a:prstGeom prst="rect">
            <a:avLst/>
          </a:prstGeom>
          <a:noFill/>
        </p:spPr>
        <p:txBody>
          <a:bodyPr wrap="square" rtlCol="0">
            <a:spAutoFit/>
          </a:bodyPr>
          <a:lstStyle/>
          <a:p>
            <a:r>
              <a:rPr lang="en-US" sz="2400" b="1" dirty="0">
                <a:solidFill>
                  <a:srgbClr val="000000"/>
                </a:solidFill>
              </a:rPr>
              <a:t>Lauren</a:t>
            </a:r>
          </a:p>
        </p:txBody>
      </p:sp>
      <p:sp>
        <p:nvSpPr>
          <p:cNvPr id="2" name="TextBox 1">
            <a:extLst>
              <a:ext uri="{FF2B5EF4-FFF2-40B4-BE49-F238E27FC236}">
                <a16:creationId xmlns:a16="http://schemas.microsoft.com/office/drawing/2014/main" id="{D8934DCD-5B7D-4783-A15D-D7EF9FCCE5B2}"/>
              </a:ext>
            </a:extLst>
          </p:cNvPr>
          <p:cNvSpPr txBox="1"/>
          <p:nvPr/>
        </p:nvSpPr>
        <p:spPr>
          <a:xfrm>
            <a:off x="6430873" y="4297365"/>
            <a:ext cx="3611640" cy="1569660"/>
          </a:xfrm>
          <a:prstGeom prst="rect">
            <a:avLst/>
          </a:prstGeom>
          <a:noFill/>
        </p:spPr>
        <p:txBody>
          <a:bodyPr wrap="square" rtlCol="0">
            <a:spAutoFit/>
          </a:bodyPr>
          <a:lstStyle/>
          <a:p>
            <a:r>
              <a:rPr lang="en-US" sz="2400" dirty="0">
                <a:solidFill>
                  <a:srgbClr val="000000"/>
                </a:solidFill>
              </a:rPr>
              <a:t>Lauren opened her bank account on September 1st with $25 and continues to deposit $25 each month.</a:t>
            </a:r>
          </a:p>
        </p:txBody>
      </p:sp>
      <p:cxnSp>
        <p:nvCxnSpPr>
          <p:cNvPr id="8" name="Straight Connector 7">
            <a:extLst>
              <a:ext uri="{FF2B5EF4-FFF2-40B4-BE49-F238E27FC236}">
                <a16:creationId xmlns:a16="http://schemas.microsoft.com/office/drawing/2014/main" id="{1F5130B1-5A79-5736-BF82-5E3EC5A8B23D}"/>
              </a:ext>
              <a:ext uri="{C183D7F6-B498-43B3-948B-1728B52AA6E4}">
                <adec:decorative xmlns:adec="http://schemas.microsoft.com/office/drawing/2017/decorative" val="1"/>
              </a:ext>
            </a:extLst>
          </p:cNvPr>
          <p:cNvCxnSpPr/>
          <p:nvPr/>
        </p:nvCxnSpPr>
        <p:spPr>
          <a:xfrm>
            <a:off x="5643794" y="3931170"/>
            <a:ext cx="0" cy="2844946"/>
          </a:xfrm>
          <a:prstGeom prst="line">
            <a:avLst/>
          </a:prstGeom>
          <a:ln>
            <a:solidFill>
              <a:srgbClr val="000000"/>
            </a:solidFill>
          </a:ln>
        </p:spPr>
        <p:style>
          <a:lnRef idx="2">
            <a:schemeClr val="accent1"/>
          </a:lnRef>
          <a:fillRef idx="0">
            <a:schemeClr val="accent1"/>
          </a:fillRef>
          <a:effectRef idx="1">
            <a:schemeClr val="accent1"/>
          </a:effectRef>
          <a:fontRef idx="minor">
            <a:schemeClr val="tx1"/>
          </a:fontRef>
        </p:style>
      </p:cxnSp>
      <p:sp>
        <p:nvSpPr>
          <p:cNvPr id="1012" name="Slide Number 101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
        <p:nvSpPr>
          <p:cNvPr id="1013" name="Answer 101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324</a:t>
            </a:r>
          </a:p>
        </p:txBody>
      </p:sp>
    </p:spTree>
    <p:extLst>
      <p:ext uri="{BB962C8B-B14F-4D97-AF65-F5344CB8AC3E}">
        <p14:creationId xmlns:p14="http://schemas.microsoft.com/office/powerpoint/2010/main" val="423942523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AA7D23-3D46-C3AD-7F96-6B7545805BC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3EC47B7-ABE6-B936-ADDC-42EA5B033A19}"/>
              </a:ext>
            </a:extLst>
          </p:cNvPr>
          <p:cNvSpPr>
            <a:spLocks noGrp="1"/>
          </p:cNvSpPr>
          <p:nvPr>
            <p:ph type="title"/>
          </p:nvPr>
        </p:nvSpPr>
        <p:spPr/>
        <p:txBody>
          <a:bodyPr/>
          <a:lstStyle/>
          <a:p>
            <a:pPr algn="l"/>
            <a:r>
              <a:rPr lang="en-US" b="1" dirty="0"/>
              <a:t>Comparing Descriptions and Graphs </a:t>
            </a:r>
            <a:r>
              <a:rPr lang="en-US" sz="2000" b="1" dirty="0">
                <a:solidFill>
                  <a:schemeClr val="bg1"/>
                </a:solidFill>
              </a:rPr>
              <a:t>(2 of 4) </a:t>
            </a:r>
          </a:p>
        </p:txBody>
      </p:sp>
      <p:sp>
        <p:nvSpPr>
          <p:cNvPr id="2" name="Speech Bubble: Rectangle with Corners Rounded 1">
            <a:extLst>
              <a:ext uri="{FF2B5EF4-FFF2-40B4-BE49-F238E27FC236}">
                <a16:creationId xmlns:a16="http://schemas.microsoft.com/office/drawing/2014/main" id="{58ABE186-E42B-3C0F-781E-76FBD535666F}"/>
              </a:ext>
            </a:extLst>
          </p:cNvPr>
          <p:cNvSpPr/>
          <p:nvPr/>
        </p:nvSpPr>
        <p:spPr>
          <a:xfrm>
            <a:off x="777240" y="4499409"/>
            <a:ext cx="2133739" cy="2002203"/>
          </a:xfrm>
          <a:prstGeom prst="wedgeRoundRectCallout">
            <a:avLst>
              <a:gd name="adj1" fmla="val -34847"/>
              <a:gd name="adj2" fmla="val -62063"/>
              <a:gd name="adj3" fmla="val 16667"/>
            </a:avLst>
          </a:prstGeom>
          <a:ln>
            <a:solidFill>
              <a:srgbClr val="236739"/>
            </a:solidFill>
          </a:ln>
        </p:spPr>
        <p:style>
          <a:lnRef idx="2">
            <a:schemeClr val="accent6"/>
          </a:lnRef>
          <a:fillRef idx="1">
            <a:schemeClr val="lt1"/>
          </a:fillRef>
          <a:effectRef idx="0">
            <a:schemeClr val="accent6"/>
          </a:effectRef>
          <a:fontRef idx="minor">
            <a:schemeClr val="dk1"/>
          </a:fontRef>
        </p:style>
        <p:txBody>
          <a:bodyPr rtlCol="0" anchor="ctr"/>
          <a:lstStyle/>
          <a:p>
            <a:r>
              <a:rPr lang="en-US" sz="2000" b="1" dirty="0">
                <a:solidFill>
                  <a:srgbClr val="236739"/>
                </a:solidFill>
              </a:rPr>
              <a:t>Ask Yourself…</a:t>
            </a:r>
          </a:p>
          <a:p>
            <a:r>
              <a:rPr lang="en-US" sz="2000" dirty="0">
                <a:solidFill>
                  <a:srgbClr val="000000"/>
                </a:solidFill>
              </a:rPr>
              <a:t>How can you</a:t>
            </a:r>
            <a:br>
              <a:rPr lang="en-US" sz="2000" dirty="0">
                <a:solidFill>
                  <a:srgbClr val="000000"/>
                </a:solidFill>
              </a:rPr>
            </a:br>
            <a:r>
              <a:rPr lang="en-US" sz="2000" dirty="0">
                <a:solidFill>
                  <a:srgbClr val="000000"/>
                </a:solidFill>
              </a:rPr>
              <a:t>use comparing graphs, tables, and descriptions in everyday life?</a:t>
            </a:r>
          </a:p>
        </p:txBody>
      </p:sp>
      <p:sp>
        <p:nvSpPr>
          <p:cNvPr id="9" name="Text Placeholder 2">
            <a:extLst>
              <a:ext uri="{FF2B5EF4-FFF2-40B4-BE49-F238E27FC236}">
                <a16:creationId xmlns:a16="http://schemas.microsoft.com/office/drawing/2014/main" id="{54C26B4F-2531-AF45-FBDE-79825F709094}"/>
              </a:ext>
            </a:extLst>
          </p:cNvPr>
          <p:cNvSpPr txBox="1">
            <a:spLocks/>
          </p:cNvSpPr>
          <p:nvPr/>
        </p:nvSpPr>
        <p:spPr>
          <a:xfrm>
            <a:off x="3036815" y="1452797"/>
            <a:ext cx="8376358" cy="463344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lnSpc>
                <a:spcPts val="3000"/>
              </a:lnSpc>
              <a:spcBef>
                <a:spcPts val="0"/>
              </a:spcBef>
              <a:buAutoNum type="arabicPeriod"/>
            </a:pPr>
            <a:r>
              <a:rPr lang="en-US" sz="2800" dirty="0">
                <a:solidFill>
                  <a:srgbClr val="000000"/>
                </a:solidFill>
              </a:rPr>
              <a:t>Use what you know about Miguel’s account to determine the scale of each axis and interpret the origin on the graph. Explain your reasoning.</a:t>
            </a:r>
            <a:br>
              <a:rPr lang="en-US" sz="2800" dirty="0">
                <a:solidFill>
                  <a:srgbClr val="000000"/>
                </a:solidFill>
              </a:rPr>
            </a:br>
            <a:br>
              <a:rPr lang="en-US" sz="2800" dirty="0">
                <a:solidFill>
                  <a:srgbClr val="000000"/>
                </a:solidFill>
              </a:rPr>
            </a:br>
            <a:br>
              <a:rPr lang="en-US" sz="2800" dirty="0">
                <a:solidFill>
                  <a:srgbClr val="000000"/>
                </a:solidFill>
              </a:rPr>
            </a:br>
            <a:endParaRPr lang="en-US" sz="2800" dirty="0">
              <a:solidFill>
                <a:srgbClr val="000000"/>
              </a:solidFill>
            </a:endParaRPr>
          </a:p>
          <a:p>
            <a:pPr marL="514350" lvl="1" indent="0">
              <a:lnSpc>
                <a:spcPct val="100000"/>
              </a:lnSpc>
              <a:spcBef>
                <a:spcPts val="200"/>
              </a:spcBef>
              <a:spcAft>
                <a:spcPts val="600"/>
              </a:spcAft>
              <a:buNone/>
            </a:pPr>
            <a:r>
              <a:rPr lang="en-US" sz="1700" dirty="0">
                <a:solidFill>
                  <a:srgbClr val="FF0000"/>
                </a:solidFill>
              </a:rPr>
              <a:t>Miguel saves the same amount each month and has $80 after 4 months, so the x-axis ticks are 1 month each and the y-axis ticks are $20 each. The origin is (0 months, $0 saved).</a:t>
            </a:r>
          </a:p>
          <a:p>
            <a:pPr marL="514350" indent="-514350" algn="l">
              <a:lnSpc>
                <a:spcPts val="3000"/>
              </a:lnSpc>
              <a:spcBef>
                <a:spcPts val="0"/>
              </a:spcBef>
              <a:spcAft>
                <a:spcPts val="1200"/>
              </a:spcAft>
              <a:buAutoNum type="arabicPeriod"/>
            </a:pPr>
            <a:r>
              <a:rPr lang="en-US" sz="2800" dirty="0">
                <a:solidFill>
                  <a:srgbClr val="000000"/>
                </a:solidFill>
              </a:rPr>
              <a:t>Compare the given characteristics for each function in terms of the quantities.</a:t>
            </a:r>
          </a:p>
          <a:p>
            <a:pPr marL="511175" indent="0" algn="l">
              <a:lnSpc>
                <a:spcPts val="3000"/>
              </a:lnSpc>
              <a:spcBef>
                <a:spcPts val="0"/>
              </a:spcBef>
              <a:buNone/>
            </a:pPr>
            <a:r>
              <a:rPr lang="en-US" sz="2800" dirty="0">
                <a:solidFill>
                  <a:srgbClr val="000000"/>
                </a:solidFill>
              </a:rPr>
              <a:t>a. slope                            b. </a:t>
            </a:r>
            <a:r>
              <a:rPr lang="en-US" sz="2800" i="1" dirty="0">
                <a:solidFill>
                  <a:srgbClr val="000000"/>
                </a:solidFill>
              </a:rPr>
              <a:t>y</a:t>
            </a:r>
            <a:r>
              <a:rPr lang="en-US" sz="2800" dirty="0">
                <a:solidFill>
                  <a:srgbClr val="000000"/>
                </a:solidFill>
              </a:rPr>
              <a:t>-intercept</a:t>
            </a:r>
          </a:p>
          <a:p>
            <a:pPr marL="511175" lvl="1" indent="0">
              <a:lnSpc>
                <a:spcPct val="100000"/>
              </a:lnSpc>
              <a:spcBef>
                <a:spcPts val="200"/>
              </a:spcBef>
              <a:spcAft>
                <a:spcPts val="600"/>
              </a:spcAft>
              <a:buNone/>
            </a:pPr>
            <a:r>
              <a:rPr lang="en-US" sz="1700" dirty="0">
                <a:solidFill>
                  <a:srgbClr val="FF0000"/>
                </a:solidFill>
              </a:rPr>
              <a:t>a. Miguel's slope is 20: he saves $20 each month. Lauren's slope is 25: she saves $25 each month.</a:t>
            </a:r>
          </a:p>
          <a:p>
            <a:pPr marL="511175" lvl="1" indent="0">
              <a:lnSpc>
                <a:spcPct val="100000"/>
              </a:lnSpc>
              <a:spcBef>
                <a:spcPts val="200"/>
              </a:spcBef>
              <a:spcAft>
                <a:spcPts val="600"/>
              </a:spcAft>
              <a:buNone/>
            </a:pPr>
            <a:r>
              <a:rPr lang="en-US" sz="1700" dirty="0">
                <a:solidFill>
                  <a:srgbClr val="FF0000"/>
                </a:solidFill>
              </a:rPr>
              <a:t>b. Miguel's y-intercept is 0: he started with $0. Lauren's y-intercept is 25: she started with $25.</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324</a:t>
            </a:r>
          </a:p>
        </p:txBody>
      </p:sp>
    </p:spTree>
    <p:extLst>
      <p:ext uri="{BB962C8B-B14F-4D97-AF65-F5344CB8AC3E}">
        <p14:creationId xmlns:p14="http://schemas.microsoft.com/office/powerpoint/2010/main" val="1886931168"/>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EC10BD-5DF6-0488-2AC9-70A6B802254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C200C49-17C0-F2DE-6A67-DD99E048064C}"/>
              </a:ext>
            </a:extLst>
          </p:cNvPr>
          <p:cNvSpPr>
            <a:spLocks noGrp="1"/>
          </p:cNvSpPr>
          <p:nvPr>
            <p:ph type="title"/>
          </p:nvPr>
        </p:nvSpPr>
        <p:spPr/>
        <p:txBody>
          <a:bodyPr/>
          <a:lstStyle/>
          <a:p>
            <a:pPr algn="l"/>
            <a:r>
              <a:rPr lang="en-US" b="1" dirty="0"/>
              <a:t>Comparing Descriptions and Graphs </a:t>
            </a:r>
            <a:r>
              <a:rPr lang="en-US" sz="2000" b="1" dirty="0">
                <a:solidFill>
                  <a:schemeClr val="bg1"/>
                </a:solidFill>
              </a:rPr>
              <a:t>(3 of 4) </a:t>
            </a:r>
          </a:p>
        </p:txBody>
      </p:sp>
      <p:sp>
        <p:nvSpPr>
          <p:cNvPr id="9" name="Text Placeholder 2">
            <a:extLst>
              <a:ext uri="{FF2B5EF4-FFF2-40B4-BE49-F238E27FC236}">
                <a16:creationId xmlns:a16="http://schemas.microsoft.com/office/drawing/2014/main" id="{9C24C0EA-7CB3-905C-0FE8-37358B85D7A0}"/>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Activity 4.4!</a:t>
            </a:r>
          </a:p>
        </p:txBody>
      </p:sp>
      <p:pic>
        <p:nvPicPr>
          <p:cNvPr id="2" name="Picture 1">
            <a:extLst>
              <a:ext uri="{FF2B5EF4-FFF2-40B4-BE49-F238E27FC236}">
                <a16:creationId xmlns:a16="http://schemas.microsoft.com/office/drawing/2014/main" id="{EE77B372-880E-9EE0-5F23-0731DA7F1971}"/>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324</a:t>
            </a:r>
          </a:p>
        </p:txBody>
      </p:sp>
    </p:spTree>
    <p:extLst>
      <p:ext uri="{BB962C8B-B14F-4D97-AF65-F5344CB8AC3E}">
        <p14:creationId xmlns:p14="http://schemas.microsoft.com/office/powerpoint/2010/main" val="374773344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8EE577-CFAE-037D-9C5F-8CDEB88ED33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96658C5-F422-74F8-614F-A503A1C89D94}"/>
              </a:ext>
            </a:extLst>
          </p:cNvPr>
          <p:cNvSpPr>
            <a:spLocks noGrp="1"/>
          </p:cNvSpPr>
          <p:nvPr>
            <p:ph type="title"/>
          </p:nvPr>
        </p:nvSpPr>
        <p:spPr/>
        <p:txBody>
          <a:bodyPr/>
          <a:lstStyle/>
          <a:p>
            <a:pPr algn="l"/>
            <a:r>
              <a:rPr lang="en-US" b="1" dirty="0"/>
              <a:t>Comparing Descriptions and Graphs </a:t>
            </a:r>
            <a:r>
              <a:rPr lang="en-US" sz="2000" b="1" dirty="0">
                <a:solidFill>
                  <a:schemeClr val="bg1"/>
                </a:solidFill>
              </a:rPr>
              <a:t>(4 of 4) </a:t>
            </a:r>
          </a:p>
        </p:txBody>
      </p:sp>
      <p:sp>
        <p:nvSpPr>
          <p:cNvPr id="9" name="Text Placeholder 2">
            <a:extLst>
              <a:ext uri="{FF2B5EF4-FFF2-40B4-BE49-F238E27FC236}">
                <a16:creationId xmlns:a16="http://schemas.microsoft.com/office/drawing/2014/main" id="{385254E4-CB5D-E9B4-3EDF-30A8B31A0251}"/>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324</a:t>
            </a:r>
          </a:p>
        </p:txBody>
      </p:sp>
    </p:spTree>
    <p:extLst>
      <p:ext uri="{BB962C8B-B14F-4D97-AF65-F5344CB8AC3E}">
        <p14:creationId xmlns:p14="http://schemas.microsoft.com/office/powerpoint/2010/main" val="208807768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17B6D8E-F178-63BB-4647-BBEE59CD62FD}"/>
              </a:ext>
            </a:extLst>
          </p:cNvPr>
          <p:cNvSpPr>
            <a:spLocks noGrp="1"/>
          </p:cNvSpPr>
          <p:nvPr>
            <p:ph type="title" idx="4294967295"/>
          </p:nvPr>
        </p:nvSpPr>
        <p:spPr>
          <a:xfrm>
            <a:off x="838200" y="-369116"/>
            <a:ext cx="10514013" cy="369116"/>
          </a:xfrm>
          <a:prstGeom prst="rect">
            <a:avLst/>
          </a:prstGeom>
        </p:spPr>
        <p:txBody>
          <a:bodyPr anchor="b"/>
          <a:lstStyle/>
          <a:p>
            <a:r>
              <a:rPr lang="en-US" sz="2000" dirty="0">
                <a:solidFill>
                  <a:schemeClr val="bg2"/>
                </a:solidFill>
              </a:rPr>
              <a:t>Talk the Talk</a:t>
            </a:r>
          </a:p>
        </p:txBody>
      </p:sp>
      <p:sp>
        <p:nvSpPr>
          <p:cNvPr id="2" name="Text Placeholder 1" descr="10 to 15 minutes">
            <a:extLst>
              <a:ext uri="{FF2B5EF4-FFF2-40B4-BE49-F238E27FC236}">
                <a16:creationId xmlns:a16="http://schemas.microsoft.com/office/drawing/2014/main" id="{FC210BF6-188A-C9CF-0312-B6DC4E6EE108}"/>
              </a:ext>
            </a:extLst>
          </p:cNvPr>
          <p:cNvSpPr>
            <a:spLocks noGrp="1"/>
          </p:cNvSpPr>
          <p:nvPr>
            <p:ph type="body" sz="quarter" idx="12"/>
          </p:nvPr>
        </p:nvSpPr>
        <p:spPr>
          <a:xfrm>
            <a:off x="10614990" y="5780973"/>
            <a:ext cx="863947" cy="795338"/>
          </a:xfrm>
        </p:spPr>
        <p:txBody>
          <a:bodyPr/>
          <a:lstStyle/>
          <a:p>
            <a:r>
              <a:rPr lang="en-US" b="1" dirty="0"/>
              <a:t>10–15</a:t>
            </a:r>
          </a:p>
        </p:txBody>
      </p:sp>
      <p:sp>
        <p:nvSpPr>
          <p:cNvPr id="1003" name="Slide Number 10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Tree>
    <p:extLst>
      <p:ext uri="{BB962C8B-B14F-4D97-AF65-F5344CB8AC3E}">
        <p14:creationId xmlns:p14="http://schemas.microsoft.com/office/powerpoint/2010/main" val="335222387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AD9A1-EF00-2824-80BA-7958E446829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2450E22-BA7A-1EB0-C485-009C18ABD8EA}"/>
              </a:ext>
            </a:extLst>
          </p:cNvPr>
          <p:cNvSpPr>
            <a:spLocks noGrp="1"/>
          </p:cNvSpPr>
          <p:nvPr>
            <p:ph type="title"/>
          </p:nvPr>
        </p:nvSpPr>
        <p:spPr/>
        <p:txBody>
          <a:bodyPr/>
          <a:lstStyle/>
          <a:p>
            <a:pPr algn="l"/>
            <a:r>
              <a:rPr lang="en-US" b="1" dirty="0"/>
              <a:t>Function Maker Space </a:t>
            </a:r>
            <a:r>
              <a:rPr lang="en-US" sz="2000" b="1" dirty="0">
                <a:solidFill>
                  <a:schemeClr val="bg1"/>
                </a:solidFill>
              </a:rPr>
              <a:t>(1 of 4)</a:t>
            </a:r>
          </a:p>
        </p:txBody>
      </p:sp>
      <p:sp>
        <p:nvSpPr>
          <p:cNvPr id="9" name="Text Placeholder 2">
            <a:extLst>
              <a:ext uri="{FF2B5EF4-FFF2-40B4-BE49-F238E27FC236}">
                <a16:creationId xmlns:a16="http://schemas.microsoft.com/office/drawing/2014/main" id="{55FC3408-36F1-2592-27C5-DCE179EDDB16}"/>
              </a:ext>
            </a:extLst>
          </p:cNvPr>
          <p:cNvSpPr txBox="1">
            <a:spLocks/>
          </p:cNvSpPr>
          <p:nvPr/>
        </p:nvSpPr>
        <p:spPr>
          <a:xfrm>
            <a:off x="777240" y="1616150"/>
            <a:ext cx="9887216" cy="65726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Consider the table of values.</a:t>
            </a:r>
          </a:p>
        </p:txBody>
      </p:sp>
      <p:graphicFrame>
        <p:nvGraphicFramePr>
          <p:cNvPr id="3" name="Table 2">
            <a:extLst>
              <a:ext uri="{FF2B5EF4-FFF2-40B4-BE49-F238E27FC236}">
                <a16:creationId xmlns:a16="http://schemas.microsoft.com/office/drawing/2014/main" id="{3709527D-91E9-2561-193A-E7B2253C88FF}"/>
              </a:ext>
            </a:extLst>
          </p:cNvPr>
          <p:cNvGraphicFramePr>
            <a:graphicFrameLocks noGrp="1"/>
          </p:cNvGraphicFramePr>
          <p:nvPr>
            <p:extLst>
              <p:ext uri="{D42A27DB-BD31-4B8C-83A1-F6EECF244321}">
                <p14:modId xmlns:p14="http://schemas.microsoft.com/office/powerpoint/2010/main" val="3263595884"/>
              </p:ext>
            </p:extLst>
          </p:nvPr>
        </p:nvGraphicFramePr>
        <p:xfrm>
          <a:off x="874267" y="2434769"/>
          <a:ext cx="4612133" cy="825008"/>
        </p:xfrm>
        <a:graphic>
          <a:graphicData uri="http://schemas.openxmlformats.org/drawingml/2006/table">
            <a:tbl>
              <a:tblPr firstRow="1" bandRow="1">
                <a:tableStyleId>{5C22544A-7EE6-4342-B048-85BDC9FD1C3A}</a:tableStyleId>
              </a:tblPr>
              <a:tblGrid>
                <a:gridCol w="908234">
                  <a:extLst>
                    <a:ext uri="{9D8B030D-6E8A-4147-A177-3AD203B41FA5}">
                      <a16:colId xmlns:a16="http://schemas.microsoft.com/office/drawing/2014/main" val="265092765"/>
                    </a:ext>
                  </a:extLst>
                </a:gridCol>
                <a:gridCol w="949125">
                  <a:extLst>
                    <a:ext uri="{9D8B030D-6E8A-4147-A177-3AD203B41FA5}">
                      <a16:colId xmlns:a16="http://schemas.microsoft.com/office/drawing/2014/main" val="4126814221"/>
                    </a:ext>
                  </a:extLst>
                </a:gridCol>
                <a:gridCol w="902825">
                  <a:extLst>
                    <a:ext uri="{9D8B030D-6E8A-4147-A177-3AD203B41FA5}">
                      <a16:colId xmlns:a16="http://schemas.microsoft.com/office/drawing/2014/main" val="1956978079"/>
                    </a:ext>
                  </a:extLst>
                </a:gridCol>
                <a:gridCol w="924772">
                  <a:extLst>
                    <a:ext uri="{9D8B030D-6E8A-4147-A177-3AD203B41FA5}">
                      <a16:colId xmlns:a16="http://schemas.microsoft.com/office/drawing/2014/main" val="198823813"/>
                    </a:ext>
                  </a:extLst>
                </a:gridCol>
                <a:gridCol w="927177">
                  <a:extLst>
                    <a:ext uri="{9D8B030D-6E8A-4147-A177-3AD203B41FA5}">
                      <a16:colId xmlns:a16="http://schemas.microsoft.com/office/drawing/2014/main" val="3395431017"/>
                    </a:ext>
                  </a:extLst>
                </a:gridCol>
              </a:tblGrid>
              <a:tr h="412504">
                <a:tc>
                  <a:txBody>
                    <a:bodyPr/>
                    <a:lstStyle/>
                    <a:p>
                      <a:pPr algn="ctr"/>
                      <a:r>
                        <a:rPr lang="en-US" sz="2000" b="1" i="1" dirty="0">
                          <a:solidFill>
                            <a:schemeClr val="bg1"/>
                          </a:solidFill>
                          <a:latin typeface="+mn-lt"/>
                        </a:rPr>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6739"/>
                    </a:solidFill>
                  </a:tcPr>
                </a:tc>
                <a:tc>
                  <a:txBody>
                    <a:bodyPr/>
                    <a:lstStyle/>
                    <a:p>
                      <a:pPr algn="ctr"/>
                      <a:r>
                        <a:rPr lang="en-US" sz="2000" b="0" dirty="0">
                          <a:solidFill>
                            <a:srgbClr val="000000"/>
                          </a:solidFill>
                          <a:latin typeface="+mn-lt"/>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b="0" dirty="0">
                          <a:solidFill>
                            <a:srgbClr val="000000"/>
                          </a:solidFill>
                          <a:latin typeface="+mn-lt"/>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b="0" dirty="0">
                          <a:solidFill>
                            <a:srgbClr val="000000"/>
                          </a:solidFill>
                          <a:latin typeface="+mn-lt"/>
                        </a:rPr>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b="0" dirty="0">
                          <a:solidFill>
                            <a:srgbClr val="000000"/>
                          </a:solidFill>
                          <a:latin typeface="+mn-lt"/>
                        </a:rPr>
                        <a:t>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91128252"/>
                  </a:ext>
                </a:extLst>
              </a:tr>
              <a:tr h="412504">
                <a:tc>
                  <a:txBody>
                    <a:bodyPr/>
                    <a:lstStyle/>
                    <a:p>
                      <a:pPr algn="ctr"/>
                      <a:r>
                        <a:rPr lang="en-US" sz="2000" b="1" i="1" dirty="0">
                          <a:solidFill>
                            <a:schemeClr val="bg1"/>
                          </a:solidFill>
                          <a:latin typeface="+mn-lt"/>
                        </a:rPr>
                        <a:t>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236739"/>
                    </a:solidFill>
                  </a:tcPr>
                </a:tc>
                <a:tc>
                  <a:txBody>
                    <a:bodyPr/>
                    <a:lstStyle/>
                    <a:p>
                      <a:pPr algn="ctr"/>
                      <a:r>
                        <a:rPr lang="en-US" sz="2000" dirty="0">
                          <a:solidFill>
                            <a:srgbClr val="000000"/>
                          </a:solidFill>
                          <a:latin typeface="+mn-lt"/>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dirty="0">
                          <a:solidFill>
                            <a:srgbClr val="000000"/>
                          </a:solidFill>
                          <a:latin typeface="+mn-lt"/>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dirty="0">
                          <a:solidFill>
                            <a:srgbClr val="000000"/>
                          </a:solidFill>
                          <a:latin typeface="+mn-lt"/>
                        </a:rPr>
                        <a:t>7.5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2000" dirty="0">
                          <a:solidFill>
                            <a:srgbClr val="000000"/>
                          </a:solidFill>
                          <a:latin typeface="+mn-lt"/>
                        </a:rPr>
                        <a:t>8.75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36483271"/>
                  </a:ext>
                </a:extLst>
              </a:tr>
            </a:tbl>
          </a:graphicData>
        </a:graphic>
      </p:graphicFrame>
      <p:sp>
        <p:nvSpPr>
          <p:cNvPr id="6" name="TextBox 5">
            <a:extLst>
              <a:ext uri="{FF2B5EF4-FFF2-40B4-BE49-F238E27FC236}">
                <a16:creationId xmlns:a16="http://schemas.microsoft.com/office/drawing/2014/main" id="{E8E0D506-3DE0-A062-B734-5C48B45D05C3}"/>
              </a:ext>
            </a:extLst>
          </p:cNvPr>
          <p:cNvSpPr txBox="1"/>
          <p:nvPr/>
        </p:nvSpPr>
        <p:spPr>
          <a:xfrm>
            <a:off x="777240" y="3514333"/>
            <a:ext cx="9186157" cy="2677656"/>
          </a:xfrm>
          <a:prstGeom prst="rect">
            <a:avLst/>
          </a:prstGeom>
          <a:noFill/>
        </p:spPr>
        <p:txBody>
          <a:bodyPr wrap="square" rtlCol="0">
            <a:spAutoFit/>
          </a:bodyPr>
          <a:lstStyle/>
          <a:p>
            <a:pPr marL="511175" indent="-511175">
              <a:buFont typeface="+mj-lt"/>
              <a:buAutoNum type="arabicPeriod"/>
            </a:pPr>
            <a:r>
              <a:rPr lang="en-US" sz="2800" dirty="0">
                <a:solidFill>
                  <a:srgbClr val="000000"/>
                </a:solidFill>
              </a:rPr>
              <a:t>Create a situation to represent the table of values shown.</a:t>
            </a:r>
            <a:br>
              <a:rPr lang="en-US" sz="2800" dirty="0">
                <a:solidFill>
                  <a:srgbClr val="000000"/>
                </a:solidFill>
              </a:rPr>
            </a:br>
            <a:br>
              <a:rPr lang="en-US" sz="2800" dirty="0">
                <a:solidFill>
                  <a:srgbClr val="000000"/>
                </a:solidFill>
              </a:rPr>
            </a:br>
            <a:br>
              <a:rPr lang="en-US" sz="2800" dirty="0">
                <a:solidFill>
                  <a:srgbClr val="000000"/>
                </a:solidFill>
              </a:rPr>
            </a:br>
            <a:endParaRPr lang="en-US" sz="2800" dirty="0">
              <a:solidFill>
                <a:srgbClr val="000000"/>
              </a:solidFill>
            </a:endParaRPr>
          </a:p>
          <a:p>
            <a:pPr marL="511175" indent="-511175">
              <a:buFont typeface="+mj-lt"/>
              <a:buAutoNum type="arabicPeriod"/>
            </a:pPr>
            <a:r>
              <a:rPr lang="en-US" sz="2800" dirty="0">
                <a:solidFill>
                  <a:srgbClr val="000000"/>
                </a:solidFill>
              </a:rPr>
              <a:t>Write an equation that has a slope that is less steep than the relationship in the table. </a:t>
            </a: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325</a:t>
            </a:r>
          </a:p>
        </p:txBody>
      </p:sp>
      <p:sp>
        <p:nvSpPr>
          <p:cNvPr id="1011" name="Answer 1011"/>
          <p:cNvSpPr txBox="1"/>
          <p:nvPr/>
        </p:nvSpPr>
        <p:spPr>
          <a:xfrm>
            <a:off x="889000" y="4838700"/>
            <a:ext cx="10795000" cy="6223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Sample: Alejandra has read 2.5 pages of a book and reads 2.5 more pages every 10 minutes (x = minutes from now, y = pages read). The slope is 1/4.</a:t>
            </a:r>
          </a:p>
        </p:txBody>
      </p:sp>
      <p:sp>
        <p:nvSpPr>
          <p:cNvPr id="1012" name="Answer 1012"/>
          <p:cNvSpPr txBox="1"/>
          <p:nvPr/>
        </p:nvSpPr>
        <p:spPr>
          <a:xfrm>
            <a:off x="889000" y="5461000"/>
            <a:ext cx="1079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Sample: y = 0.2x + 30 (slope 0.2 &lt; 0.25)</a:t>
            </a:r>
          </a:p>
        </p:txBody>
      </p:sp>
    </p:spTree>
    <p:extLst>
      <p:ext uri="{BB962C8B-B14F-4D97-AF65-F5344CB8AC3E}">
        <p14:creationId xmlns:p14="http://schemas.microsoft.com/office/powerpoint/2010/main" val="104330198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D852A-E0B0-08E4-F295-C235420BBDF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DF21CE9-91E1-1AEE-D94B-EE0C9F24EBE8}"/>
              </a:ext>
            </a:extLst>
          </p:cNvPr>
          <p:cNvSpPr>
            <a:spLocks noGrp="1"/>
          </p:cNvSpPr>
          <p:nvPr>
            <p:ph type="title"/>
          </p:nvPr>
        </p:nvSpPr>
        <p:spPr/>
        <p:txBody>
          <a:bodyPr/>
          <a:lstStyle/>
          <a:p>
            <a:pPr algn="l"/>
            <a:r>
              <a:rPr lang="en-US" b="1" dirty="0"/>
              <a:t>Function Maker Space </a:t>
            </a:r>
            <a:r>
              <a:rPr lang="en-US" sz="2000" b="1" dirty="0">
                <a:solidFill>
                  <a:schemeClr val="bg1"/>
                </a:solidFill>
              </a:rPr>
              <a:t>(2 of 4)</a:t>
            </a:r>
          </a:p>
        </p:txBody>
      </p:sp>
      <p:sp>
        <p:nvSpPr>
          <p:cNvPr id="9" name="Text Placeholder 2">
            <a:extLst>
              <a:ext uri="{FF2B5EF4-FFF2-40B4-BE49-F238E27FC236}">
                <a16:creationId xmlns:a16="http://schemas.microsoft.com/office/drawing/2014/main" id="{E600B7B1-10EE-9478-74FC-E684381B7F32}"/>
              </a:ext>
            </a:extLst>
          </p:cNvPr>
          <p:cNvSpPr txBox="1">
            <a:spLocks/>
          </p:cNvSpPr>
          <p:nvPr/>
        </p:nvSpPr>
        <p:spPr>
          <a:xfrm>
            <a:off x="777240" y="1610687"/>
            <a:ext cx="6383581" cy="427975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1175" indent="-511175">
              <a:buFont typeface="+mj-lt"/>
              <a:buAutoNum type="arabicPeriod" startAt="3"/>
            </a:pPr>
            <a:r>
              <a:rPr lang="en-US" sz="2800" dirty="0">
                <a:solidFill>
                  <a:srgbClr val="000000"/>
                </a:solidFill>
              </a:rPr>
              <a:t>How does the slope of the graph shown compare to the slope from the table of values and your equation?</a:t>
            </a:r>
            <a:br>
              <a:rPr lang="en-US" sz="2800" dirty="0">
                <a:solidFill>
                  <a:srgbClr val="000000"/>
                </a:solidFill>
              </a:rPr>
            </a:br>
            <a:br>
              <a:rPr lang="en-US" sz="2800" dirty="0">
                <a:solidFill>
                  <a:srgbClr val="000000"/>
                </a:solidFill>
              </a:rPr>
            </a:br>
            <a:br>
              <a:rPr lang="en-US" sz="2800" dirty="0">
                <a:solidFill>
                  <a:srgbClr val="000000"/>
                </a:solidFill>
              </a:rPr>
            </a:br>
            <a:endParaRPr lang="en-US" sz="2800" dirty="0">
              <a:solidFill>
                <a:srgbClr val="000000"/>
              </a:solidFill>
            </a:endParaRPr>
          </a:p>
          <a:p>
            <a:pPr marL="511175" lvl="1" indent="0">
              <a:lnSpc>
                <a:spcPct val="100000"/>
              </a:lnSpc>
              <a:spcBef>
                <a:spcPts val="200"/>
              </a:spcBef>
              <a:spcAft>
                <a:spcPts val="600"/>
              </a:spcAft>
              <a:buNone/>
            </a:pPr>
            <a:r>
              <a:rPr lang="en-US" sz="1700" dirty="0">
                <a:solidFill>
                  <a:srgbClr val="FF0000"/>
                </a:solidFill>
              </a:rPr>
              <a:t>Sample: the graphed line has slope 1/3 ≈ 0.333 (through (0, −4) and (3, −3)). It is steeper than the table (1/4) and my equation (0.2).</a:t>
            </a:r>
          </a:p>
          <a:p>
            <a:pPr marL="511175" indent="-511175">
              <a:buFont typeface="+mj-lt"/>
              <a:buAutoNum type="arabicPeriod" startAt="3"/>
            </a:pPr>
            <a:r>
              <a:rPr lang="en-US" sz="2800" dirty="0">
                <a:solidFill>
                  <a:srgbClr val="000000"/>
                </a:solidFill>
              </a:rPr>
              <a:t>What strategies did you use to create your linear functions and to compare the slopes?</a:t>
            </a:r>
            <a:endParaRPr lang="en-US" sz="2800" b="0" i="0" u="none" strike="noStrike" baseline="0" dirty="0">
              <a:solidFill>
                <a:srgbClr val="000000"/>
              </a:solidFill>
            </a:endParaRPr>
          </a:p>
          <a:p>
            <a:pPr marL="511175" lvl="1" indent="0">
              <a:lnSpc>
                <a:spcPct val="100000"/>
              </a:lnSpc>
              <a:spcBef>
                <a:spcPts val="200"/>
              </a:spcBef>
              <a:spcAft>
                <a:spcPts val="600"/>
              </a:spcAft>
              <a:buNone/>
            </a:pPr>
            <a:r>
              <a:rPr lang="en-US" sz="1700" dirty="0">
                <a:solidFill>
                  <a:srgbClr val="FF0000"/>
                </a:solidFill>
              </a:rPr>
              <a:t>Answers will vary: for example, finding the rate of change from two points and comparing the absolute values of the slopes.</a:t>
            </a:r>
          </a:p>
          <a:p>
            <a:pPr marL="0" indent="0">
              <a:buNone/>
            </a:pPr>
            <a:endParaRPr lang="en-US" sz="2800" b="0" i="0" u="none" strike="noStrike" baseline="0" dirty="0">
              <a:solidFill>
                <a:srgbClr val="000000"/>
              </a:solidFill>
            </a:endParaRPr>
          </a:p>
          <a:p>
            <a:pPr marL="0" indent="0" algn="ctr">
              <a:buNone/>
            </a:pPr>
            <a:endParaRPr lang="en-US" sz="2800" dirty="0">
              <a:solidFill>
                <a:srgbClr val="000000"/>
              </a:solidFill>
            </a:endParaRPr>
          </a:p>
        </p:txBody>
      </p:sp>
      <p:pic>
        <p:nvPicPr>
          <p:cNvPr id="3" name="Picture 2" descr="A graph of a line on the coordinate plane. The line rises from left to right through the points (0, negative 4) and (3, negative 3).">
            <a:extLst>
              <a:ext uri="{FF2B5EF4-FFF2-40B4-BE49-F238E27FC236}">
                <a16:creationId xmlns:a16="http://schemas.microsoft.com/office/drawing/2014/main" id="{65407A3C-F4F6-3361-C0FA-3218F9AA76F2}"/>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7558745" y="1756892"/>
            <a:ext cx="3854428" cy="3987339"/>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37</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325</a:t>
            </a:r>
          </a:p>
        </p:txBody>
      </p:sp>
    </p:spTree>
    <p:extLst>
      <p:ext uri="{BB962C8B-B14F-4D97-AF65-F5344CB8AC3E}">
        <p14:creationId xmlns:p14="http://schemas.microsoft.com/office/powerpoint/2010/main" val="7017134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1872C-523C-E659-D1F9-B674B725EF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3B829B5-6836-78EE-82BD-288EBC559C6E}"/>
              </a:ext>
            </a:extLst>
          </p:cNvPr>
          <p:cNvSpPr>
            <a:spLocks noGrp="1"/>
          </p:cNvSpPr>
          <p:nvPr>
            <p:ph type="title"/>
          </p:nvPr>
        </p:nvSpPr>
        <p:spPr/>
        <p:txBody>
          <a:bodyPr/>
          <a:lstStyle/>
          <a:p>
            <a:pPr algn="l"/>
            <a:r>
              <a:rPr lang="en-US" b="1" dirty="0"/>
              <a:t>Function Maker Space </a:t>
            </a:r>
            <a:r>
              <a:rPr lang="en-US" sz="2000" b="1" dirty="0">
                <a:solidFill>
                  <a:schemeClr val="bg1"/>
                </a:solidFill>
              </a:rPr>
              <a:t>(3 of 4)</a:t>
            </a:r>
          </a:p>
        </p:txBody>
      </p:sp>
      <p:sp>
        <p:nvSpPr>
          <p:cNvPr id="9" name="Text Placeholder 2">
            <a:extLst>
              <a:ext uri="{FF2B5EF4-FFF2-40B4-BE49-F238E27FC236}">
                <a16:creationId xmlns:a16="http://schemas.microsoft.com/office/drawing/2014/main" id="{65F72D48-161D-34EA-1092-F01297B5BAE2}"/>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answer the Essential Question and summarize our learning from the Talk the Talk!</a:t>
            </a:r>
          </a:p>
          <a:p>
            <a:pPr marL="0" indent="0" algn="l">
              <a:buNone/>
            </a:pPr>
            <a:endParaRPr lang="en-US" sz="2800" dirty="0">
              <a:solidFill>
                <a:srgbClr val="000000"/>
              </a:solidFill>
            </a:endParaRPr>
          </a:p>
          <a:p>
            <a:pPr marL="0" indent="0" algn="l">
              <a:buNone/>
            </a:pPr>
            <a:endParaRPr lang="en-US" sz="2800" dirty="0">
              <a:solidFill>
                <a:srgbClr val="000000"/>
              </a:solidFill>
            </a:endParaRPr>
          </a:p>
          <a:p>
            <a:pPr marL="0" indent="0">
              <a:buNone/>
            </a:pPr>
            <a:r>
              <a:rPr lang="en-US" sz="2800" b="1" dirty="0">
                <a:solidFill>
                  <a:srgbClr val="000000"/>
                </a:solidFill>
              </a:rPr>
              <a:t>Essential Question: </a:t>
            </a:r>
            <a:r>
              <a:rPr lang="en-US" sz="2800" dirty="0">
                <a:solidFill>
                  <a:srgbClr val="000000"/>
                </a:solidFill>
              </a:rPr>
              <a:t>How does each linear function representation compare with the others?</a:t>
            </a:r>
            <a:endParaRPr lang="en-US" sz="2800" b="0" i="0" u="none" strike="noStrike" baseline="0" dirty="0">
              <a:solidFill>
                <a:srgbClr val="000000"/>
              </a:solidFill>
            </a:endParaRPr>
          </a:p>
        </p:txBody>
      </p:sp>
      <p:pic>
        <p:nvPicPr>
          <p:cNvPr id="2" name="Picture 1">
            <a:extLst>
              <a:ext uri="{FF2B5EF4-FFF2-40B4-BE49-F238E27FC236}">
                <a16:creationId xmlns:a16="http://schemas.microsoft.com/office/drawing/2014/main" id="{0F1413F2-FA04-568B-DA09-D35AB0EC72C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38</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325</a:t>
            </a:r>
          </a:p>
        </p:txBody>
      </p:sp>
    </p:spTree>
    <p:extLst>
      <p:ext uri="{BB962C8B-B14F-4D97-AF65-F5344CB8AC3E}">
        <p14:creationId xmlns:p14="http://schemas.microsoft.com/office/powerpoint/2010/main" val="58301444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1872C-523C-E659-D1F9-B674B725EF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3B829B5-6836-78EE-82BD-288EBC559C6E}"/>
              </a:ext>
            </a:extLst>
          </p:cNvPr>
          <p:cNvSpPr>
            <a:spLocks noGrp="1"/>
          </p:cNvSpPr>
          <p:nvPr>
            <p:ph type="title"/>
          </p:nvPr>
        </p:nvSpPr>
        <p:spPr/>
        <p:txBody>
          <a:bodyPr/>
          <a:lstStyle/>
          <a:p>
            <a:pPr algn="l"/>
            <a:r>
              <a:rPr lang="en-US" b="1" dirty="0"/>
              <a:t>Function Maker Space </a:t>
            </a:r>
            <a:r>
              <a:rPr lang="en-US" sz="2000" b="1" dirty="0">
                <a:solidFill>
                  <a:schemeClr val="bg1"/>
                </a:solidFill>
              </a:rPr>
              <a:t>(4 of 4)</a:t>
            </a:r>
          </a:p>
        </p:txBody>
      </p:sp>
      <p:sp>
        <p:nvSpPr>
          <p:cNvPr id="9" name="Text Placeholder 2">
            <a:extLst>
              <a:ext uri="{FF2B5EF4-FFF2-40B4-BE49-F238E27FC236}">
                <a16:creationId xmlns:a16="http://schemas.microsoft.com/office/drawing/2014/main" id="{65F72D48-161D-34EA-1092-F01297B5BAE2}"/>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b="0" i="0" u="none" strike="noStrike" baseline="0" dirty="0">
              <a:solidFill>
                <a:schemeClr val="bg2">
                  <a:lumMod val="25000"/>
                </a:schemeClr>
              </a:solidFill>
            </a:endParaRPr>
          </a:p>
        </p:txBody>
      </p:sp>
      <p:sp>
        <p:nvSpPr>
          <p:cNvPr id="1009" name="Slide Number 100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39</a:t>
            </a:fld>
          </a:p>
        </p:txBody>
      </p:sp>
      <p:sp>
        <p:nvSpPr>
          <p:cNvPr id="1010" name="Answer 101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325</a:t>
            </a:r>
          </a:p>
        </p:txBody>
      </p:sp>
    </p:spTree>
    <p:extLst>
      <p:ext uri="{BB962C8B-B14F-4D97-AF65-F5344CB8AC3E}">
        <p14:creationId xmlns:p14="http://schemas.microsoft.com/office/powerpoint/2010/main" val="396640048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6526A4E-430A-7F6C-63B6-E74740858B16}"/>
              </a:ext>
            </a:extLst>
          </p:cNvPr>
          <p:cNvSpPr>
            <a:spLocks noGrp="1"/>
          </p:cNvSpPr>
          <p:nvPr>
            <p:ph type="title" idx="4294967295"/>
          </p:nvPr>
        </p:nvSpPr>
        <p:spPr>
          <a:xfrm>
            <a:off x="838200" y="-318782"/>
            <a:ext cx="10514013" cy="318782"/>
          </a:xfrm>
          <a:prstGeom prst="rect">
            <a:avLst/>
          </a:prstGeom>
        </p:spPr>
        <p:txBody>
          <a:bodyPr anchor="b"/>
          <a:lstStyle/>
          <a:p>
            <a:r>
              <a:rPr lang="en-US" sz="2000" dirty="0">
                <a:solidFill>
                  <a:schemeClr val="bg2"/>
                </a:solidFill>
              </a:rPr>
              <a:t>Prepare</a:t>
            </a:r>
          </a:p>
        </p:txBody>
      </p:sp>
      <p:sp>
        <p:nvSpPr>
          <p:cNvPr id="1006" name="Slide Number 10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41</a:t>
            </a:fld>
          </a:p>
        </p:txBody>
      </p:sp>
    </p:spTree>
    <p:extLst>
      <p:ext uri="{BB962C8B-B14F-4D97-AF65-F5344CB8AC3E}">
        <p14:creationId xmlns:p14="http://schemas.microsoft.com/office/powerpoint/2010/main" val="78456296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1C6DF-139C-D914-CA27-40434903786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89A76E7-5405-452B-A5DD-6B559DABE30F}"/>
              </a:ext>
            </a:extLst>
          </p:cNvPr>
          <p:cNvSpPr>
            <a:spLocks noGrp="1"/>
          </p:cNvSpPr>
          <p:nvPr>
            <p:ph type="title"/>
          </p:nvPr>
        </p:nvSpPr>
        <p:spPr/>
        <p:txBody>
          <a:bodyPr/>
          <a:lstStyle/>
          <a:p>
            <a:pPr algn="l"/>
            <a:r>
              <a:rPr lang="en-US" b="1" dirty="0"/>
              <a:t>Prepare for Module 3 Topic 1 Lesson 1</a:t>
            </a:r>
          </a:p>
        </p:txBody>
      </p:sp>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06890774-7848-58D0-0262-B11B4D8F7BE9}"/>
                  </a:ext>
                </a:extLst>
              </p:cNvPr>
              <p:cNvSpPr txBox="1">
                <a:spLocks/>
              </p:cNvSpPr>
              <p:nvPr/>
            </p:nvSpPr>
            <p:spPr>
              <a:xfrm>
                <a:off x="777240" y="1616140"/>
                <a:ext cx="9472546" cy="4915289"/>
              </a:xfrm>
              <a:prstGeom prst="rect">
                <a:avLst/>
              </a:prstGeom>
            </p:spPr>
            <p:txBody>
              <a:bodyPr lIns="91440" tIns="45720" rIns="91440" bIns="45720" anchor="t"/>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dirty="0">
                    <a:solidFill>
                      <a:srgbClr val="000000"/>
                    </a:solidFill>
                    <a:ea typeface="+mn-lt"/>
                    <a:cs typeface="+mn-lt"/>
                  </a:rPr>
                  <a:t>Solve each equation for </a:t>
                </a:r>
                <a:r>
                  <a:rPr lang="en-US" sz="2800" i="1" dirty="0">
                    <a:solidFill>
                      <a:srgbClr val="000000"/>
                    </a:solidFill>
                    <a:ea typeface="+mn-lt"/>
                    <a:cs typeface="+mn-lt"/>
                  </a:rPr>
                  <a:t>x</a:t>
                </a:r>
                <a:r>
                  <a:rPr lang="en-US" sz="2800" dirty="0">
                    <a:solidFill>
                      <a:srgbClr val="000000"/>
                    </a:solidFill>
                    <a:ea typeface="+mn-lt"/>
                    <a:cs typeface="+mn-lt"/>
                  </a:rPr>
                  <a:t>.</a:t>
                </a:r>
              </a:p>
              <a:p>
                <a:pPr marL="514350" indent="-514350">
                  <a:buFont typeface="+mj-lt"/>
                  <a:buAutoNum type="arabicPeriod"/>
                </a:pPr>
                <a:r>
                  <a:rPr lang="en-US" sz="2800" dirty="0">
                    <a:solidFill>
                      <a:srgbClr val="000000"/>
                    </a:solidFill>
                    <a:ea typeface="+mn-lt"/>
                    <a:cs typeface="+mn-lt"/>
                  </a:rPr>
                  <a:t> </a:t>
                </a:r>
                <a14:m>
                  <m:oMath xmlns:m="http://schemas.openxmlformats.org/officeDocument/2006/math">
                    <m:f>
                      <m:fPr>
                        <m:ctrlPr>
                          <a:rPr lang="en-US" sz="2800" i="1" smtClean="0">
                            <a:solidFill>
                              <a:srgbClr val="000000"/>
                            </a:solidFill>
                            <a:latin typeface="Cambria Math" panose="02040503050406030204" pitchFamily="18" charset="0"/>
                            <a:ea typeface="+mn-lt"/>
                            <a:cs typeface="+mn-lt"/>
                          </a:rPr>
                        </m:ctrlPr>
                      </m:fPr>
                      <m:num>
                        <m:r>
                          <a:rPr lang="en-US" sz="2800" b="0" i="1" smtClean="0">
                            <a:solidFill>
                              <a:srgbClr val="000000"/>
                            </a:solidFill>
                            <a:latin typeface="Cambria Math" panose="02040503050406030204" pitchFamily="18" charset="0"/>
                            <a:ea typeface="+mn-lt"/>
                            <a:cs typeface="+mn-lt"/>
                          </a:rPr>
                          <m:t>1</m:t>
                        </m:r>
                      </m:num>
                      <m:den>
                        <m:r>
                          <a:rPr lang="en-US" sz="2800" b="0" i="1" smtClean="0">
                            <a:solidFill>
                              <a:srgbClr val="000000"/>
                            </a:solidFill>
                            <a:latin typeface="Cambria Math" panose="02040503050406030204" pitchFamily="18" charset="0"/>
                            <a:ea typeface="+mn-lt"/>
                            <a:cs typeface="+mn-lt"/>
                          </a:rPr>
                          <m:t>3</m:t>
                        </m:r>
                      </m:den>
                    </m:f>
                  </m:oMath>
                </a14:m>
                <a:r>
                  <a:rPr lang="en-US" sz="2800" i="1" dirty="0">
                    <a:solidFill>
                      <a:srgbClr val="000000"/>
                    </a:solidFill>
                    <a:ea typeface="+mn-lt"/>
                    <a:cs typeface="+mn-lt"/>
                  </a:rPr>
                  <a:t>x</a:t>
                </a:r>
                <a:r>
                  <a:rPr lang="en-US" sz="2800" dirty="0">
                    <a:solidFill>
                      <a:srgbClr val="000000"/>
                    </a:solidFill>
                    <a:ea typeface="+mn-lt"/>
                    <a:cs typeface="+mn-lt"/>
                  </a:rPr>
                  <a:t> = 8</a:t>
                </a:r>
                <a:br>
                  <a:rPr lang="en-US" sz="2800" dirty="0">
                    <a:solidFill>
                      <a:srgbClr val="000000"/>
                    </a:solidFill>
                    <a:ea typeface="+mn-lt"/>
                    <a:cs typeface="+mn-lt"/>
                  </a:rPr>
                </a:br>
                <a:endParaRPr lang="en-US" sz="2800" dirty="0">
                  <a:solidFill>
                    <a:srgbClr val="000000"/>
                  </a:solidFill>
                  <a:ea typeface="+mn-lt"/>
                  <a:cs typeface="+mn-lt"/>
                </a:endParaRPr>
              </a:p>
              <a:p>
                <a:pPr marL="514350" indent="-514350">
                  <a:buFont typeface="+mj-lt"/>
                  <a:buAutoNum type="arabicPeriod"/>
                </a:pPr>
                <a:r>
                  <a:rPr lang="en-US" sz="2800" dirty="0">
                    <a:solidFill>
                      <a:srgbClr val="000000"/>
                    </a:solidFill>
                    <a:ea typeface="+mn-lt"/>
                    <a:cs typeface="+mn-lt"/>
                  </a:rPr>
                  <a:t>5 + </a:t>
                </a:r>
                <a:r>
                  <a:rPr lang="en-US" sz="2800" i="1" dirty="0">
                    <a:solidFill>
                      <a:srgbClr val="000000"/>
                    </a:solidFill>
                    <a:ea typeface="+mn-lt"/>
                    <a:cs typeface="+mn-lt"/>
                  </a:rPr>
                  <a:t>x</a:t>
                </a:r>
                <a:r>
                  <a:rPr lang="en-US" sz="2800" dirty="0">
                    <a:solidFill>
                      <a:srgbClr val="000000"/>
                    </a:solidFill>
                    <a:ea typeface="+mn-lt"/>
                    <a:cs typeface="+mn-lt"/>
                  </a:rPr>
                  <a:t> = 12.7</a:t>
                </a:r>
                <a:br>
                  <a:rPr lang="en-US" sz="2800" dirty="0">
                    <a:solidFill>
                      <a:srgbClr val="000000"/>
                    </a:solidFill>
                    <a:ea typeface="+mn-lt"/>
                    <a:cs typeface="+mn-lt"/>
                  </a:rPr>
                </a:br>
                <a:endParaRPr lang="en-US" sz="2800" dirty="0">
                  <a:solidFill>
                    <a:srgbClr val="000000"/>
                  </a:solidFill>
                  <a:ea typeface="+mn-lt"/>
                  <a:cs typeface="+mn-lt"/>
                </a:endParaRPr>
              </a:p>
              <a:p>
                <a:pPr marL="514350" indent="-514350">
                  <a:buFont typeface="+mj-lt"/>
                  <a:buAutoNum type="arabicPeriod"/>
                </a:pPr>
                <a:r>
                  <a:rPr lang="en-US" sz="2800" dirty="0">
                    <a:solidFill>
                      <a:srgbClr val="000000"/>
                    </a:solidFill>
                    <a:ea typeface="+mn-lt"/>
                    <a:cs typeface="+mn-lt"/>
                  </a:rPr>
                  <a:t>2</a:t>
                </a:r>
                <a:r>
                  <a:rPr lang="en-US" sz="2800" i="1" dirty="0">
                    <a:solidFill>
                      <a:srgbClr val="000000"/>
                    </a:solidFill>
                    <a:ea typeface="+mn-lt"/>
                    <a:cs typeface="+mn-lt"/>
                  </a:rPr>
                  <a:t>x</a:t>
                </a:r>
                <a:r>
                  <a:rPr lang="en-US" sz="2800" dirty="0">
                    <a:solidFill>
                      <a:srgbClr val="000000"/>
                    </a:solidFill>
                    <a:ea typeface="+mn-lt"/>
                    <a:cs typeface="+mn-lt"/>
                  </a:rPr>
                  <a:t> − 9 = 6</a:t>
                </a:r>
                <a:br>
                  <a:rPr lang="en-US" sz="2800" dirty="0">
                    <a:solidFill>
                      <a:srgbClr val="000000"/>
                    </a:solidFill>
                    <a:ea typeface="+mn-lt"/>
                    <a:cs typeface="+mn-lt"/>
                  </a:rPr>
                </a:br>
                <a:endParaRPr lang="en-US" sz="2800" dirty="0">
                  <a:solidFill>
                    <a:srgbClr val="000000"/>
                  </a:solidFill>
                  <a:ea typeface="+mn-lt"/>
                  <a:cs typeface="+mn-lt"/>
                </a:endParaRPr>
              </a:p>
              <a:p>
                <a:pPr marL="514350" indent="-514350">
                  <a:buFont typeface="+mj-lt"/>
                  <a:buAutoNum type="arabicPeriod"/>
                </a:pPr>
                <a:r>
                  <a:rPr lang="en-US" sz="2800" b="0" i="0" u="none" strike="noStrike" baseline="0" dirty="0">
                    <a:solidFill>
                      <a:srgbClr val="000000"/>
                    </a:solidFill>
                  </a:rPr>
                  <a:t>12 + 2</a:t>
                </a:r>
                <a:r>
                  <a:rPr lang="en-US" sz="2800" b="0" i="1" u="none" strike="noStrike" baseline="0" dirty="0">
                    <a:solidFill>
                      <a:srgbClr val="000000"/>
                    </a:solidFill>
                  </a:rPr>
                  <a:t>x</a:t>
                </a:r>
                <a:r>
                  <a:rPr lang="en-US" sz="2800" b="0" i="0" u="none" strike="noStrike" baseline="0" dirty="0">
                    <a:solidFill>
                      <a:srgbClr val="000000"/>
                    </a:solidFill>
                  </a:rPr>
                  <a:t> = 3</a:t>
                </a:r>
                <a:r>
                  <a:rPr lang="en-US" sz="2800" b="0" i="1" u="none" strike="noStrike" baseline="0" dirty="0">
                    <a:solidFill>
                      <a:srgbClr val="000000"/>
                    </a:solidFill>
                  </a:rPr>
                  <a:t>x</a:t>
                </a:r>
                <a:r>
                  <a:rPr lang="en-US" sz="2800" b="0" i="0" u="none" strike="noStrike" baseline="0" dirty="0">
                    <a:solidFill>
                      <a:srgbClr val="000000"/>
                    </a:solidFill>
                  </a:rPr>
                  <a:t> </a:t>
                </a:r>
                <a:r>
                  <a:rPr lang="en-US" sz="2800" dirty="0">
                    <a:solidFill>
                      <a:srgbClr val="000000"/>
                    </a:solidFill>
                    <a:ea typeface="+mn-lt"/>
                    <a:cs typeface="+mn-lt"/>
                  </a:rPr>
                  <a:t>− 1</a:t>
                </a:r>
                <a:endParaRPr lang="en-US" sz="2800" dirty="0"/>
              </a:p>
            </p:txBody>
          </p:sp>
        </mc:Choice>
        <mc:Fallback xmlns="">
          <p:sp>
            <p:nvSpPr>
              <p:cNvPr id="2" name="Text Placeholder 2">
                <a:extLst>
                  <a:ext uri="{FF2B5EF4-FFF2-40B4-BE49-F238E27FC236}">
                    <a16:creationId xmlns:a16="http://schemas.microsoft.com/office/drawing/2014/main" id="{06890774-7848-58D0-0262-B11B4D8F7BE9}"/>
                  </a:ext>
                </a:extLst>
              </p:cNvPr>
              <p:cNvSpPr txBox="1">
                <a:spLocks noRot="1" noChangeAspect="1" noMove="1" noResize="1" noEditPoints="1" noAdjustHandles="1" noChangeArrowheads="1" noChangeShapeType="1" noTextEdit="1"/>
              </p:cNvSpPr>
              <p:nvPr/>
            </p:nvSpPr>
            <p:spPr>
              <a:xfrm>
                <a:off x="777240" y="1616140"/>
                <a:ext cx="9472546" cy="4915289"/>
              </a:xfrm>
              <a:prstGeom prst="rect">
                <a:avLst/>
              </a:prstGeom>
              <a:blipFill>
                <a:blip r:embed="rId3"/>
                <a:stretch>
                  <a:fillRect l="-1352" t="-1117"/>
                </a:stretch>
              </a:blipFill>
            </p:spPr>
            <p:txBody>
              <a:bodyPr/>
              <a:lstStyle/>
              <a:p>
                <a:r>
                  <a:rPr lang="en-US">
                    <a:noFill/>
                  </a:rPr>
                  <a:t> </a:t>
                </a:r>
              </a:p>
            </p:txBody>
          </p:sp>
        </mc:Fallback>
      </mc:AlternateContent>
      <p:sp>
        <p:nvSpPr>
          <p:cNvPr id="1004" name="Slide Number 10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42</a:t>
            </a:fld>
          </a:p>
        </p:txBody>
      </p:sp>
      <p:sp>
        <p:nvSpPr>
          <p:cNvPr id="1005" name="Answer 100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330</a:t>
            </a:r>
          </a:p>
        </p:txBody>
      </p:sp>
      <p:sp>
        <p:nvSpPr>
          <p:cNvPr id="1006" name="Answer 1006"/>
          <p:cNvSpPr txBox="1"/>
          <p:nvPr/>
        </p:nvSpPr>
        <p:spPr>
          <a:xfrm>
            <a:off x="4445000" y="2508250"/>
            <a:ext cx="254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x = 24</a:t>
            </a:r>
          </a:p>
        </p:txBody>
      </p:sp>
      <p:sp>
        <p:nvSpPr>
          <p:cNvPr id="1007" name="Answer 1007"/>
          <p:cNvSpPr txBox="1"/>
          <p:nvPr/>
        </p:nvSpPr>
        <p:spPr>
          <a:xfrm>
            <a:off x="4445000" y="3549650"/>
            <a:ext cx="254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x = 7.7</a:t>
            </a:r>
          </a:p>
        </p:txBody>
      </p:sp>
      <p:sp>
        <p:nvSpPr>
          <p:cNvPr id="1008" name="Answer 1008"/>
          <p:cNvSpPr txBox="1"/>
          <p:nvPr/>
        </p:nvSpPr>
        <p:spPr>
          <a:xfrm>
            <a:off x="4445000" y="4476750"/>
            <a:ext cx="254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x = 7.5</a:t>
            </a:r>
          </a:p>
        </p:txBody>
      </p:sp>
      <p:sp>
        <p:nvSpPr>
          <p:cNvPr id="1009" name="Answer 1009"/>
          <p:cNvSpPr txBox="1"/>
          <p:nvPr/>
        </p:nvSpPr>
        <p:spPr>
          <a:xfrm>
            <a:off x="4445000" y="5429250"/>
            <a:ext cx="254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x = 13</a:t>
            </a:r>
          </a:p>
        </p:txBody>
      </p:sp>
    </p:spTree>
    <p:extLst>
      <p:ext uri="{BB962C8B-B14F-4D97-AF65-F5344CB8AC3E}">
        <p14:creationId xmlns:p14="http://schemas.microsoft.com/office/powerpoint/2010/main" val="3492781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0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0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0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AF44A-A2BF-5213-0768-B06DA52229A6}"/>
              </a:ext>
            </a:extLst>
          </p:cNvPr>
          <p:cNvSpPr>
            <a:spLocks noGrp="1"/>
          </p:cNvSpPr>
          <p:nvPr>
            <p:ph type="title" idx="4294967295"/>
          </p:nvPr>
        </p:nvSpPr>
        <p:spPr>
          <a:xfrm>
            <a:off x="838200" y="-335560"/>
            <a:ext cx="10514013" cy="335560"/>
          </a:xfrm>
          <a:prstGeom prst="rect">
            <a:avLst/>
          </a:prstGeom>
        </p:spPr>
        <p:txBody>
          <a:bodyPr anchor="b"/>
          <a:lstStyle/>
          <a:p>
            <a:r>
              <a:rPr lang="en-US" sz="2000" dirty="0">
                <a:solidFill>
                  <a:schemeClr val="bg2"/>
                </a:solidFill>
              </a:rPr>
              <a:t>Acknowledgment and Notice</a:t>
            </a:r>
          </a:p>
        </p:txBody>
      </p:sp>
      <p:sp>
        <p:nvSpPr>
          <p:cNvPr id="1002" name="Slide Number 100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43</a:t>
            </a:fld>
          </a:p>
        </p:txBody>
      </p:sp>
    </p:spTree>
    <p:extLst>
      <p:ext uri="{BB962C8B-B14F-4D97-AF65-F5344CB8AC3E}">
        <p14:creationId xmlns:p14="http://schemas.microsoft.com/office/powerpoint/2010/main" val="363287788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405E585-903C-AE75-891E-98E899BA927D}"/>
              </a:ext>
            </a:extLst>
          </p:cNvPr>
          <p:cNvSpPr>
            <a:spLocks noGrp="1"/>
          </p:cNvSpPr>
          <p:nvPr>
            <p:ph type="title" idx="4294967295"/>
          </p:nvPr>
        </p:nvSpPr>
        <p:spPr>
          <a:xfrm>
            <a:off x="8155889" y="4975063"/>
            <a:ext cx="3431356" cy="414778"/>
          </a:xfrm>
          <a:prstGeom prst="rect">
            <a:avLst/>
          </a:prstGeom>
          <a:solidFill>
            <a:srgbClr val="2B8147"/>
          </a:solidFill>
          <a:ln>
            <a:noFill/>
            <a:prstDash/>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schemeClr val="bg1"/>
                </a:solidFill>
                <a:effectLst/>
                <a:uLnTx/>
                <a:uFillTx/>
                <a:latin typeface="+mn-lt"/>
                <a:ea typeface="+mn-ea"/>
                <a:cs typeface="+mn-cs"/>
              </a:rPr>
              <a:t>BLMATH_AlgI_M2_T2_L4_DCS_ENG</a:t>
            </a:r>
            <a:endParaRPr kumimoji="0" lang="en-US" sz="1800" b="0" i="0" u="none" strike="noStrike" kern="1200" cap="none" spc="0" normalizeH="0" baseline="0" noProof="0" dirty="0">
              <a:ln>
                <a:noFill/>
              </a:ln>
              <a:solidFill>
                <a:schemeClr val="bg1"/>
              </a:solidFill>
              <a:effectLst/>
              <a:uLnTx/>
              <a:uFillTx/>
              <a:latin typeface="+mn-lt"/>
              <a:ea typeface="Calibri"/>
              <a:cs typeface="Calibri"/>
            </a:endParaRPr>
          </a:p>
        </p:txBody>
      </p:sp>
      <p:sp>
        <p:nvSpPr>
          <p:cNvPr id="1002" name="Slide Number 100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44</a:t>
            </a:fld>
          </a:p>
        </p:txBody>
      </p:sp>
    </p:spTree>
    <p:extLst>
      <p:ext uri="{BB962C8B-B14F-4D97-AF65-F5344CB8AC3E}">
        <p14:creationId xmlns:p14="http://schemas.microsoft.com/office/powerpoint/2010/main" val="130857272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nswer 2"/>
          <p:cNvSpPr txBox="1"/>
          <p:nvPr/>
        </p:nvSpPr>
        <p:spPr>
          <a:xfrm>
            <a:off x="869950" y="5715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3400" b="1" dirty="0">
                <a:solidFill>
                  <a:srgbClr val="2E7D4F"/>
                </a:solidFill>
              </a:rPr>
              <a:t>Teacher Edition notes for this deck</a:t>
            </a:r>
          </a:p>
        </p:txBody>
      </p:sp>
      <p:sp>
        <p:nvSpPr>
          <p:cNvPr id="3" name="Answer 3"/>
          <p:cNvSpPr txBox="1"/>
          <p:nvPr/>
        </p:nvSpPr>
        <p:spPr>
          <a:xfrm>
            <a:off x="869950" y="21272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Slide typo: slide 31 calls Lauren 'Michelle'.</a:t>
            </a:r>
          </a:p>
        </p:txBody>
      </p:sp>
      <p:sp>
        <p:nvSpPr>
          <p:cNvPr id="4" name="Answer 4"/>
          <p:cNvSpPr txBox="1"/>
          <p:nvPr/>
        </p:nvSpPr>
        <p:spPr>
          <a:xfrm>
            <a:off x="869950" y="36830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Talk the Talk Q1: the TE's sample starts Alejandra 'at the middle of page 2'; y = 2.5 pages read is the middle of page 3.</a:t>
            </a:r>
          </a:p>
        </p:txBody>
      </p:sp>
      <p:sp>
        <p:nvSpPr>
          <p:cNvPr id="5" name="Answer 5"/>
          <p:cNvSpPr txBox="1"/>
          <p:nvPr/>
        </p:nvSpPr>
        <p:spPr>
          <a:xfrm>
            <a:off x="869950" y="52387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16171D"/>
                </a:solidFill>
              </a:rPr>
              <a:t>• Every TE answer was re-solved and is correct, including the Assignment (pp. 327-330) and Prepare.</a:t>
            </a:r>
          </a:p>
        </p:txBody>
      </p:sp>
      <p:sp>
        <p:nvSpPr>
          <p:cNvPr id="999" name="Slide Number 9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40</a:t>
            </a:fld>
          </a:p>
        </p:txBody>
      </p:sp>
    </p:spTree>
  </p:cSld>
  <p:clrMapOvr>
    <a:masterClrMapping/>
  </p:clrMapOvr>
</p:sld>
</file>

<file path=ppt/theme/theme1.xml><?xml version="1.0" encoding="utf-8"?>
<a:theme xmlns:a="http://schemas.openxmlformats.org/drawingml/2006/main" name="A1_green">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G7_navy">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G8_purple">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G6_teal">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AE0C664B4FDA64F8529B02C06F03698" ma:contentTypeVersion="15" ma:contentTypeDescription="Create a new document." ma:contentTypeScope="" ma:versionID="4bf8706da78cd0fcda70025af99f6a26">
  <xsd:schema xmlns:xsd="http://www.w3.org/2001/XMLSchema" xmlns:xs="http://www.w3.org/2001/XMLSchema" xmlns:p="http://schemas.microsoft.com/office/2006/metadata/properties" xmlns:ns2="33e0dbe9-2ee3-4e40-8d2a-c14405aa398e" xmlns:ns3="5aa991ed-cfdb-45f0-90fe-74f6c83d7f1e" targetNamespace="http://schemas.microsoft.com/office/2006/metadata/properties" ma:root="true" ma:fieldsID="aff2f77c8a19f3557e1e9d39b143470b" ns2:_="" ns3:_="">
    <xsd:import namespace="33e0dbe9-2ee3-4e40-8d2a-c14405aa398e"/>
    <xsd:import namespace="5aa991ed-cfdb-45f0-90fe-74f6c83d7f1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element ref="ns2:Uploade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3e0dbe9-2ee3-4e40-8d2a-c14405aa398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b7a77b5-e59d-49f3-97a2-3dde868dbe2d"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Uploaded" ma:index="22" nillable="true" ma:displayName="Uploaded" ma:default="1" ma:description="Check for uploaded into Sharefile" ma:format="Dropdown" ma:internalName="Uploade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5aa991ed-cfdb-45f0-90fe-74f6c83d7f1e"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57405ce4-92a5-4ced-b4fb-968b1592fafc}" ma:internalName="TaxCatchAll" ma:showField="CatchAllData" ma:web="5aa991ed-cfdb-45f0-90fe-74f6c83d7f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5aa991ed-cfdb-45f0-90fe-74f6c83d7f1e" xsi:nil="true"/>
    <lcf76f155ced4ddcb4097134ff3c332f xmlns="33e0dbe9-2ee3-4e40-8d2a-c14405aa398e">
      <Terms xmlns="http://schemas.microsoft.com/office/infopath/2007/PartnerControls"/>
    </lcf76f155ced4ddcb4097134ff3c332f>
    <Uploaded xmlns="33e0dbe9-2ee3-4e40-8d2a-c14405aa398e">true</Uploaded>
    <SharedWithUsers xmlns="5aa991ed-cfdb-45f0-90fe-74f6c83d7f1e">
      <UserInfo>
        <DisplayName/>
        <AccountId xsi:nil="true"/>
        <AccountType/>
      </UserInfo>
    </SharedWithUser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94E78E5-0154-4C1E-9E02-E002822E6AD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3e0dbe9-2ee3-4e40-8d2a-c14405aa398e"/>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88DFB36-FBAE-42FF-A732-AA8F5E6D15D5}">
  <ds:schemaRefs>
    <ds:schemaRef ds:uri="http://purl.org/dc/terms/"/>
    <ds:schemaRef ds:uri="0dcd9276-8cec-436a-8eeb-3b403764ffa6"/>
    <ds:schemaRef ds:uri="http://schemas.microsoft.com/office/2006/metadata/properties"/>
    <ds:schemaRef ds:uri="http://schemas.microsoft.com/office/2006/documentManagement/types"/>
    <ds:schemaRef ds:uri="http://purl.org/dc/dcmitype/"/>
    <ds:schemaRef ds:uri="http://www.w3.org/XML/1998/namespace"/>
    <ds:schemaRef ds:uri="http://purl.org/dc/elements/1.1/"/>
    <ds:schemaRef ds:uri="http://schemas.microsoft.com/office/infopath/2007/PartnerControls"/>
    <ds:schemaRef ds:uri="http://schemas.openxmlformats.org/package/2006/metadata/core-properties"/>
    <ds:schemaRef ds:uri="6f22a075-b9a9-4670-bd03-816e8ab831f8"/>
    <ds:schemaRef ds:uri="1870ca36-48b9-408f-8764-2f018f10cce8"/>
    <ds:schemaRef ds:uri="696893de-3167-48c0-a9e9-62134322dc49"/>
    <ds:schemaRef ds:uri="5aa991ed-cfdb-45f0-90fe-74f6c83d7f1e"/>
    <ds:schemaRef ds:uri="33e0dbe9-2ee3-4e40-8d2a-c14405aa398e"/>
  </ds:schemaRefs>
</ds:datastoreItem>
</file>

<file path=customXml/itemProps3.xml><?xml version="1.0" encoding="utf-8"?>
<ds:datastoreItem xmlns:ds="http://schemas.openxmlformats.org/officeDocument/2006/customXml" ds:itemID="{04C40A32-31E8-4858-87A9-973F15D55D2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6913</TotalTime>
  <Words>3161</Words>
  <Application>Microsoft Office PowerPoint</Application>
  <PresentationFormat>Custom</PresentationFormat>
  <Paragraphs>376</Paragraphs>
  <Slides>43</Slides>
  <Notes>43</Notes>
  <HiddenSlides>0</HiddenSlides>
  <MMClips>0</MMClips>
  <ScaleCrop>false</ScaleCrop>
  <HeadingPairs>
    <vt:vector size="6" baseType="variant">
      <vt:variant>
        <vt:lpstr>Fonts Used</vt:lpstr>
      </vt:variant>
      <vt:variant>
        <vt:i4>4</vt:i4>
      </vt:variant>
      <vt:variant>
        <vt:lpstr>Theme</vt:lpstr>
      </vt:variant>
      <vt:variant>
        <vt:i4>4</vt:i4>
      </vt:variant>
      <vt:variant>
        <vt:lpstr>Slide Titles</vt:lpstr>
      </vt:variant>
      <vt:variant>
        <vt:i4>43</vt:i4>
      </vt:variant>
    </vt:vector>
  </HeadingPairs>
  <TitlesOfParts>
    <vt:vector size="51" baseType="lpstr">
      <vt:lpstr>Arial</vt:lpstr>
      <vt:lpstr>Calibri</vt:lpstr>
      <vt:lpstr>Cambria Math</vt:lpstr>
      <vt:lpstr>Wingdings</vt:lpstr>
      <vt:lpstr>A1_green</vt:lpstr>
      <vt:lpstr>G7_navy</vt:lpstr>
      <vt:lpstr>G8_purple</vt:lpstr>
      <vt:lpstr>G6_teal</vt:lpstr>
      <vt:lpstr>Comparing Linear Functions in Different Forms </vt:lpstr>
      <vt:lpstr>Objectives</vt:lpstr>
      <vt:lpstr>Essential Question (1 of 2)</vt:lpstr>
      <vt:lpstr>Day 1</vt:lpstr>
      <vt:lpstr>Getting Started</vt:lpstr>
      <vt:lpstr>Odd One Out (1 of 4)</vt:lpstr>
      <vt:lpstr>Odd One Out (2 of 4)</vt:lpstr>
      <vt:lpstr>Odd One Out (3 of 4)</vt:lpstr>
      <vt:lpstr>Odd One Out (4 of 4)</vt:lpstr>
      <vt:lpstr>Activity 4.1</vt:lpstr>
      <vt:lpstr>Slopes of Linear Relationships (1 of 5)</vt:lpstr>
      <vt:lpstr>Slopes of Linear Relationships (2 of 5)</vt:lpstr>
      <vt:lpstr>Slopes of Linear Relationships (3 of 5)</vt:lpstr>
      <vt:lpstr>Slopes of Linear Relationships (4 of 5)</vt:lpstr>
      <vt:lpstr>Slopes of Linear Relationships (5 of 5)</vt:lpstr>
      <vt:lpstr>Activity 4.2</vt:lpstr>
      <vt:lpstr>Comparing Tables and Graphs (1 of 5)</vt:lpstr>
      <vt:lpstr>Comparing Tables and Graphs (2 of 5)</vt:lpstr>
      <vt:lpstr>Comparing Tables and Graphs (3 of 5)</vt:lpstr>
      <vt:lpstr>Comparing Tables and Graphs (4 of 5)</vt:lpstr>
      <vt:lpstr>Comparing Tables and Graphs (5 of 5)</vt:lpstr>
      <vt:lpstr>Day 2</vt:lpstr>
      <vt:lpstr>Essential Question (2 of 2)</vt:lpstr>
      <vt:lpstr>Activity 4.3</vt:lpstr>
      <vt:lpstr>Comparing Equations and Tables (1 of 5)</vt:lpstr>
      <vt:lpstr>Comparing Equations and Tables (2 of 5)</vt:lpstr>
      <vt:lpstr>Comparing Equations and Tables (3 of 5)</vt:lpstr>
      <vt:lpstr>Comparing Equations and Tables (4 of 5)</vt:lpstr>
      <vt:lpstr>Comparing Equations and Tables (5 of 5)</vt:lpstr>
      <vt:lpstr>Activity 4.4</vt:lpstr>
      <vt:lpstr>Comparing Descriptions and Graphs (1 of 4) </vt:lpstr>
      <vt:lpstr>Comparing Descriptions and Graphs (2 of 4) </vt:lpstr>
      <vt:lpstr>Comparing Descriptions and Graphs (3 of 4) </vt:lpstr>
      <vt:lpstr>Comparing Descriptions and Graphs (4 of 4) </vt:lpstr>
      <vt:lpstr>Talk the Talk</vt:lpstr>
      <vt:lpstr>Function Maker Space (1 of 4)</vt:lpstr>
      <vt:lpstr>Function Maker Space (2 of 4)</vt:lpstr>
      <vt:lpstr>Function Maker Space (3 of 4)</vt:lpstr>
      <vt:lpstr>Function Maker Space (4 of 4)</vt:lpstr>
      <vt:lpstr>Prepare</vt:lpstr>
      <vt:lpstr>Prepare for Module 3 Topic 1 Lesson 1</vt:lpstr>
      <vt:lpstr>Acknowledgment and Notice</vt:lpstr>
      <vt:lpstr>BLMATH_AlgI_M2_T2_L4_DCS_ENG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Singh Amandeep</dc:creator>
  <cp:lastModifiedBy>Gann, Nickole</cp:lastModifiedBy>
  <cp:revision>87</cp:revision>
  <dcterms:created xsi:type="dcterms:W3CDTF">2024-02-22T09:58:00Z</dcterms:created>
  <dcterms:modified xsi:type="dcterms:W3CDTF">2025-05-28T19:00:23Z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A7190AC9080C4877A6E26CA982D6CC88_12</vt:lpwstr>
  </property>
  <property fmtid="{D5CDD505-2E9C-101B-9397-08002B2CF9AE}" pid="3" name="KSOProductBuildVer">
    <vt:lpwstr>1033-12.2.0.16731</vt:lpwstr>
  </property>
  <property fmtid="{D5CDD505-2E9C-101B-9397-08002B2CF9AE}" pid="4" name="ContentTypeId">
    <vt:lpwstr>0x0101009AE0C664B4FDA64F8529B02C06F03698</vt:lpwstr>
  </property>
  <property fmtid="{D5CDD505-2E9C-101B-9397-08002B2CF9AE}" pid="5" name="MediaServiceImageTags">
    <vt:lpwstr/>
  </property>
  <property fmtid="{D5CDD505-2E9C-101B-9397-08002B2CF9AE}" pid="6" name="Order">
    <vt:r8>3629600</vt:r8>
  </property>
  <property fmtid="{D5CDD505-2E9C-101B-9397-08002B2CF9AE}" pid="7" name="xd_Signature">
    <vt:bool>false</vt:bool>
  </property>
  <property fmtid="{D5CDD505-2E9C-101B-9397-08002B2CF9AE}" pid="8" name="xd_ProgID">
    <vt:lpwstr/>
  </property>
  <property fmtid="{D5CDD505-2E9C-101B-9397-08002B2CF9AE}" pid="9" name="ComplianceAssetId">
    <vt:lpwstr/>
  </property>
  <property fmtid="{D5CDD505-2E9C-101B-9397-08002B2CF9AE}" pid="10" name="TemplateUrl">
    <vt:lpwstr/>
  </property>
  <property fmtid="{D5CDD505-2E9C-101B-9397-08002B2CF9AE}" pid="11" name="_ExtendedDescription">
    <vt:lpwstr/>
  </property>
  <property fmtid="{D5CDD505-2E9C-101B-9397-08002B2CF9AE}" pid="12" name="TriggerFlowInfo">
    <vt:lpwstr/>
  </property>
</Properties>
</file>