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6032500" y="4699000"/>
            <a:ext cx="5842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The slope is −4. Neither parallel nor perpendicular to y = 4x − 3.</a:t>
            </a:r>
          </a:p>
        </p:txBody>
      </p:sp>
      <p:sp>
        <p:nvSpPr>
          <p:cNvPr id="1012" name="Answer 1012"/>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013" name="Answer 1013"/>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
        <p:nvSpPr>
          <p:cNvPr id="1007" name="Answer 1007"/>
          <p:cNvSpPr txBox="1"/>
          <p:nvPr/>
        </p:nvSpPr>
        <p:spPr>
          <a:xfrm>
            <a:off x="6159500" y="2667000"/>
            <a:ext cx="5588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f. The slope is 4 (dozen cookies per hour). Parallel to y = 4x − 3.</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74700" y="23495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Table and graph: x = weight of cardboard (tons); y = payout amount (dollars).</a:t>
            </a:r>
          </a:p>
        </p:txBody>
      </p:sp>
      <p:sp>
        <p:nvSpPr>
          <p:cNvPr id="1011" name="Answer 1011"/>
          <p:cNvSpPr txBox="1"/>
          <p:nvPr/>
        </p:nvSpPr>
        <p:spPr>
          <a:xfrm>
            <a:off x="774700" y="4572000"/>
            <a:ext cx="10795000" cy="349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 w(0.5) &lt; j(0.5)     b. w(1) &lt; j(1)     c. w(3) &lt; j(3)</a:t>
            </a:r>
          </a:p>
        </p:txBody>
      </p:sp>
      <p:sp>
        <p:nvSpPr>
          <p:cNvPr id="1012" name="Answer 1012"/>
          <p:cNvSpPr txBox="1"/>
          <p:nvPr/>
        </p:nvSpPr>
        <p:spPr>
          <a:xfrm>
            <a:off x="774700" y="50165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Travis pays $15 per ton: w(0.5) = 7.50, w(1) = 15, w(3) = 45. Hays pays $20 per ton: j(0.5) = 10, j(1) = 20, j(3) = 60.</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Which recycling center would you choose? Provide evidence to justify your choice.</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3429000" y="26670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Both y-intercepts are 0: each center pays $0 for 0 tons of cardboard.</a:t>
            </a:r>
          </a:p>
        </p:txBody>
      </p:sp>
      <p:sp>
        <p:nvSpPr>
          <p:cNvPr id="1011" name="Answer 1011"/>
          <p:cNvSpPr txBox="1"/>
          <p:nvPr/>
        </p:nvSpPr>
        <p:spPr>
          <a:xfrm>
            <a:off x="3429000" y="4191000"/>
            <a:ext cx="8509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Hays County: it pays $20 per ton, while Travis County pays only $15 per ton, so Hays pays more for any weight.</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74700" y="2667000"/>
            <a:ext cx="10731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74700" y="2794000"/>
            <a:ext cx="825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Xavier's equation: x is degrees Celsius and J(x) is degrees Fahrenheit, so Xavier converts °C to °F. Joey's table converts °F to °C (50°F = 10°C).</a:t>
            </a:r>
          </a:p>
        </p:txBody>
      </p:sp>
      <p:sp>
        <p:nvSpPr>
          <p:cNvPr id="1011" name="Answer 1011"/>
          <p:cNvSpPr txBox="1"/>
          <p:nvPr/>
        </p:nvSpPr>
        <p:spPr>
          <a:xfrm>
            <a:off x="774700" y="4826000"/>
            <a:ext cx="3937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Joey's slope is about 5/9: each 9°F increase is about a 5°C increase. Xavier's slope is 9/5: each 5°C increase is a 9°F increase.</a:t>
            </a:r>
          </a:p>
        </p:txBody>
      </p:sp>
      <p:sp>
        <p:nvSpPr>
          <p:cNvPr id="1012" name="Answer 1012"/>
          <p:cNvSpPr txBox="1"/>
          <p:nvPr/>
        </p:nvSpPr>
        <p:spPr>
          <a:xfrm>
            <a:off x="4826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b. Joey's y-intercept is about −17.8: 0°F is about −17.8°C. Xavier's y-intercept is 32: 0°C is 32°F.</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3111500" y="2667000"/>
            <a:ext cx="8763000" cy="889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Miguel saves the same amount each month and has $80 after 4 months, so the x-axis ticks are 1 month each and the y-axis ticks are $20 each. The origin is (0 months, $0 saved).</a:t>
            </a:r>
          </a:p>
        </p:txBody>
      </p:sp>
      <p:sp>
        <p:nvSpPr>
          <p:cNvPr id="1011" name="Answer 1011"/>
          <p:cNvSpPr txBox="1"/>
          <p:nvPr/>
        </p:nvSpPr>
        <p:spPr>
          <a:xfrm>
            <a:off x="3556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a. Miguel's slope is 20: he saves $20 each month. Lauren's slope is 25: she saves $25 each month.</a:t>
            </a:r>
          </a:p>
        </p:txBody>
      </p:sp>
      <p:sp>
        <p:nvSpPr>
          <p:cNvPr id="1012" name="Answer 1012"/>
          <p:cNvSpPr txBox="1"/>
          <p:nvPr/>
        </p:nvSpPr>
        <p:spPr>
          <a:xfrm>
            <a:off x="7747000" y="4826000"/>
            <a:ext cx="4064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b. Miguel's y-intercept is 0: he started with $0. Lauren's y-intercept is 25: she started with $25.</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889000" y="4127500"/>
            <a:ext cx="10795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Alejandra has read 2.5 pages of a book and reads 2.5 more pages every 10 minutes (x = minutes from now, y = pages read). The slope is 1/4.</a:t>
            </a:r>
          </a:p>
        </p:txBody>
      </p:sp>
      <p:sp>
        <p:nvSpPr>
          <p:cNvPr id="1011" name="Answer 1011"/>
          <p:cNvSpPr txBox="1"/>
          <p:nvPr/>
        </p:nvSpPr>
        <p:spPr>
          <a:xfrm>
            <a:off x="889000" y="5461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y = 0.2x + 30 (slope 0.2 &lt; 0.25)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74700" y="2857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Sample: the graphed line has slope 1/3 ≈ 0.333 (through (0, −4) and (3, −3)). It is steeper than the table (1/4) and my equation (0.2).</a:t>
            </a:r>
          </a:p>
        </p:txBody>
      </p:sp>
      <p:sp>
        <p:nvSpPr>
          <p:cNvPr id="1011" name="Answer 1011"/>
          <p:cNvSpPr txBox="1"/>
          <p:nvPr/>
        </p:nvSpPr>
        <p:spPr>
          <a:xfrm>
            <a:off x="774700" y="4254500"/>
            <a:ext cx="66675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Answers will vary: for example, finding the rate of change from two points and comparing the absolute values of the slopes.</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1006" name="Answer 1006"/>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1007" name="Answer 1007"/>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1008" name="Answer 1008"/>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