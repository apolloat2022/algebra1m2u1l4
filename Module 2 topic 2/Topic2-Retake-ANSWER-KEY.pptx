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140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Retake · General and Section 504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223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Section 504 and General use this same key: same items and letters.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0774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 point per multiple-choice item, 2 points per written item. Total: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20 points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9313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B. up 3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x + 3 adds 3 to every output. (It is also left 3, which is not a choice; right 3 is wrong.)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6936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6936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H. g(x) = −(1/2)x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= −1/2: negative reflects across the x-axis, |−1/2| = 1/2 compresses.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434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44347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4434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3x − 4; vertical dilation by a factor of 3, translation down 4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4434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3x − 4. 1 pt equation, 1 pt both transformations.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1932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4193286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419328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C. f(x) + 2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419328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 crosses the y-axis at 2, parallel to f: 2 units up. (f(x − 2) = x − 2 is down 2.)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521741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Answer Key (teacher copy)</a:t>
            </a:r>
            <a:endParaRPr lang="en-US" sz="1125" dirty="0"/>
          </a:p>
        </p:txBody>
      </p:sp>
      <p:sp>
        <p:nvSpPr>
          <p:cNvPr id="24" name="Slide Number 2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5–8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Right 5 units; same as down 5 units (h(x) = x − 5)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h(x) = x − 5. 1 pt right 5, 1 pt down 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193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19350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19350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G. 3x + 6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19350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3(x + 2) = 3x + 6.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28948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2894838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289483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 = 2/3; parallel 2/3; perpendicular −3/2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289483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(3 − (−1)) ÷ (2 − (−4)) = 4/6. 1 pt slope, 1 pt parallel and perpendicular.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391896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3918966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391896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C. y = (−1/2)x + 3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391896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Perpendicular slope −1/2. 1 = (−1/2)(4) + b → b = 3. (A is parallel; B has the wrong sign; D misses (4, 1).)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494309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Answer Key (teacher copy)</a:t>
            </a:r>
            <a:endParaRPr lang="en-US" sz="1125" dirty="0"/>
          </a:p>
        </p:txBody>
      </p:sp>
      <p:sp>
        <p:nvSpPr>
          <p:cNvPr id="24" name="Slide Number 2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9–12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= 4x + 6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− 2 = 4(x + 1) → y = 4x + 4 + 2. 1 pt slope, 1 pt equation.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193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1935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193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F. parallel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193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4x − 2y = 6 → y = 2x − 3. Same slope 2, different y-intercepts.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1691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169158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16915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Plan B has the greater rate ($20 vs $15 per month); Plan A has the greater initial value ($30 vs $10)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16915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Plan A: $15/month, starts $30. Plan B: $20/month, starts $10. 1 pt each comparison with meaning.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1932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4193286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419328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4 months, $90; Plan A costs less for 6 months ($120 vs $130)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419328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30 + 15m = 10 + 20m → 20 = 5m. 6 months: A = 30 + 90 = $120, B = 10 + 120 = $130. 1 pt meet, 1 pt 6 months.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521741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Answer Key (teacher copy)</a:t>
            </a:r>
            <a:endParaRPr lang="en-US" sz="1125" dirty="0"/>
          </a:p>
        </p:txBody>
      </p:sp>
      <p:sp>
        <p:nvSpPr>
          <p:cNvPr id="24" name="Slide Number 2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13–14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D. y = x − 3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p: slope 3/4 = 0.75. y = x − 3 has slope 1 (greater); 3x − 4y = 8 has slope 3/4 (equal); 0.6 and 0.5 are less.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9679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96799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96799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H. 0 ≤ w(t) ≤ 240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96799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Outputs: 240 gallons at t = 0 down to 0 gallons at t = 20.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177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Quick key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10820095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 B · 2 H · 3 g(x) = 3x − 4 · 4 C · 5 Right 5 units · 6 G · 7 m = 2/3 · 8 C · 9 y = 4x + 6 · 10 F · 11 Plan B has the greater rate ($20 vs $15 per month) · 12 4 months, $90 · 13 D · 14 H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Answer Key (teacher copy)</a:t>
            </a:r>
            <a:endParaRPr lang="en-US" sz="1125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Retake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>
  <dc:title>Topic 2 Retake Answer Key</dc:title>
  <dc:subject>Bluebonnet Algebra I</dc:subject>
</cp:coreProperties>
</file>