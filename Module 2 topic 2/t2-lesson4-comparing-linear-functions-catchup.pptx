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Two days on the 150-day calendar: Day 1 Getting Started, Activities 4.1 and 4.2; Day 2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30</Slides>
  <Notes>30</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