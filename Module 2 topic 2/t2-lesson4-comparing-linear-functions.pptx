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Two days on the 150-day calendar: Day 1 Getting Started, Activities 4.1 and 4.2; Day 2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Equal numbers of each grade: y = x, slope 1.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80 ÷ 4 = 20 dollars per month.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The ratio of 9th-graders to 10th-graders is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 : 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slope of this relationship?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320)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Miguel started with $0 and had $80 after 4 months. How much did he save each month?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324)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