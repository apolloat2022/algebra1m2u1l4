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6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80" r:id="rId4"/>
    <p:sldMasterId id="2147483779" r:id="rId5"/>
    <p:sldMasterId id="2147483799" r:id="rId6"/>
    <p:sldMasterId id="2147483819" r:id="rId7"/>
  </p:sldMasterIdLst>
  <p:notesMasterIdLst>
    <p:notesMasterId r:id="rId69"/>
  </p:notesMasterIdLst>
  <p:sldIdLst>
    <p:sldId id="329" r:id="rId8"/>
    <p:sldId id="300" r:id="rId9"/>
    <p:sldId id="365" r:id="rId10"/>
    <p:sldId id="366" r:id="rId11"/>
    <p:sldId id="360" r:id="rId12"/>
    <p:sldId id="334" r:id="rId13"/>
    <p:sldId id="377" r:id="rId14"/>
    <p:sldId id="367" r:id="rId15"/>
    <p:sldId id="352" r:id="rId16"/>
    <p:sldId id="359" r:id="rId17"/>
    <p:sldId id="317" r:id="rId18"/>
    <p:sldId id="378" r:id="rId19"/>
    <p:sldId id="335" r:id="rId20"/>
    <p:sldId id="379" r:id="rId21"/>
    <p:sldId id="380" r:id="rId22"/>
    <p:sldId id="381" r:id="rId23"/>
    <p:sldId id="382" r:id="rId24"/>
    <p:sldId id="383" r:id="rId25"/>
    <p:sldId id="408" r:id="rId26"/>
    <p:sldId id="384" r:id="rId27"/>
    <p:sldId id="385" r:id="rId28"/>
    <p:sldId id="387" r:id="rId29"/>
    <p:sldId id="388" r:id="rId30"/>
    <p:sldId id="389" r:id="rId31"/>
    <p:sldId id="390" r:id="rId32"/>
    <p:sldId id="369" r:id="rId33"/>
    <p:sldId id="353" r:id="rId34"/>
    <p:sldId id="344" r:id="rId35"/>
    <p:sldId id="370" r:id="rId36"/>
    <p:sldId id="361" r:id="rId37"/>
    <p:sldId id="354" r:id="rId38"/>
    <p:sldId id="391" r:id="rId39"/>
    <p:sldId id="409" r:id="rId40"/>
    <p:sldId id="392" r:id="rId41"/>
    <p:sldId id="393" r:id="rId42"/>
    <p:sldId id="410" r:id="rId43"/>
    <p:sldId id="394" r:id="rId44"/>
    <p:sldId id="396" r:id="rId45"/>
    <p:sldId id="412" r:id="rId46"/>
    <p:sldId id="411" r:id="rId47"/>
    <p:sldId id="397" r:id="rId48"/>
    <p:sldId id="372" r:id="rId49"/>
    <p:sldId id="355" r:id="rId50"/>
    <p:sldId id="376" r:id="rId51"/>
    <p:sldId id="398" r:id="rId52"/>
    <p:sldId id="399" r:id="rId53"/>
    <p:sldId id="400" r:id="rId54"/>
    <p:sldId id="401" r:id="rId55"/>
    <p:sldId id="402" r:id="rId56"/>
    <p:sldId id="404" r:id="rId57"/>
    <p:sldId id="405" r:id="rId58"/>
    <p:sldId id="406" r:id="rId59"/>
    <p:sldId id="362" r:id="rId60"/>
    <p:sldId id="407" r:id="rId61"/>
    <p:sldId id="328" r:id="rId62"/>
    <p:sldId id="373" r:id="rId63"/>
    <p:sldId id="356" r:id="rId64"/>
    <p:sldId id="413" r:id="rId77"/>
    <p:sldId id="374" r:id="rId65"/>
    <p:sldId id="375" r:id="rId66"/>
    <p:sldId id="357" r:id="rId67"/>
    <p:sldId id="294" r:id="rId68"/>
  </p:sldIdLst>
  <p:sldSz cx="12190413"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C325DA1-0459-4F8C-ADD2-2F71BA12DE8E}">
          <p14:sldIdLst>
            <p14:sldId id="329"/>
            <p14:sldId id="300"/>
            <p14:sldId id="365"/>
            <p14:sldId id="366"/>
            <p14:sldId id="360"/>
            <p14:sldId id="334"/>
            <p14:sldId id="377"/>
            <p14:sldId id="367"/>
            <p14:sldId id="352"/>
            <p14:sldId id="359"/>
            <p14:sldId id="317"/>
            <p14:sldId id="378"/>
            <p14:sldId id="335"/>
            <p14:sldId id="379"/>
            <p14:sldId id="380"/>
            <p14:sldId id="381"/>
            <p14:sldId id="382"/>
            <p14:sldId id="383"/>
            <p14:sldId id="408"/>
            <p14:sldId id="384"/>
            <p14:sldId id="385"/>
            <p14:sldId id="387"/>
            <p14:sldId id="388"/>
            <p14:sldId id="389"/>
            <p14:sldId id="390"/>
            <p14:sldId id="369"/>
            <p14:sldId id="353"/>
            <p14:sldId id="344"/>
            <p14:sldId id="370"/>
            <p14:sldId id="361"/>
            <p14:sldId id="354"/>
            <p14:sldId id="391"/>
            <p14:sldId id="409"/>
            <p14:sldId id="392"/>
            <p14:sldId id="393"/>
            <p14:sldId id="410"/>
            <p14:sldId id="394"/>
            <p14:sldId id="396"/>
            <p14:sldId id="412"/>
            <p14:sldId id="411"/>
            <p14:sldId id="397"/>
            <p14:sldId id="372"/>
            <p14:sldId id="355"/>
            <p14:sldId id="376"/>
            <p14:sldId id="398"/>
            <p14:sldId id="399"/>
            <p14:sldId id="400"/>
            <p14:sldId id="401"/>
            <p14:sldId id="402"/>
            <p14:sldId id="404"/>
            <p14:sldId id="405"/>
            <p14:sldId id="406"/>
            <p14:sldId id="362"/>
            <p14:sldId id="407"/>
            <p14:sldId id="328"/>
            <p14:sldId id="373"/>
            <p14:sldId id="356"/>
            <p14:sldId id="374"/>
            <p14:sldId id="375"/>
            <p14:sldId id="357"/>
            <p14:sldId id="29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28DC81B-4C28-527E-885E-9B2AED89ECFE}" name="Melissa Elias" initials="ME" userId="S::Melissa.Elias@greatminds.org::e7d7a35f-474b-4e63-8079-946b19bb5503" providerId="AD"/>
  <p188:author id="{C99B7E20-C849-7B22-A7A7-103B5A04F691}" name="Seidman, Peter" initials="PS" userId="S::pseidman@pcgus.com::ff44f5d8-e3d0-428b-b9dd-4e94c9627a04" providerId="AD"/>
  <p188:author id="{86DFD92F-4DE3-A83D-6DF7-63FE6F0E1BD1}" name="Hanna, Whitney" initials="HW" userId="S::whanna@pcgus.com::3c096e95-afb8-40fa-be4f-086ecf1c96e8" providerId="AD"/>
  <p188:author id="{D9382532-E0D8-1FFA-47B6-DA50BC81D150}" name="Johnson, Todd" initials="TJ" userId="S::tjohnson@carnegielearning.com::1d57ac6d-5688-4915-9324-719f9ae41858" providerId="AD"/>
  <p188:author id="{065EFF33-37C5-A205-D5AA-889922E9D811}" name="Amanda Roose" initials="" userId="S::amanda.roose@greatminds.org::7db39d93-b694-49c7-b4bd-248f45df22ce" providerId="AD"/>
  <p188:author id="{988EB554-08BA-14AA-D6CF-C08243099DC1}" name="Gomez1, Lauren" initials="GL" userId="S::lauren.gomez1@tea.texas.gov::a90766d5-07f7-4ca5-8968-79b6619a6150" providerId="AD"/>
  <p188:author id="{002C6C79-BE9A-0D70-2E77-61ECDD33941B}" name="Hammock, Jenny" initials="JH" userId="S::jhammock@pcgus.com::15029899-d5e2-409a-961b-cfbdbd993f94" providerId="AD"/>
  <p188:author id="{C7BE2D7E-998E-A4E0-AD02-4BBA80009BAC}" name="Christina Ducoing" initials="CD" userId="S::Christina.Ducoing@greatminds.org::81b6c2ec-3d44-4fb5-ae4f-fe9b81a5cc7a" providerId="AD"/>
  <p188:author id="{94FF968A-DC53-8678-529B-6C704B5A2CA3}" name="Hanna, Whitney" initials="WH" userId="S::WHanna@pcgus.com::3c096e95-afb8-40fa-be4f-086ecf1c96e8" providerId="AD"/>
  <p188:author id="{11B319B1-D9A7-B492-301D-12240F429F30}" name="Hanna, Whitney" initials="HW" userId="S::whanna_pcgus.com#ext#@texasedu.onmicrosoft.com::7f18c26a-2264-4c3d-9f52-29dc121134d3" providerId="AD"/>
  <p188:author id="{B79159B2-0C77-EFD3-021B-B4143BBE19B1}" name="Christina Ducoing" initials="CD" userId="S::christina.ducoing@greatminds.org::81b6c2ec-3d44-4fb5-ae4f-fe9b81a5cc7a" providerId="AD"/>
  <p188:author id="{66455CB8-CF59-3D20-181D-433FF248BDED}" name="Smart, Martha" initials="SM" userId="S::martha.smart@tea.texas.gov::f37755a5-ea91-4589-9c56-edd64412883a" providerId="AD"/>
  <p188:author id="{D3473FEC-4EDE-E801-D969-22C5DB952E2C}" name="Bala, Kelly" initials="BK" userId="S::kelly.bala@tea.texas.gov::ca818e28-acbd-4039-adec-acd623c9d087"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236739"/>
    <a:srgbClr val="0084AC"/>
    <a:srgbClr val="61449B"/>
    <a:srgbClr val="143965"/>
    <a:srgbClr val="008F4C"/>
    <a:srgbClr val="242E61"/>
    <a:srgbClr val="1449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E4A7CE2-B153-4B2E-B201-4D63A2A52BE4}" v="1" dt="2025-05-28T18:58:27.48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20794" autoAdjust="0"/>
    <p:restoredTop sz="75644" autoAdjust="0"/>
  </p:normalViewPr>
  <p:slideViewPr>
    <p:cSldViewPr snapToGrid="0">
      <p:cViewPr varScale="1">
        <p:scale>
          <a:sx n="69" d="100"/>
          <a:sy n="69" d="100"/>
        </p:scale>
        <p:origin x="703" y="19"/>
      </p:cViewPr>
      <p:guideLst>
        <p:guide orient="horz" pos="2160"/>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slide" Target="slides/slide56.xml"/><Relationship Id="rId68" Type="http://schemas.openxmlformats.org/officeDocument/2006/relationships/slide" Target="slides/slide61.xml"/><Relationship Id="rId76" Type="http://schemas.microsoft.com/office/2018/10/relationships/authors" Target="authors.xml"/><Relationship Id="rId7" Type="http://schemas.openxmlformats.org/officeDocument/2006/relationships/slideMaster" Target="slideMasters/slideMaster4.xml"/><Relationship Id="rId71"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7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61" Type="http://schemas.openxmlformats.org/officeDocument/2006/relationships/slide" Target="slides/slide54.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notesMaster" Target="notesMasters/notesMaster1.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slide" Target="slides/slide60.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presProps" Target="presProp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3.xml"/><Relationship Id="rId77" Type="http://schemas.openxmlformats.org/officeDocument/2006/relationships/slide" Target="slides/slide6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B667FBF-40D6-4E72-AFB3-73EC1C44D795}"/>
    <pc:docChg chg="modSld">
      <pc:chgData name="Moyer Montague, Kristina" userId="63c103e5-6141-480e-825f-260f173eba02" providerId="ADAL" clId="{DB667FBF-40D6-4E72-AFB3-73EC1C44D795}" dt="2025-05-07T13:43:28.974" v="4" actId="20577"/>
      <pc:docMkLst>
        <pc:docMk/>
      </pc:docMkLst>
      <pc:sldChg chg="modNotesTx">
        <pc:chgData name="Moyer Montague, Kristina" userId="63c103e5-6141-480e-825f-260f173eba02" providerId="ADAL" clId="{DB667FBF-40D6-4E72-AFB3-73EC1C44D795}" dt="2025-05-07T13:43:28.974" v="4" actId="20577"/>
        <pc:sldMkLst>
          <pc:docMk/>
          <pc:sldMk cId="4005883567" sldId="369"/>
        </pc:sldMkLst>
      </pc:sldChg>
      <pc:sldChg chg="modSp mod">
        <pc:chgData name="Moyer Montague, Kristina" userId="63c103e5-6141-480e-825f-260f173eba02" providerId="ADAL" clId="{DB667FBF-40D6-4E72-AFB3-73EC1C44D795}" dt="2025-05-07T13:39:14.835" v="3" actId="20577"/>
        <pc:sldMkLst>
          <pc:docMk/>
          <pc:sldMk cId="3817863117" sldId="385"/>
        </pc:sldMkLst>
        <pc:spChg chg="mod">
          <ac:chgData name="Moyer Montague, Kristina" userId="63c103e5-6141-480e-825f-260f173eba02" providerId="ADAL" clId="{DB667FBF-40D6-4E72-AFB3-73EC1C44D795}" dt="2025-05-07T13:39:14.835" v="3" actId="20577"/>
          <ac:spMkLst>
            <pc:docMk/>
            <pc:sldMk cId="3817863117" sldId="385"/>
            <ac:spMk id="9" creationId="{60ED846D-150F-C573-18D0-0BE21C5ADB52}"/>
          </ac:spMkLst>
        </pc:spChg>
      </pc:sldChg>
    </pc:docChg>
  </pc:docChgLst>
  <pc:docChgLst>
    <pc:chgData name="Holland, Karrie" userId="23868a2e-e05c-4e18-9f80-537fd2a8fbe7" providerId="ADAL" clId="{A422843B-A0BC-4DE7-A2C6-5A768710AC41}"/>
    <pc:docChg chg="undo custSel addSld delSld modSld sldOrd modSection">
      <pc:chgData name="Holland, Karrie" userId="23868a2e-e05c-4e18-9f80-537fd2a8fbe7" providerId="ADAL" clId="{A422843B-A0BC-4DE7-A2C6-5A768710AC41}" dt="2025-04-02T03:23:41.350" v="3339" actId="20577"/>
      <pc:docMkLst>
        <pc:docMk/>
      </pc:docMkLst>
      <pc:sldChg chg="modSp mod">
        <pc:chgData name="Holland, Karrie" userId="23868a2e-e05c-4e18-9f80-537fd2a8fbe7" providerId="ADAL" clId="{A422843B-A0BC-4DE7-A2C6-5A768710AC41}" dt="2025-04-02T03:23:41.350" v="3339" actId="20577"/>
        <pc:sldMkLst>
          <pc:docMk/>
          <pc:sldMk cId="1308572728" sldId="294"/>
        </pc:sldMkLst>
        <pc:spChg chg="mod">
          <ac:chgData name="Holland, Karrie" userId="23868a2e-e05c-4e18-9f80-537fd2a8fbe7" providerId="ADAL" clId="{A422843B-A0BC-4DE7-A2C6-5A768710AC41}" dt="2025-04-02T03:23:41.350" v="3339" actId="20577"/>
          <ac:spMkLst>
            <pc:docMk/>
            <pc:sldMk cId="1308572728" sldId="294"/>
            <ac:spMk id="2" creationId="{F405E585-903C-AE75-891E-98E899BA927D}"/>
          </ac:spMkLst>
        </pc:spChg>
      </pc:sldChg>
      <pc:sldChg chg="modSp mod modNotesTx">
        <pc:chgData name="Holland, Karrie" userId="23868a2e-e05c-4e18-9f80-537fd2a8fbe7" providerId="ADAL" clId="{A422843B-A0BC-4DE7-A2C6-5A768710AC41}" dt="2025-04-01T18:58:19.738" v="170" actId="20577"/>
        <pc:sldMkLst>
          <pc:docMk/>
          <pc:sldMk cId="3398606512" sldId="300"/>
        </pc:sldMkLst>
        <pc:spChg chg="mod">
          <ac:chgData name="Holland, Karrie" userId="23868a2e-e05c-4e18-9f80-537fd2a8fbe7" providerId="ADAL" clId="{A422843B-A0BC-4DE7-A2C6-5A768710AC41}" dt="2025-04-01T18:53:04.454" v="116" actId="6549"/>
          <ac:spMkLst>
            <pc:docMk/>
            <pc:sldMk cId="3398606512" sldId="300"/>
            <ac:spMk id="4" creationId="{7B3EF6D6-21DA-06B8-522B-BDF27854BF2C}"/>
          </ac:spMkLst>
        </pc:spChg>
      </pc:sldChg>
      <pc:sldChg chg="addSp delSp modSp mod modNotesTx">
        <pc:chgData name="Holland, Karrie" userId="23868a2e-e05c-4e18-9f80-537fd2a8fbe7" providerId="ADAL" clId="{A422843B-A0BC-4DE7-A2C6-5A768710AC41}" dt="2025-04-02T02:49:23.120" v="2721" actId="255"/>
        <pc:sldMkLst>
          <pc:docMk/>
          <pc:sldMk cId="4113801324" sldId="317"/>
        </pc:sldMkLst>
        <pc:spChg chg="add mod">
          <ac:chgData name="Holland, Karrie" userId="23868a2e-e05c-4e18-9f80-537fd2a8fbe7" providerId="ADAL" clId="{A422843B-A0BC-4DE7-A2C6-5A768710AC41}" dt="2025-04-01T21:01:17.647" v="881" actId="14100"/>
          <ac:spMkLst>
            <pc:docMk/>
            <pc:sldMk cId="4113801324" sldId="317"/>
            <ac:spMk id="2" creationId="{14F741DA-13F4-54D4-AB4A-FC46710ED29D}"/>
          </ac:spMkLst>
        </pc:spChg>
        <pc:spChg chg="mod">
          <ac:chgData name="Holland, Karrie" userId="23868a2e-e05c-4e18-9f80-537fd2a8fbe7" providerId="ADAL" clId="{A422843B-A0BC-4DE7-A2C6-5A768710AC41}" dt="2025-04-02T02:49:23.120" v="2721" actId="255"/>
          <ac:spMkLst>
            <pc:docMk/>
            <pc:sldMk cId="4113801324" sldId="317"/>
            <ac:spMk id="4" creationId="{149FA50D-5DB0-765E-2A80-183E705A899F}"/>
          </ac:spMkLst>
        </pc:spChg>
        <pc:spChg chg="add mod">
          <ac:chgData name="Holland, Karrie" userId="23868a2e-e05c-4e18-9f80-537fd2a8fbe7" providerId="ADAL" clId="{A422843B-A0BC-4DE7-A2C6-5A768710AC41}" dt="2025-04-01T21:01:51.167" v="892" actId="1037"/>
          <ac:spMkLst>
            <pc:docMk/>
            <pc:sldMk cId="4113801324" sldId="317"/>
            <ac:spMk id="8" creationId="{9950399A-4CF0-B573-06FA-33DDD0229D5C}"/>
          </ac:spMkLst>
        </pc:spChg>
        <pc:spChg chg="mod">
          <ac:chgData name="Holland, Karrie" userId="23868a2e-e05c-4e18-9f80-537fd2a8fbe7" providerId="ADAL" clId="{A422843B-A0BC-4DE7-A2C6-5A768710AC41}" dt="2025-04-01T20:55:38.488" v="831" actId="255"/>
          <ac:spMkLst>
            <pc:docMk/>
            <pc:sldMk cId="4113801324" sldId="317"/>
            <ac:spMk id="9" creationId="{AEE2E1EC-37FF-202A-334C-24D7800D23D2}"/>
          </ac:spMkLst>
        </pc:spChg>
        <pc:picChg chg="add mod">
          <ac:chgData name="Holland, Karrie" userId="23868a2e-e05c-4e18-9f80-537fd2a8fbe7" providerId="ADAL" clId="{A422843B-A0BC-4DE7-A2C6-5A768710AC41}" dt="2025-04-01T20:56:02.390" v="842" actId="1036"/>
          <ac:picMkLst>
            <pc:docMk/>
            <pc:sldMk cId="4113801324" sldId="317"/>
            <ac:picMk id="5" creationId="{C55B2E17-FE55-E5C3-D533-EE3957144B61}"/>
          </ac:picMkLst>
        </pc:picChg>
      </pc:sldChg>
      <pc:sldChg chg="addSp delSp modSp mod modNotesTx">
        <pc:chgData name="Holland, Karrie" userId="23868a2e-e05c-4e18-9f80-537fd2a8fbe7" providerId="ADAL" clId="{A422843B-A0BC-4DE7-A2C6-5A768710AC41}" dt="2025-04-02T03:10:02.456" v="3163" actId="255"/>
        <pc:sldMkLst>
          <pc:docMk/>
          <pc:sldMk cId="1043301982" sldId="328"/>
        </pc:sldMkLst>
        <pc:spChg chg="mod">
          <ac:chgData name="Holland, Karrie" userId="23868a2e-e05c-4e18-9f80-537fd2a8fbe7" providerId="ADAL" clId="{A422843B-A0BC-4DE7-A2C6-5A768710AC41}" dt="2025-04-02T03:10:02.456" v="3163" actId="255"/>
          <ac:spMkLst>
            <pc:docMk/>
            <pc:sldMk cId="1043301982" sldId="328"/>
            <ac:spMk id="4" creationId="{C2450E22-BA7A-1EB0-C485-009C18ABD8EA}"/>
          </ac:spMkLst>
        </pc:spChg>
        <pc:spChg chg="mod">
          <ac:chgData name="Holland, Karrie" userId="23868a2e-e05c-4e18-9f80-537fd2a8fbe7" providerId="ADAL" clId="{A422843B-A0BC-4DE7-A2C6-5A768710AC41}" dt="2025-04-02T03:08:21.973" v="3145" actId="114"/>
          <ac:spMkLst>
            <pc:docMk/>
            <pc:sldMk cId="1043301982" sldId="328"/>
            <ac:spMk id="9" creationId="{55FC3408-36F1-2592-27C5-DCE179EDDB16}"/>
          </ac:spMkLst>
        </pc:spChg>
      </pc:sldChg>
      <pc:sldChg chg="modSp mod">
        <pc:chgData name="Holland, Karrie" userId="23868a2e-e05c-4e18-9f80-537fd2a8fbe7" providerId="ADAL" clId="{A422843B-A0BC-4DE7-A2C6-5A768710AC41}" dt="2025-04-01T18:49:16.816" v="33" actId="1036"/>
        <pc:sldMkLst>
          <pc:docMk/>
          <pc:sldMk cId="2181925416" sldId="329"/>
        </pc:sldMkLst>
        <pc:spChg chg="mod">
          <ac:chgData name="Holland, Karrie" userId="23868a2e-e05c-4e18-9f80-537fd2a8fbe7" providerId="ADAL" clId="{A422843B-A0BC-4DE7-A2C6-5A768710AC41}" dt="2025-04-01T18:43:00.857" v="5" actId="20577"/>
          <ac:spMkLst>
            <pc:docMk/>
            <pc:sldMk cId="2181925416" sldId="329"/>
            <ac:spMk id="4" creationId="{C4BC507F-0143-6704-9C2B-18134FD88522}"/>
          </ac:spMkLst>
        </pc:spChg>
        <pc:spChg chg="mod">
          <ac:chgData name="Holland, Karrie" userId="23868a2e-e05c-4e18-9f80-537fd2a8fbe7" providerId="ADAL" clId="{A422843B-A0BC-4DE7-A2C6-5A768710AC41}" dt="2025-04-01T18:49:16.816" v="33" actId="1036"/>
          <ac:spMkLst>
            <pc:docMk/>
            <pc:sldMk cId="2181925416" sldId="329"/>
            <ac:spMk id="9" creationId="{9F3F9AB4-72EE-E557-D442-1A774A8F85C1}"/>
          </ac:spMkLst>
        </pc:spChg>
      </pc:sldChg>
      <pc:sldChg chg="modSp del mod">
        <pc:chgData name="Holland, Karrie" userId="23868a2e-e05c-4e18-9f80-537fd2a8fbe7" providerId="ADAL" clId="{A422843B-A0BC-4DE7-A2C6-5A768710AC41}" dt="2025-04-01T20:28:58.808" v="464" actId="47"/>
        <pc:sldMkLst>
          <pc:docMk/>
          <pc:sldMk cId="4047395165" sldId="333"/>
        </pc:sldMkLst>
      </pc:sldChg>
      <pc:sldChg chg="addSp modSp mod modNotesTx">
        <pc:chgData name="Holland, Karrie" userId="23868a2e-e05c-4e18-9f80-537fd2a8fbe7" providerId="ADAL" clId="{A422843B-A0BC-4DE7-A2C6-5A768710AC41}" dt="2025-04-01T20:31:44.618" v="638" actId="255"/>
        <pc:sldMkLst>
          <pc:docMk/>
          <pc:sldMk cId="2582309794" sldId="334"/>
        </pc:sldMkLst>
        <pc:spChg chg="add mod">
          <ac:chgData name="Holland, Karrie" userId="23868a2e-e05c-4e18-9f80-537fd2a8fbe7" providerId="ADAL" clId="{A422843B-A0BC-4DE7-A2C6-5A768710AC41}" dt="2025-04-01T20:21:55.052" v="417" actId="14100"/>
          <ac:spMkLst>
            <pc:docMk/>
            <pc:sldMk cId="2582309794" sldId="334"/>
            <ac:spMk id="2" creationId="{3481816B-0AB6-B7C3-67C6-B5D422E2A58E}"/>
          </ac:spMkLst>
        </pc:spChg>
        <pc:spChg chg="mod">
          <ac:chgData name="Holland, Karrie" userId="23868a2e-e05c-4e18-9f80-537fd2a8fbe7" providerId="ADAL" clId="{A422843B-A0BC-4DE7-A2C6-5A768710AC41}" dt="2025-04-01T20:31:44.618" v="638" actId="255"/>
          <ac:spMkLst>
            <pc:docMk/>
            <pc:sldMk cId="2582309794" sldId="334"/>
            <ac:spMk id="4" creationId="{C962E77F-B1D6-40AE-592B-5BAB37399846}"/>
          </ac:spMkLst>
        </pc:spChg>
        <pc:spChg chg="mod">
          <ac:chgData name="Holland, Karrie" userId="23868a2e-e05c-4e18-9f80-537fd2a8fbe7" providerId="ADAL" clId="{A422843B-A0BC-4DE7-A2C6-5A768710AC41}" dt="2025-04-01T20:17:05.101" v="409" actId="20577"/>
          <ac:spMkLst>
            <pc:docMk/>
            <pc:sldMk cId="2582309794" sldId="334"/>
            <ac:spMk id="9" creationId="{88A40426-95CC-EF9E-540F-D1B1DE38C8D6}"/>
          </ac:spMkLst>
        </pc:spChg>
        <pc:picChg chg="add mod">
          <ac:chgData name="Holland, Karrie" userId="23868a2e-e05c-4e18-9f80-537fd2a8fbe7" providerId="ADAL" clId="{A422843B-A0BC-4DE7-A2C6-5A768710AC41}" dt="2025-04-01T20:21:58.560" v="426" actId="1036"/>
          <ac:picMkLst>
            <pc:docMk/>
            <pc:sldMk cId="2582309794" sldId="334"/>
            <ac:picMk id="6" creationId="{4B431B2F-302D-41F7-03F4-A9D2AA29A29A}"/>
          </ac:picMkLst>
        </pc:picChg>
      </pc:sldChg>
      <pc:sldChg chg="addSp delSp modSp mod ord modNotesTx">
        <pc:chgData name="Holland, Karrie" userId="23868a2e-e05c-4e18-9f80-537fd2a8fbe7" providerId="ADAL" clId="{A422843B-A0BC-4DE7-A2C6-5A768710AC41}" dt="2025-04-02T02:49:58.291" v="2731" actId="255"/>
        <pc:sldMkLst>
          <pc:docMk/>
          <pc:sldMk cId="3900736815" sldId="335"/>
        </pc:sldMkLst>
        <pc:spChg chg="mod">
          <ac:chgData name="Holland, Karrie" userId="23868a2e-e05c-4e18-9f80-537fd2a8fbe7" providerId="ADAL" clId="{A422843B-A0BC-4DE7-A2C6-5A768710AC41}" dt="2025-04-02T02:49:58.291" v="2731" actId="255"/>
          <ac:spMkLst>
            <pc:docMk/>
            <pc:sldMk cId="3900736815" sldId="335"/>
            <ac:spMk id="4" creationId="{AE02C674-4E27-96CA-0E0F-7F8305F3BAE0}"/>
          </ac:spMkLst>
        </pc:spChg>
        <pc:spChg chg="mod">
          <ac:chgData name="Holland, Karrie" userId="23868a2e-e05c-4e18-9f80-537fd2a8fbe7" providerId="ADAL" clId="{A422843B-A0BC-4DE7-A2C6-5A768710AC41}" dt="2025-04-01T21:10:37.358" v="919"/>
          <ac:spMkLst>
            <pc:docMk/>
            <pc:sldMk cId="3900736815" sldId="335"/>
            <ac:spMk id="9" creationId="{5E39975E-3E22-4C65-6D1F-F0848B17DE15}"/>
          </ac:spMkLst>
        </pc:spChg>
        <pc:picChg chg="add mod">
          <ac:chgData name="Holland, Karrie" userId="23868a2e-e05c-4e18-9f80-537fd2a8fbe7" providerId="ADAL" clId="{A422843B-A0BC-4DE7-A2C6-5A768710AC41}" dt="2025-04-01T21:08:46.063" v="908" actId="1076"/>
          <ac:picMkLst>
            <pc:docMk/>
            <pc:sldMk cId="3900736815" sldId="335"/>
            <ac:picMk id="5" creationId="{04A645F1-E207-350D-E527-D5B808F74C4D}"/>
          </ac:picMkLst>
        </pc:picChg>
      </pc:sldChg>
      <pc:sldChg chg="del">
        <pc:chgData name="Holland, Karrie" userId="23868a2e-e05c-4e18-9f80-537fd2a8fbe7" providerId="ADAL" clId="{A422843B-A0BC-4DE7-A2C6-5A768710AC41}" dt="2025-04-01T23:57:04.297" v="1758" actId="47"/>
        <pc:sldMkLst>
          <pc:docMk/>
          <pc:sldMk cId="2017961409" sldId="336"/>
        </pc:sldMkLst>
      </pc:sldChg>
      <pc:sldChg chg="modSp del mod">
        <pc:chgData name="Holland, Karrie" userId="23868a2e-e05c-4e18-9f80-537fd2a8fbe7" providerId="ADAL" clId="{A422843B-A0BC-4DE7-A2C6-5A768710AC41}" dt="2025-04-01T23:57:01.228" v="1757" actId="47"/>
        <pc:sldMkLst>
          <pc:docMk/>
          <pc:sldMk cId="1878611190" sldId="337"/>
        </pc:sldMkLst>
      </pc:sldChg>
      <pc:sldChg chg="del">
        <pc:chgData name="Holland, Karrie" userId="23868a2e-e05c-4e18-9f80-537fd2a8fbe7" providerId="ADAL" clId="{A422843B-A0BC-4DE7-A2C6-5A768710AC41}" dt="2025-04-01T23:57:07.162" v="1759" actId="47"/>
        <pc:sldMkLst>
          <pc:docMk/>
          <pc:sldMk cId="1287900711" sldId="338"/>
        </pc:sldMkLst>
      </pc:sldChg>
      <pc:sldChg chg="del">
        <pc:chgData name="Holland, Karrie" userId="23868a2e-e05c-4e18-9f80-537fd2a8fbe7" providerId="ADAL" clId="{A422843B-A0BC-4DE7-A2C6-5A768710AC41}" dt="2025-04-01T23:57:09.550" v="1760" actId="47"/>
        <pc:sldMkLst>
          <pc:docMk/>
          <pc:sldMk cId="1375409818" sldId="339"/>
        </pc:sldMkLst>
      </pc:sldChg>
      <pc:sldChg chg="del">
        <pc:chgData name="Holland, Karrie" userId="23868a2e-e05c-4e18-9f80-537fd2a8fbe7" providerId="ADAL" clId="{A422843B-A0BC-4DE7-A2C6-5A768710AC41}" dt="2025-04-01T23:57:11.493" v="1761" actId="47"/>
        <pc:sldMkLst>
          <pc:docMk/>
          <pc:sldMk cId="2134959916" sldId="340"/>
        </pc:sldMkLst>
      </pc:sldChg>
      <pc:sldChg chg="del">
        <pc:chgData name="Holland, Karrie" userId="23868a2e-e05c-4e18-9f80-537fd2a8fbe7" providerId="ADAL" clId="{A422843B-A0BC-4DE7-A2C6-5A768710AC41}" dt="2025-04-01T23:57:13.527" v="1762" actId="47"/>
        <pc:sldMkLst>
          <pc:docMk/>
          <pc:sldMk cId="2412015448" sldId="341"/>
        </pc:sldMkLst>
      </pc:sldChg>
      <pc:sldChg chg="del">
        <pc:chgData name="Holland, Karrie" userId="23868a2e-e05c-4e18-9f80-537fd2a8fbe7" providerId="ADAL" clId="{A422843B-A0BC-4DE7-A2C6-5A768710AC41}" dt="2025-04-01T23:57:17.217" v="1763" actId="47"/>
        <pc:sldMkLst>
          <pc:docMk/>
          <pc:sldMk cId="3004777309" sldId="342"/>
        </pc:sldMkLst>
      </pc:sldChg>
      <pc:sldChg chg="del">
        <pc:chgData name="Holland, Karrie" userId="23868a2e-e05c-4e18-9f80-537fd2a8fbe7" providerId="ADAL" clId="{A422843B-A0BC-4DE7-A2C6-5A768710AC41}" dt="2025-04-01T23:57:19.009" v="1764" actId="47"/>
        <pc:sldMkLst>
          <pc:docMk/>
          <pc:sldMk cId="3770333139" sldId="343"/>
        </pc:sldMkLst>
      </pc:sldChg>
      <pc:sldChg chg="del">
        <pc:chgData name="Holland, Karrie" userId="23868a2e-e05c-4e18-9f80-537fd2a8fbe7" providerId="ADAL" clId="{A422843B-A0BC-4DE7-A2C6-5A768710AC41}" dt="2025-04-02T01:54:19.433" v="2138" actId="47"/>
        <pc:sldMkLst>
          <pc:docMk/>
          <pc:sldMk cId="3324157561" sldId="346"/>
        </pc:sldMkLst>
      </pc:sldChg>
      <pc:sldChg chg="del">
        <pc:chgData name="Holland, Karrie" userId="23868a2e-e05c-4e18-9f80-537fd2a8fbe7" providerId="ADAL" clId="{A422843B-A0BC-4DE7-A2C6-5A768710AC41}" dt="2025-04-02T01:55:45.178" v="2151" actId="47"/>
        <pc:sldMkLst>
          <pc:docMk/>
          <pc:sldMk cId="479976609" sldId="347"/>
        </pc:sldMkLst>
      </pc:sldChg>
      <pc:sldChg chg="del">
        <pc:chgData name="Holland, Karrie" userId="23868a2e-e05c-4e18-9f80-537fd2a8fbe7" providerId="ADAL" clId="{A422843B-A0BC-4DE7-A2C6-5A768710AC41}" dt="2025-04-02T03:12:52.897" v="3186" actId="47"/>
        <pc:sldMkLst>
          <pc:docMk/>
          <pc:sldMk cId="2834297349" sldId="348"/>
        </pc:sldMkLst>
      </pc:sldChg>
      <pc:sldChg chg="del">
        <pc:chgData name="Holland, Karrie" userId="23868a2e-e05c-4e18-9f80-537fd2a8fbe7" providerId="ADAL" clId="{A422843B-A0BC-4DE7-A2C6-5A768710AC41}" dt="2025-04-02T03:12:51.219" v="3185" actId="47"/>
        <pc:sldMkLst>
          <pc:docMk/>
          <pc:sldMk cId="1543079436" sldId="349"/>
        </pc:sldMkLst>
      </pc:sldChg>
      <pc:sldChg chg="del">
        <pc:chgData name="Holland, Karrie" userId="23868a2e-e05c-4e18-9f80-537fd2a8fbe7" providerId="ADAL" clId="{A422843B-A0BC-4DE7-A2C6-5A768710AC41}" dt="2025-04-02T03:09:18.356" v="3146" actId="47"/>
        <pc:sldMkLst>
          <pc:docMk/>
          <pc:sldMk cId="70171344" sldId="350"/>
        </pc:sldMkLst>
      </pc:sldChg>
      <pc:sldChg chg="modSp mod">
        <pc:chgData name="Holland, Karrie" userId="23868a2e-e05c-4e18-9f80-537fd2a8fbe7" providerId="ADAL" clId="{A422843B-A0BC-4DE7-A2C6-5A768710AC41}" dt="2025-04-01T20:32:29.624" v="653" actId="255"/>
        <pc:sldMkLst>
          <pc:docMk/>
          <pc:sldMk cId="2743475236" sldId="352"/>
        </pc:sldMkLst>
        <pc:spChg chg="mod">
          <ac:chgData name="Holland, Karrie" userId="23868a2e-e05c-4e18-9f80-537fd2a8fbe7" providerId="ADAL" clId="{A422843B-A0BC-4DE7-A2C6-5A768710AC41}" dt="2025-04-01T20:32:29.624" v="653" actId="255"/>
          <ac:spMkLst>
            <pc:docMk/>
            <pc:sldMk cId="2743475236" sldId="352"/>
            <ac:spMk id="4" creationId="{BFA00826-C6A3-00C8-7B57-63206214E632}"/>
          </ac:spMkLst>
        </pc:spChg>
      </pc:sldChg>
      <pc:sldChg chg="modSp mod">
        <pc:chgData name="Holland, Karrie" userId="23868a2e-e05c-4e18-9f80-537fd2a8fbe7" providerId="ADAL" clId="{A422843B-A0BC-4DE7-A2C6-5A768710AC41}" dt="2025-04-02T02:54:55.278" v="2796" actId="255"/>
        <pc:sldMkLst>
          <pc:docMk/>
          <pc:sldMk cId="2888071867" sldId="353"/>
        </pc:sldMkLst>
        <pc:spChg chg="mod">
          <ac:chgData name="Holland, Karrie" userId="23868a2e-e05c-4e18-9f80-537fd2a8fbe7" providerId="ADAL" clId="{A422843B-A0BC-4DE7-A2C6-5A768710AC41}" dt="2025-04-02T02:54:55.278" v="2796" actId="255"/>
          <ac:spMkLst>
            <pc:docMk/>
            <pc:sldMk cId="2888071867" sldId="353"/>
            <ac:spMk id="4" creationId="{431D3B88-0F9E-47D9-4A39-F7295D961309}"/>
          </ac:spMkLst>
        </pc:spChg>
      </pc:sldChg>
      <pc:sldChg chg="addSp delSp modSp mod modNotesTx">
        <pc:chgData name="Holland, Karrie" userId="23868a2e-e05c-4e18-9f80-537fd2a8fbe7" providerId="ADAL" clId="{A422843B-A0BC-4DE7-A2C6-5A768710AC41}" dt="2025-04-02T02:17:57.082" v="2300" actId="255"/>
        <pc:sldMkLst>
          <pc:docMk/>
          <pc:sldMk cId="3407321271" sldId="354"/>
        </pc:sldMkLst>
        <pc:spChg chg="mod">
          <ac:chgData name="Holland, Karrie" userId="23868a2e-e05c-4e18-9f80-537fd2a8fbe7" providerId="ADAL" clId="{A422843B-A0BC-4DE7-A2C6-5A768710AC41}" dt="2025-04-02T02:17:57.082" v="2300" actId="255"/>
          <ac:spMkLst>
            <pc:docMk/>
            <pc:sldMk cId="3407321271" sldId="354"/>
            <ac:spMk id="4" creationId="{D383C9EA-1C4E-4C57-E6F2-D4F4B147F14B}"/>
          </ac:spMkLst>
        </pc:spChg>
        <pc:spChg chg="mod">
          <ac:chgData name="Holland, Karrie" userId="23868a2e-e05c-4e18-9f80-537fd2a8fbe7" providerId="ADAL" clId="{A422843B-A0BC-4DE7-A2C6-5A768710AC41}" dt="2025-04-02T00:10:06.873" v="1824" actId="6549"/>
          <ac:spMkLst>
            <pc:docMk/>
            <pc:sldMk cId="3407321271" sldId="354"/>
            <ac:spMk id="9" creationId="{D6D453E8-F348-6E02-CE7D-F60E96A5EB3D}"/>
          </ac:spMkLst>
        </pc:spChg>
      </pc:sldChg>
      <pc:sldChg chg="modSp mod">
        <pc:chgData name="Holland, Karrie" userId="23868a2e-e05c-4e18-9f80-537fd2a8fbe7" providerId="ADAL" clId="{A422843B-A0BC-4DE7-A2C6-5A768710AC41}" dt="2025-04-02T02:21:31.267" v="2350" actId="255"/>
        <pc:sldMkLst>
          <pc:docMk/>
          <pc:sldMk cId="2555148065" sldId="355"/>
        </pc:sldMkLst>
        <pc:spChg chg="mod">
          <ac:chgData name="Holland, Karrie" userId="23868a2e-e05c-4e18-9f80-537fd2a8fbe7" providerId="ADAL" clId="{A422843B-A0BC-4DE7-A2C6-5A768710AC41}" dt="2025-04-02T02:21:31.267" v="2350" actId="255"/>
          <ac:spMkLst>
            <pc:docMk/>
            <pc:sldMk cId="2555148065" sldId="355"/>
            <ac:spMk id="4" creationId="{3BDDC5E7-E36A-864A-3449-49FB98A15BE6}"/>
          </ac:spMkLst>
        </pc:spChg>
      </pc:sldChg>
      <pc:sldChg chg="modSp mod">
        <pc:chgData name="Holland, Karrie" userId="23868a2e-e05c-4e18-9f80-537fd2a8fbe7" providerId="ADAL" clId="{A422843B-A0BC-4DE7-A2C6-5A768710AC41}" dt="2025-04-02T03:10:40.380" v="3173" actId="255"/>
        <pc:sldMkLst>
          <pc:docMk/>
          <pc:sldMk cId="3966400484" sldId="356"/>
        </pc:sldMkLst>
        <pc:spChg chg="mod">
          <ac:chgData name="Holland, Karrie" userId="23868a2e-e05c-4e18-9f80-537fd2a8fbe7" providerId="ADAL" clId="{A422843B-A0BC-4DE7-A2C6-5A768710AC41}" dt="2025-04-02T03:10:40.380" v="3173" actId="255"/>
          <ac:spMkLst>
            <pc:docMk/>
            <pc:sldMk cId="3966400484" sldId="356"/>
            <ac:spMk id="4" creationId="{E3B829B5-6836-78EE-82BD-288EBC559C6E}"/>
          </ac:spMkLst>
        </pc:spChg>
      </pc:sldChg>
      <pc:sldChg chg="modSp mod modNotesTx">
        <pc:chgData name="Holland, Karrie" userId="23868a2e-e05c-4e18-9f80-537fd2a8fbe7" providerId="ADAL" clId="{A422843B-A0BC-4DE7-A2C6-5A768710AC41}" dt="2025-04-01T19:06:08.654" v="267" actId="20577"/>
        <pc:sldMkLst>
          <pc:docMk/>
          <pc:sldMk cId="4250459445" sldId="359"/>
        </pc:sldMkLst>
        <pc:spChg chg="mod">
          <ac:chgData name="Holland, Karrie" userId="23868a2e-e05c-4e18-9f80-537fd2a8fbe7" providerId="ADAL" clId="{A422843B-A0BC-4DE7-A2C6-5A768710AC41}" dt="2025-04-01T19:03:58.568" v="204" actId="20577"/>
          <ac:spMkLst>
            <pc:docMk/>
            <pc:sldMk cId="4250459445" sldId="359"/>
            <ac:spMk id="2" creationId="{3D1465A3-2914-1151-1A78-CFD3B2A423BE}"/>
          </ac:spMkLst>
        </pc:spChg>
      </pc:sldChg>
      <pc:sldChg chg="modSp mod modNotesTx">
        <pc:chgData name="Holland, Karrie" userId="23868a2e-e05c-4e18-9f80-537fd2a8fbe7" providerId="ADAL" clId="{A422843B-A0BC-4DE7-A2C6-5A768710AC41}" dt="2025-04-01T19:05:51.665" v="265" actId="20577"/>
        <pc:sldMkLst>
          <pc:docMk/>
          <pc:sldMk cId="219159478" sldId="361"/>
        </pc:sldMkLst>
        <pc:spChg chg="mod">
          <ac:chgData name="Holland, Karrie" userId="23868a2e-e05c-4e18-9f80-537fd2a8fbe7" providerId="ADAL" clId="{A422843B-A0BC-4DE7-A2C6-5A768710AC41}" dt="2025-04-01T19:04:12.508" v="206" actId="20577"/>
          <ac:spMkLst>
            <pc:docMk/>
            <pc:sldMk cId="219159478" sldId="361"/>
            <ac:spMk id="2" creationId="{7EB81C6C-A8E6-CE4C-2D52-7AD639B7578C}"/>
          </ac:spMkLst>
        </pc:spChg>
        <pc:spChg chg="mod">
          <ac:chgData name="Holland, Karrie" userId="23868a2e-e05c-4e18-9f80-537fd2a8fbe7" providerId="ADAL" clId="{A422843B-A0BC-4DE7-A2C6-5A768710AC41}" dt="2025-04-01T19:04:28.317" v="216" actId="20577"/>
          <ac:spMkLst>
            <pc:docMk/>
            <pc:sldMk cId="219159478" sldId="361"/>
            <ac:spMk id="3" creationId="{3CD62AF3-8219-7AEB-1717-BB4B2CD0985B}"/>
          </ac:spMkLst>
        </pc:spChg>
      </pc:sldChg>
      <pc:sldChg chg="modSp mod modNotesTx">
        <pc:chgData name="Holland, Karrie" userId="23868a2e-e05c-4e18-9f80-537fd2a8fbe7" providerId="ADAL" clId="{A422843B-A0BC-4DE7-A2C6-5A768710AC41}" dt="2025-04-01T19:05:15.875" v="229" actId="20577"/>
        <pc:sldMkLst>
          <pc:docMk/>
          <pc:sldMk cId="3352223876" sldId="362"/>
        </pc:sldMkLst>
        <pc:spChg chg="mod">
          <ac:chgData name="Holland, Karrie" userId="23868a2e-e05c-4e18-9f80-537fd2a8fbe7" providerId="ADAL" clId="{A422843B-A0BC-4DE7-A2C6-5A768710AC41}" dt="2025-04-01T19:05:10.372" v="225" actId="20577"/>
          <ac:spMkLst>
            <pc:docMk/>
            <pc:sldMk cId="3352223876" sldId="362"/>
            <ac:spMk id="2" creationId="{FC210BF6-188A-C9CF-0312-B6DC4E6EE108}"/>
          </ac:spMkLst>
        </pc:spChg>
      </pc:sldChg>
      <pc:sldChg chg="del">
        <pc:chgData name="Holland, Karrie" userId="23868a2e-e05c-4e18-9f80-537fd2a8fbe7" providerId="ADAL" clId="{A422843B-A0BC-4DE7-A2C6-5A768710AC41}" dt="2025-04-01T18:58:59.991" v="171" actId="47"/>
        <pc:sldMkLst>
          <pc:docMk/>
          <pc:sldMk cId="0" sldId="363"/>
        </pc:sldMkLst>
      </pc:sldChg>
      <pc:sldChg chg="del">
        <pc:chgData name="Holland, Karrie" userId="23868a2e-e05c-4e18-9f80-537fd2a8fbe7" providerId="ADAL" clId="{A422843B-A0BC-4DE7-A2C6-5A768710AC41}" dt="2025-04-01T18:59:02.103" v="172" actId="47"/>
        <pc:sldMkLst>
          <pc:docMk/>
          <pc:sldMk cId="4033212330" sldId="364"/>
        </pc:sldMkLst>
      </pc:sldChg>
      <pc:sldChg chg="modSp mod">
        <pc:chgData name="Holland, Karrie" userId="23868a2e-e05c-4e18-9f80-537fd2a8fbe7" providerId="ADAL" clId="{A422843B-A0BC-4DE7-A2C6-5A768710AC41}" dt="2025-04-01T19:06:39.107" v="277" actId="255"/>
        <pc:sldMkLst>
          <pc:docMk/>
          <pc:sldMk cId="2493083227" sldId="365"/>
        </pc:sldMkLst>
        <pc:spChg chg="mod">
          <ac:chgData name="Holland, Karrie" userId="23868a2e-e05c-4e18-9f80-537fd2a8fbe7" providerId="ADAL" clId="{A422843B-A0BC-4DE7-A2C6-5A768710AC41}" dt="2025-04-01T19:06:39.107" v="277" actId="255"/>
          <ac:spMkLst>
            <pc:docMk/>
            <pc:sldMk cId="2493083227" sldId="365"/>
            <ac:spMk id="4" creationId="{5EB9966A-6415-B35F-AC87-062F5FC26C5C}"/>
          </ac:spMkLst>
        </pc:spChg>
        <pc:spChg chg="mod">
          <ac:chgData name="Holland, Karrie" userId="23868a2e-e05c-4e18-9f80-537fd2a8fbe7" providerId="ADAL" clId="{A422843B-A0BC-4DE7-A2C6-5A768710AC41}" dt="2025-04-01T19:00:15.162" v="202" actId="20577"/>
          <ac:spMkLst>
            <pc:docMk/>
            <pc:sldMk cId="2493083227" sldId="365"/>
            <ac:spMk id="9" creationId="{325B2EA2-DB03-43C5-FC66-7B772EA97525}"/>
          </ac:spMkLst>
        </pc:spChg>
      </pc:sldChg>
      <pc:sldChg chg="modSp mod modNotesTx">
        <pc:chgData name="Holland, Karrie" userId="23868a2e-e05c-4e18-9f80-537fd2a8fbe7" providerId="ADAL" clId="{A422843B-A0BC-4DE7-A2C6-5A768710AC41}" dt="2025-04-01T20:32:15.956" v="648" actId="255"/>
        <pc:sldMkLst>
          <pc:docMk/>
          <pc:sldMk cId="2981204108" sldId="367"/>
        </pc:sldMkLst>
        <pc:spChg chg="mod">
          <ac:chgData name="Holland, Karrie" userId="23868a2e-e05c-4e18-9f80-537fd2a8fbe7" providerId="ADAL" clId="{A422843B-A0BC-4DE7-A2C6-5A768710AC41}" dt="2025-04-01T20:32:15.956" v="648" actId="255"/>
          <ac:spMkLst>
            <pc:docMk/>
            <pc:sldMk cId="2981204108" sldId="367"/>
            <ac:spMk id="4" creationId="{BFA00826-C6A3-00C8-7B57-63206214E632}"/>
          </ac:spMkLst>
        </pc:spChg>
      </pc:sldChg>
      <pc:sldChg chg="modSp del mod">
        <pc:chgData name="Holland, Karrie" userId="23868a2e-e05c-4e18-9f80-537fd2a8fbe7" providerId="ADAL" clId="{A422843B-A0BC-4DE7-A2C6-5A768710AC41}" dt="2025-04-01T20:40:34.116" v="657" actId="47"/>
        <pc:sldMkLst>
          <pc:docMk/>
          <pc:sldMk cId="2064367455" sldId="368"/>
        </pc:sldMkLst>
      </pc:sldChg>
      <pc:sldChg chg="modSp mod modNotesTx">
        <pc:chgData name="Holland, Karrie" userId="23868a2e-e05c-4e18-9f80-537fd2a8fbe7" providerId="ADAL" clId="{A422843B-A0BC-4DE7-A2C6-5A768710AC41}" dt="2025-04-02T02:54:22.175" v="2792" actId="255"/>
        <pc:sldMkLst>
          <pc:docMk/>
          <pc:sldMk cId="4005883567" sldId="369"/>
        </pc:sldMkLst>
        <pc:spChg chg="mod">
          <ac:chgData name="Holland, Karrie" userId="23868a2e-e05c-4e18-9f80-537fd2a8fbe7" providerId="ADAL" clId="{A422843B-A0BC-4DE7-A2C6-5A768710AC41}" dt="2025-04-02T02:54:22.175" v="2792" actId="255"/>
          <ac:spMkLst>
            <pc:docMk/>
            <pc:sldMk cId="4005883567" sldId="369"/>
            <ac:spMk id="4" creationId="{431D3B88-0F9E-47D9-4A39-F7295D961309}"/>
          </ac:spMkLst>
        </pc:spChg>
        <pc:spChg chg="mod">
          <ac:chgData name="Holland, Karrie" userId="23868a2e-e05c-4e18-9f80-537fd2a8fbe7" providerId="ADAL" clId="{A422843B-A0BC-4DE7-A2C6-5A768710AC41}" dt="2025-04-01T23:58:17.601" v="1768"/>
          <ac:spMkLst>
            <pc:docMk/>
            <pc:sldMk cId="4005883567" sldId="369"/>
            <ac:spMk id="9" creationId="{1E3F3D64-7D3E-6B78-AAE0-10266D78BD13}"/>
          </ac:spMkLst>
        </pc:spChg>
      </pc:sldChg>
      <pc:sldChg chg="modSp mod">
        <pc:chgData name="Holland, Karrie" userId="23868a2e-e05c-4e18-9f80-537fd2a8fbe7" providerId="ADAL" clId="{A422843B-A0BC-4DE7-A2C6-5A768710AC41}" dt="2025-04-02T02:48:01.700" v="2710" actId="255"/>
        <pc:sldMkLst>
          <pc:docMk/>
          <pc:sldMk cId="2814969419" sldId="370"/>
        </pc:sldMkLst>
        <pc:spChg chg="mod">
          <ac:chgData name="Holland, Karrie" userId="23868a2e-e05c-4e18-9f80-537fd2a8fbe7" providerId="ADAL" clId="{A422843B-A0BC-4DE7-A2C6-5A768710AC41}" dt="2025-04-02T00:00:00.874" v="1778"/>
          <ac:spMkLst>
            <pc:docMk/>
            <pc:sldMk cId="2814969419" sldId="370"/>
            <ac:spMk id="2" creationId="{92FDB5BD-B6FE-FA4D-9B15-7B3949553616}"/>
          </ac:spMkLst>
        </pc:spChg>
        <pc:spChg chg="mod">
          <ac:chgData name="Holland, Karrie" userId="23868a2e-e05c-4e18-9f80-537fd2a8fbe7" providerId="ADAL" clId="{A422843B-A0BC-4DE7-A2C6-5A768710AC41}" dt="2025-04-02T02:48:01.700" v="2710" actId="255"/>
          <ac:spMkLst>
            <pc:docMk/>
            <pc:sldMk cId="2814969419" sldId="370"/>
            <ac:spMk id="4" creationId="{E9B73218-8467-BB46-14F9-C712C34E5D9D}"/>
          </ac:spMkLst>
        </pc:spChg>
      </pc:sldChg>
      <pc:sldChg chg="del">
        <pc:chgData name="Holland, Karrie" userId="23868a2e-e05c-4e18-9f80-537fd2a8fbe7" providerId="ADAL" clId="{A422843B-A0BC-4DE7-A2C6-5A768710AC41}" dt="2025-04-02T00:02:21.207" v="1786" actId="47"/>
        <pc:sldMkLst>
          <pc:docMk/>
          <pc:sldMk cId="1300832360" sldId="371"/>
        </pc:sldMkLst>
      </pc:sldChg>
      <pc:sldChg chg="modSp mod modNotesTx">
        <pc:chgData name="Holland, Karrie" userId="23868a2e-e05c-4e18-9f80-537fd2a8fbe7" providerId="ADAL" clId="{A422843B-A0BC-4DE7-A2C6-5A768710AC41}" dt="2025-04-02T02:47:19.591" v="2698" actId="20577"/>
        <pc:sldMkLst>
          <pc:docMk/>
          <pc:sldMk cId="1393578167" sldId="372"/>
        </pc:sldMkLst>
        <pc:spChg chg="mod">
          <ac:chgData name="Holland, Karrie" userId="23868a2e-e05c-4e18-9f80-537fd2a8fbe7" providerId="ADAL" clId="{A422843B-A0BC-4DE7-A2C6-5A768710AC41}" dt="2025-04-02T02:21:12.612" v="2346" actId="255"/>
          <ac:spMkLst>
            <pc:docMk/>
            <pc:sldMk cId="1393578167" sldId="372"/>
            <ac:spMk id="4" creationId="{3BDDC5E7-E36A-864A-3449-49FB98A15BE6}"/>
          </ac:spMkLst>
        </pc:spChg>
        <pc:spChg chg="mod">
          <ac:chgData name="Holland, Karrie" userId="23868a2e-e05c-4e18-9f80-537fd2a8fbe7" providerId="ADAL" clId="{A422843B-A0BC-4DE7-A2C6-5A768710AC41}" dt="2025-04-02T02:17:12.911" v="2289" actId="20577"/>
          <ac:spMkLst>
            <pc:docMk/>
            <pc:sldMk cId="1393578167" sldId="372"/>
            <ac:spMk id="9" creationId="{9F9E8E2B-B0E8-EF16-E503-9ECCF4F164D5}"/>
          </ac:spMkLst>
        </pc:spChg>
      </pc:sldChg>
      <pc:sldChg chg="modSp mod modNotesTx">
        <pc:chgData name="Holland, Karrie" userId="23868a2e-e05c-4e18-9f80-537fd2a8fbe7" providerId="ADAL" clId="{A422843B-A0BC-4DE7-A2C6-5A768710AC41}" dt="2025-04-02T03:12:27.462" v="3184" actId="20577"/>
        <pc:sldMkLst>
          <pc:docMk/>
          <pc:sldMk cId="583014448" sldId="373"/>
        </pc:sldMkLst>
        <pc:spChg chg="mod">
          <ac:chgData name="Holland, Karrie" userId="23868a2e-e05c-4e18-9f80-537fd2a8fbe7" providerId="ADAL" clId="{A422843B-A0BC-4DE7-A2C6-5A768710AC41}" dt="2025-04-02T03:10:21.277" v="3168" actId="255"/>
          <ac:spMkLst>
            <pc:docMk/>
            <pc:sldMk cId="583014448" sldId="373"/>
            <ac:spMk id="4" creationId="{E3B829B5-6836-78EE-82BD-288EBC559C6E}"/>
          </ac:spMkLst>
        </pc:spChg>
        <pc:spChg chg="mod">
          <ac:chgData name="Holland, Karrie" userId="23868a2e-e05c-4e18-9f80-537fd2a8fbe7" providerId="ADAL" clId="{A422843B-A0BC-4DE7-A2C6-5A768710AC41}" dt="2025-04-02T03:11:11.937" v="3176" actId="20577"/>
          <ac:spMkLst>
            <pc:docMk/>
            <pc:sldMk cId="583014448" sldId="373"/>
            <ac:spMk id="9" creationId="{65F72D48-161D-34EA-1092-F01297B5BAE2}"/>
          </ac:spMkLst>
        </pc:spChg>
      </pc:sldChg>
      <pc:sldChg chg="addSp delSp modSp mod">
        <pc:chgData name="Holland, Karrie" userId="23868a2e-e05c-4e18-9f80-537fd2a8fbe7" providerId="ADAL" clId="{A422843B-A0BC-4DE7-A2C6-5A768710AC41}" dt="2025-04-02T03:23:06.757" v="3333" actId="1038"/>
        <pc:sldMkLst>
          <pc:docMk/>
          <pc:sldMk cId="34927814" sldId="375"/>
        </pc:sldMkLst>
        <pc:spChg chg="mod">
          <ac:chgData name="Holland, Karrie" userId="23868a2e-e05c-4e18-9f80-537fd2a8fbe7" providerId="ADAL" clId="{A422843B-A0BC-4DE7-A2C6-5A768710AC41}" dt="2025-04-02T03:15:24.042" v="3200" actId="120"/>
          <ac:spMkLst>
            <pc:docMk/>
            <pc:sldMk cId="34927814" sldId="375"/>
            <ac:spMk id="2" creationId="{06890774-7848-58D0-0262-B11B4D8F7BE9}"/>
          </ac:spMkLst>
        </pc:spChg>
        <pc:spChg chg="mod">
          <ac:chgData name="Holland, Karrie" userId="23868a2e-e05c-4e18-9f80-537fd2a8fbe7" providerId="ADAL" clId="{A422843B-A0BC-4DE7-A2C6-5A768710AC41}" dt="2025-04-02T03:13:15.072" v="3192" actId="20577"/>
          <ac:spMkLst>
            <pc:docMk/>
            <pc:sldMk cId="34927814" sldId="375"/>
            <ac:spMk id="4" creationId="{089A76E7-5405-452B-A5DD-6B559DABE30F}"/>
          </ac:spMkLst>
        </pc:spChg>
      </pc:sldChg>
      <pc:sldChg chg="modSp add mod ord modNotesTx">
        <pc:chgData name="Holland, Karrie" userId="23868a2e-e05c-4e18-9f80-537fd2a8fbe7" providerId="ADAL" clId="{A422843B-A0BC-4DE7-A2C6-5A768710AC41}" dt="2025-04-01T19:05:31.694" v="247" actId="20577"/>
        <pc:sldMkLst>
          <pc:docMk/>
          <pc:sldMk cId="2268166133" sldId="376"/>
        </pc:sldMkLst>
        <pc:spChg chg="mod">
          <ac:chgData name="Holland, Karrie" userId="23868a2e-e05c-4e18-9f80-537fd2a8fbe7" providerId="ADAL" clId="{A422843B-A0BC-4DE7-A2C6-5A768710AC41}" dt="2025-04-01T19:04:56.324" v="221" actId="20577"/>
          <ac:spMkLst>
            <pc:docMk/>
            <pc:sldMk cId="2268166133" sldId="376"/>
            <ac:spMk id="2" creationId="{E404CBF2-51F3-2C0E-4A95-BD807CCB1889}"/>
          </ac:spMkLst>
        </pc:spChg>
      </pc:sldChg>
      <pc:sldChg chg="delSp modSp add mod modNotesTx">
        <pc:chgData name="Holland, Karrie" userId="23868a2e-e05c-4e18-9f80-537fd2a8fbe7" providerId="ADAL" clId="{A422843B-A0BC-4DE7-A2C6-5A768710AC41}" dt="2025-04-01T20:32:01.974" v="643" actId="255"/>
        <pc:sldMkLst>
          <pc:docMk/>
          <pc:sldMk cId="2637652616" sldId="377"/>
        </pc:sldMkLst>
        <pc:spChg chg="mod">
          <ac:chgData name="Holland, Karrie" userId="23868a2e-e05c-4e18-9f80-537fd2a8fbe7" providerId="ADAL" clId="{A422843B-A0BC-4DE7-A2C6-5A768710AC41}" dt="2025-04-01T20:32:01.974" v="643" actId="255"/>
          <ac:spMkLst>
            <pc:docMk/>
            <pc:sldMk cId="2637652616" sldId="377"/>
            <ac:spMk id="4" creationId="{4AF2B23D-B515-6146-13AA-6C8F3849BAD7}"/>
          </ac:spMkLst>
        </pc:spChg>
        <pc:spChg chg="mod">
          <ac:chgData name="Holland, Karrie" userId="23868a2e-e05c-4e18-9f80-537fd2a8fbe7" providerId="ADAL" clId="{A422843B-A0BC-4DE7-A2C6-5A768710AC41}" dt="2025-04-01T20:26:12.964" v="463" actId="1036"/>
          <ac:spMkLst>
            <pc:docMk/>
            <pc:sldMk cId="2637652616" sldId="377"/>
            <ac:spMk id="9" creationId="{C2FA9ABC-48BD-8140-C744-48CF8348875E}"/>
          </ac:spMkLst>
        </pc:spChg>
      </pc:sldChg>
      <pc:sldChg chg="addSp delSp modSp add mod modNotesTx">
        <pc:chgData name="Holland, Karrie" userId="23868a2e-e05c-4e18-9f80-537fd2a8fbe7" providerId="ADAL" clId="{A422843B-A0BC-4DE7-A2C6-5A768710AC41}" dt="2025-04-02T02:49:45.230" v="2726" actId="255"/>
        <pc:sldMkLst>
          <pc:docMk/>
          <pc:sldMk cId="1406127443" sldId="378"/>
        </pc:sldMkLst>
        <pc:spChg chg="mod">
          <ac:chgData name="Holland, Karrie" userId="23868a2e-e05c-4e18-9f80-537fd2a8fbe7" providerId="ADAL" clId="{A422843B-A0BC-4DE7-A2C6-5A768710AC41}" dt="2025-04-01T20:55:14.165" v="828" actId="1036"/>
          <ac:spMkLst>
            <pc:docMk/>
            <pc:sldMk cId="1406127443" sldId="378"/>
            <ac:spMk id="2" creationId="{5633705D-AC24-5776-B265-9191073F774D}"/>
          </ac:spMkLst>
        </pc:spChg>
        <pc:spChg chg="mod">
          <ac:chgData name="Holland, Karrie" userId="23868a2e-e05c-4e18-9f80-537fd2a8fbe7" providerId="ADAL" clId="{A422843B-A0BC-4DE7-A2C6-5A768710AC41}" dt="2025-04-02T02:49:45.230" v="2726" actId="255"/>
          <ac:spMkLst>
            <pc:docMk/>
            <pc:sldMk cId="1406127443" sldId="378"/>
            <ac:spMk id="4" creationId="{501DCD52-9B7E-7F69-73E6-C5261C510AE6}"/>
          </ac:spMkLst>
        </pc:spChg>
        <pc:picChg chg="mod">
          <ac:chgData name="Holland, Karrie" userId="23868a2e-e05c-4e18-9f80-537fd2a8fbe7" providerId="ADAL" clId="{A422843B-A0BC-4DE7-A2C6-5A768710AC41}" dt="2025-04-01T20:55:14.165" v="828" actId="1036"/>
          <ac:picMkLst>
            <pc:docMk/>
            <pc:sldMk cId="1406127443" sldId="378"/>
            <ac:picMk id="5" creationId="{336FED03-4878-F915-4FF3-B6FD9433900E}"/>
          </ac:picMkLst>
        </pc:picChg>
        <pc:picChg chg="add mod">
          <ac:chgData name="Holland, Karrie" userId="23868a2e-e05c-4e18-9f80-537fd2a8fbe7" providerId="ADAL" clId="{A422843B-A0BC-4DE7-A2C6-5A768710AC41}" dt="2025-04-01T20:55:14.165" v="828" actId="1036"/>
          <ac:picMkLst>
            <pc:docMk/>
            <pc:sldMk cId="1406127443" sldId="378"/>
            <ac:picMk id="6" creationId="{609D671B-D26F-C43D-0530-F5BB96590170}"/>
          </ac:picMkLst>
        </pc:picChg>
      </pc:sldChg>
      <pc:sldChg chg="addSp modSp add mod">
        <pc:chgData name="Holland, Karrie" userId="23868a2e-e05c-4e18-9f80-537fd2a8fbe7" providerId="ADAL" clId="{A422843B-A0BC-4DE7-A2C6-5A768710AC41}" dt="2025-04-02T02:50:11.266" v="2736" actId="255"/>
        <pc:sldMkLst>
          <pc:docMk/>
          <pc:sldMk cId="220961929" sldId="379"/>
        </pc:sldMkLst>
        <pc:spChg chg="add mod">
          <ac:chgData name="Holland, Karrie" userId="23868a2e-e05c-4e18-9f80-537fd2a8fbe7" providerId="ADAL" clId="{A422843B-A0BC-4DE7-A2C6-5A768710AC41}" dt="2025-04-01T21:16:03.459" v="984" actId="1076"/>
          <ac:spMkLst>
            <pc:docMk/>
            <pc:sldMk cId="220961929" sldId="379"/>
            <ac:spMk id="2" creationId="{D1512133-38D2-C1A5-0129-4F74E86149C9}"/>
          </ac:spMkLst>
        </pc:spChg>
        <pc:spChg chg="mod">
          <ac:chgData name="Holland, Karrie" userId="23868a2e-e05c-4e18-9f80-537fd2a8fbe7" providerId="ADAL" clId="{A422843B-A0BC-4DE7-A2C6-5A768710AC41}" dt="2025-04-02T02:50:11.266" v="2736" actId="255"/>
          <ac:spMkLst>
            <pc:docMk/>
            <pc:sldMk cId="220961929" sldId="379"/>
            <ac:spMk id="4" creationId="{8F781291-2D12-F181-9C7C-183658D864CA}"/>
          </ac:spMkLst>
        </pc:spChg>
        <pc:spChg chg="mod">
          <ac:chgData name="Holland, Karrie" userId="23868a2e-e05c-4e18-9f80-537fd2a8fbe7" providerId="ADAL" clId="{A422843B-A0BC-4DE7-A2C6-5A768710AC41}" dt="2025-04-01T21:13:41.901" v="940"/>
          <ac:spMkLst>
            <pc:docMk/>
            <pc:sldMk cId="220961929" sldId="379"/>
            <ac:spMk id="9" creationId="{A0858383-C46F-D5B0-38E5-AB1ACC51AEB3}"/>
          </ac:spMkLst>
        </pc:spChg>
      </pc:sldChg>
      <pc:sldChg chg="delSp modSp add mod">
        <pc:chgData name="Holland, Karrie" userId="23868a2e-e05c-4e18-9f80-537fd2a8fbe7" providerId="ADAL" clId="{A422843B-A0BC-4DE7-A2C6-5A768710AC41}" dt="2025-04-02T02:50:27.072" v="2741" actId="255"/>
        <pc:sldMkLst>
          <pc:docMk/>
          <pc:sldMk cId="29948710" sldId="380"/>
        </pc:sldMkLst>
        <pc:spChg chg="mod">
          <ac:chgData name="Holland, Karrie" userId="23868a2e-e05c-4e18-9f80-537fd2a8fbe7" providerId="ADAL" clId="{A422843B-A0BC-4DE7-A2C6-5A768710AC41}" dt="2025-04-02T02:50:27.072" v="2741" actId="255"/>
          <ac:spMkLst>
            <pc:docMk/>
            <pc:sldMk cId="29948710" sldId="380"/>
            <ac:spMk id="4" creationId="{4C6348D7-528A-BBE0-5790-60DA1F914020}"/>
          </ac:spMkLst>
        </pc:spChg>
        <pc:spChg chg="mod">
          <ac:chgData name="Holland, Karrie" userId="23868a2e-e05c-4e18-9f80-537fd2a8fbe7" providerId="ADAL" clId="{A422843B-A0BC-4DE7-A2C6-5A768710AC41}" dt="2025-04-01T21:20:13.796" v="1135" actId="20577"/>
          <ac:spMkLst>
            <pc:docMk/>
            <pc:sldMk cId="29948710" sldId="380"/>
            <ac:spMk id="9" creationId="{6F6D7115-DA8F-5094-784C-AD5332CE06B4}"/>
          </ac:spMkLst>
        </pc:spChg>
      </pc:sldChg>
      <pc:sldChg chg="modSp add mod">
        <pc:chgData name="Holland, Karrie" userId="23868a2e-e05c-4e18-9f80-537fd2a8fbe7" providerId="ADAL" clId="{A422843B-A0BC-4DE7-A2C6-5A768710AC41}" dt="2025-04-02T02:51:08.508" v="2746" actId="255"/>
        <pc:sldMkLst>
          <pc:docMk/>
          <pc:sldMk cId="310673737" sldId="381"/>
        </pc:sldMkLst>
        <pc:spChg chg="mod">
          <ac:chgData name="Holland, Karrie" userId="23868a2e-e05c-4e18-9f80-537fd2a8fbe7" providerId="ADAL" clId="{A422843B-A0BC-4DE7-A2C6-5A768710AC41}" dt="2025-04-02T02:51:08.508" v="2746" actId="255"/>
          <ac:spMkLst>
            <pc:docMk/>
            <pc:sldMk cId="310673737" sldId="381"/>
            <ac:spMk id="4" creationId="{755C9B82-9604-07DE-74F2-56EC89BD3A2D}"/>
          </ac:spMkLst>
        </pc:spChg>
        <pc:spChg chg="mod">
          <ac:chgData name="Holland, Karrie" userId="23868a2e-e05c-4e18-9f80-537fd2a8fbe7" providerId="ADAL" clId="{A422843B-A0BC-4DE7-A2C6-5A768710AC41}" dt="2025-04-01T21:26:34.776" v="1179" actId="1036"/>
          <ac:spMkLst>
            <pc:docMk/>
            <pc:sldMk cId="310673737" sldId="381"/>
            <ac:spMk id="9" creationId="{360BFC95-E711-EDD8-464B-EA00FE689DE4}"/>
          </ac:spMkLst>
        </pc:spChg>
      </pc:sldChg>
      <pc:sldChg chg="modSp add mod">
        <pc:chgData name="Holland, Karrie" userId="23868a2e-e05c-4e18-9f80-537fd2a8fbe7" providerId="ADAL" clId="{A422843B-A0BC-4DE7-A2C6-5A768710AC41}" dt="2025-04-02T02:51:28.339" v="2751" actId="255"/>
        <pc:sldMkLst>
          <pc:docMk/>
          <pc:sldMk cId="723752660" sldId="382"/>
        </pc:sldMkLst>
        <pc:spChg chg="mod">
          <ac:chgData name="Holland, Karrie" userId="23868a2e-e05c-4e18-9f80-537fd2a8fbe7" providerId="ADAL" clId="{A422843B-A0BC-4DE7-A2C6-5A768710AC41}" dt="2025-04-02T02:51:28.339" v="2751" actId="255"/>
          <ac:spMkLst>
            <pc:docMk/>
            <pc:sldMk cId="723752660" sldId="382"/>
            <ac:spMk id="4" creationId="{F7BD5890-2403-8CAF-8DEF-09E1DE466733}"/>
          </ac:spMkLst>
        </pc:spChg>
        <pc:spChg chg="mod">
          <ac:chgData name="Holland, Karrie" userId="23868a2e-e05c-4e18-9f80-537fd2a8fbe7" providerId="ADAL" clId="{A422843B-A0BC-4DE7-A2C6-5A768710AC41}" dt="2025-04-01T21:31:01.241" v="1208"/>
          <ac:spMkLst>
            <pc:docMk/>
            <pc:sldMk cId="723752660" sldId="382"/>
            <ac:spMk id="9" creationId="{51CFB8DF-8110-5078-BCFA-13F8C6C435BE}"/>
          </ac:spMkLst>
        </pc:spChg>
      </pc:sldChg>
      <pc:sldChg chg="modSp add mod">
        <pc:chgData name="Holland, Karrie" userId="23868a2e-e05c-4e18-9f80-537fd2a8fbe7" providerId="ADAL" clId="{A422843B-A0BC-4DE7-A2C6-5A768710AC41}" dt="2025-04-02T02:51:45.155" v="2756" actId="255"/>
        <pc:sldMkLst>
          <pc:docMk/>
          <pc:sldMk cId="1364577371" sldId="383"/>
        </pc:sldMkLst>
        <pc:spChg chg="mod">
          <ac:chgData name="Holland, Karrie" userId="23868a2e-e05c-4e18-9f80-537fd2a8fbe7" providerId="ADAL" clId="{A422843B-A0BC-4DE7-A2C6-5A768710AC41}" dt="2025-04-02T02:51:45.155" v="2756" actId="255"/>
          <ac:spMkLst>
            <pc:docMk/>
            <pc:sldMk cId="1364577371" sldId="383"/>
            <ac:spMk id="4" creationId="{E487BF38-1C66-E861-7CA9-91C1EB06DA45}"/>
          </ac:spMkLst>
        </pc:spChg>
        <pc:spChg chg="mod">
          <ac:chgData name="Holland, Karrie" userId="23868a2e-e05c-4e18-9f80-537fd2a8fbe7" providerId="ADAL" clId="{A422843B-A0BC-4DE7-A2C6-5A768710AC41}" dt="2025-04-01T21:42:21.486" v="1298" actId="14100"/>
          <ac:spMkLst>
            <pc:docMk/>
            <pc:sldMk cId="1364577371" sldId="383"/>
            <ac:spMk id="9" creationId="{8ACD7616-0BF0-EEC6-82ED-1BA560FD8AD2}"/>
          </ac:spMkLst>
        </pc:spChg>
      </pc:sldChg>
      <pc:sldChg chg="addSp delSp modSp add mod ord modNotesTx">
        <pc:chgData name="Holland, Karrie" userId="23868a2e-e05c-4e18-9f80-537fd2a8fbe7" providerId="ADAL" clId="{A422843B-A0BC-4DE7-A2C6-5A768710AC41}" dt="2025-04-02T02:52:00.901" v="2761" actId="255"/>
        <pc:sldMkLst>
          <pc:docMk/>
          <pc:sldMk cId="2413802707" sldId="384"/>
        </pc:sldMkLst>
        <pc:spChg chg="mod">
          <ac:chgData name="Holland, Karrie" userId="23868a2e-e05c-4e18-9f80-537fd2a8fbe7" providerId="ADAL" clId="{A422843B-A0BC-4DE7-A2C6-5A768710AC41}" dt="2025-04-02T02:52:00.901" v="2761" actId="255"/>
          <ac:spMkLst>
            <pc:docMk/>
            <pc:sldMk cId="2413802707" sldId="384"/>
            <ac:spMk id="4" creationId="{66133201-522E-F5AE-753F-78AA9FDA7135}"/>
          </ac:spMkLst>
        </pc:spChg>
        <pc:spChg chg="mod">
          <ac:chgData name="Holland, Karrie" userId="23868a2e-e05c-4e18-9f80-537fd2a8fbe7" providerId="ADAL" clId="{A422843B-A0BC-4DE7-A2C6-5A768710AC41}" dt="2025-04-01T21:49:39.350" v="1343" actId="20577"/>
          <ac:spMkLst>
            <pc:docMk/>
            <pc:sldMk cId="2413802707" sldId="384"/>
            <ac:spMk id="9" creationId="{4BAEF445-59A0-33D4-F362-E9054540B22B}"/>
          </ac:spMkLst>
        </pc:spChg>
        <pc:picChg chg="add mod">
          <ac:chgData name="Holland, Karrie" userId="23868a2e-e05c-4e18-9f80-537fd2a8fbe7" providerId="ADAL" clId="{A422843B-A0BC-4DE7-A2C6-5A768710AC41}" dt="2025-04-01T21:49:21.133" v="1341" actId="1076"/>
          <ac:picMkLst>
            <pc:docMk/>
            <pc:sldMk cId="2413802707" sldId="384"/>
            <ac:picMk id="6" creationId="{1B4FD381-E3AD-8419-F8EB-A98DC645B56A}"/>
          </ac:picMkLst>
        </pc:picChg>
      </pc:sldChg>
      <pc:sldChg chg="delSp modSp add mod modNotesTx">
        <pc:chgData name="Holland, Karrie" userId="23868a2e-e05c-4e18-9f80-537fd2a8fbe7" providerId="ADAL" clId="{A422843B-A0BC-4DE7-A2C6-5A768710AC41}" dt="2025-04-02T02:52:18.811" v="2765" actId="255"/>
        <pc:sldMkLst>
          <pc:docMk/>
          <pc:sldMk cId="3817863117" sldId="385"/>
        </pc:sldMkLst>
        <pc:spChg chg="mod">
          <ac:chgData name="Holland, Karrie" userId="23868a2e-e05c-4e18-9f80-537fd2a8fbe7" providerId="ADAL" clId="{A422843B-A0BC-4DE7-A2C6-5A768710AC41}" dt="2025-04-02T02:52:18.811" v="2765" actId="255"/>
          <ac:spMkLst>
            <pc:docMk/>
            <pc:sldMk cId="3817863117" sldId="385"/>
            <ac:spMk id="4" creationId="{DD46ACC0-FD1E-587B-6338-59E259B42410}"/>
          </ac:spMkLst>
        </pc:spChg>
        <pc:spChg chg="mod">
          <ac:chgData name="Holland, Karrie" userId="23868a2e-e05c-4e18-9f80-537fd2a8fbe7" providerId="ADAL" clId="{A422843B-A0BC-4DE7-A2C6-5A768710AC41}" dt="2025-04-01T23:17:49.626" v="1474" actId="20577"/>
          <ac:spMkLst>
            <pc:docMk/>
            <pc:sldMk cId="3817863117" sldId="385"/>
            <ac:spMk id="9" creationId="{60ED846D-150F-C573-18D0-0BE21C5ADB52}"/>
          </ac:spMkLst>
        </pc:spChg>
      </pc:sldChg>
      <pc:sldChg chg="modSp add mod modNotesTx">
        <pc:chgData name="Holland, Karrie" userId="23868a2e-e05c-4e18-9f80-537fd2a8fbe7" providerId="ADAL" clId="{A422843B-A0BC-4DE7-A2C6-5A768710AC41}" dt="2025-04-02T02:52:33.660" v="2769" actId="255"/>
        <pc:sldMkLst>
          <pc:docMk/>
          <pc:sldMk cId="2405016623" sldId="386"/>
        </pc:sldMkLst>
      </pc:sldChg>
      <pc:sldChg chg="addSp delSp modSp add mod ord modNotesTx">
        <pc:chgData name="Holland, Karrie" userId="23868a2e-e05c-4e18-9f80-537fd2a8fbe7" providerId="ADAL" clId="{A422843B-A0BC-4DE7-A2C6-5A768710AC41}" dt="2025-04-02T02:52:48.324" v="2773" actId="255"/>
        <pc:sldMkLst>
          <pc:docMk/>
          <pc:sldMk cId="3859643612" sldId="387"/>
        </pc:sldMkLst>
        <pc:spChg chg="mod">
          <ac:chgData name="Holland, Karrie" userId="23868a2e-e05c-4e18-9f80-537fd2a8fbe7" providerId="ADAL" clId="{A422843B-A0BC-4DE7-A2C6-5A768710AC41}" dt="2025-04-02T02:52:48.324" v="2773" actId="255"/>
          <ac:spMkLst>
            <pc:docMk/>
            <pc:sldMk cId="3859643612" sldId="387"/>
            <ac:spMk id="4" creationId="{1CE6106A-FFB5-DED9-2A6F-76433D23CBAE}"/>
          </ac:spMkLst>
        </pc:spChg>
        <pc:spChg chg="mod">
          <ac:chgData name="Holland, Karrie" userId="23868a2e-e05c-4e18-9f80-537fd2a8fbe7" providerId="ADAL" clId="{A422843B-A0BC-4DE7-A2C6-5A768710AC41}" dt="2025-04-01T23:32:23.757" v="1534" actId="5793"/>
          <ac:spMkLst>
            <pc:docMk/>
            <pc:sldMk cId="3859643612" sldId="387"/>
            <ac:spMk id="9" creationId="{E7BCD052-DAAC-23DE-B4CD-19E8B9640011}"/>
          </ac:spMkLst>
        </pc:spChg>
        <pc:picChg chg="add mod">
          <ac:chgData name="Holland, Karrie" userId="23868a2e-e05c-4e18-9f80-537fd2a8fbe7" providerId="ADAL" clId="{A422843B-A0BC-4DE7-A2C6-5A768710AC41}" dt="2025-04-01T23:32:17.534" v="1532" actId="14100"/>
          <ac:picMkLst>
            <pc:docMk/>
            <pc:sldMk cId="3859643612" sldId="387"/>
            <ac:picMk id="3" creationId="{F01EF138-AA5A-0CAD-86EF-6A63E5B51E1B}"/>
          </ac:picMkLst>
        </pc:picChg>
      </pc:sldChg>
      <pc:sldChg chg="addSp delSp modSp add mod">
        <pc:chgData name="Holland, Karrie" userId="23868a2e-e05c-4e18-9f80-537fd2a8fbe7" providerId="ADAL" clId="{A422843B-A0BC-4DE7-A2C6-5A768710AC41}" dt="2025-04-02T02:53:05.892" v="2777" actId="255"/>
        <pc:sldMkLst>
          <pc:docMk/>
          <pc:sldMk cId="3594465043" sldId="388"/>
        </pc:sldMkLst>
        <pc:spChg chg="mod">
          <ac:chgData name="Holland, Karrie" userId="23868a2e-e05c-4e18-9f80-537fd2a8fbe7" providerId="ADAL" clId="{A422843B-A0BC-4DE7-A2C6-5A768710AC41}" dt="2025-04-02T02:53:05.892" v="2777" actId="255"/>
          <ac:spMkLst>
            <pc:docMk/>
            <pc:sldMk cId="3594465043" sldId="388"/>
            <ac:spMk id="4" creationId="{7F70D9FD-BC00-DD4C-870B-31FD1CABB01D}"/>
          </ac:spMkLst>
        </pc:spChg>
        <pc:spChg chg="mod">
          <ac:chgData name="Holland, Karrie" userId="23868a2e-e05c-4e18-9f80-537fd2a8fbe7" providerId="ADAL" clId="{A422843B-A0BC-4DE7-A2C6-5A768710AC41}" dt="2025-04-01T23:49:08.025" v="1657" actId="20577"/>
          <ac:spMkLst>
            <pc:docMk/>
            <pc:sldMk cId="3594465043" sldId="388"/>
            <ac:spMk id="9" creationId="{FF14E6A9-459C-3603-176F-E66E3F0C93B1}"/>
          </ac:spMkLst>
        </pc:spChg>
      </pc:sldChg>
      <pc:sldChg chg="delSp modSp add mod">
        <pc:chgData name="Holland, Karrie" userId="23868a2e-e05c-4e18-9f80-537fd2a8fbe7" providerId="ADAL" clId="{A422843B-A0BC-4DE7-A2C6-5A768710AC41}" dt="2025-04-02T02:53:22.839" v="2781" actId="255"/>
        <pc:sldMkLst>
          <pc:docMk/>
          <pc:sldMk cId="4122947432" sldId="389"/>
        </pc:sldMkLst>
        <pc:spChg chg="mod">
          <ac:chgData name="Holland, Karrie" userId="23868a2e-e05c-4e18-9f80-537fd2a8fbe7" providerId="ADAL" clId="{A422843B-A0BC-4DE7-A2C6-5A768710AC41}" dt="2025-04-02T02:53:22.839" v="2781" actId="255"/>
          <ac:spMkLst>
            <pc:docMk/>
            <pc:sldMk cId="4122947432" sldId="389"/>
            <ac:spMk id="4" creationId="{BCD66064-11F0-FFFA-6440-C02B23AD1978}"/>
          </ac:spMkLst>
        </pc:spChg>
        <pc:spChg chg="mod">
          <ac:chgData name="Holland, Karrie" userId="23868a2e-e05c-4e18-9f80-537fd2a8fbe7" providerId="ADAL" clId="{A422843B-A0BC-4DE7-A2C6-5A768710AC41}" dt="2025-04-01T23:53:53.246" v="1709"/>
          <ac:spMkLst>
            <pc:docMk/>
            <pc:sldMk cId="4122947432" sldId="389"/>
            <ac:spMk id="9" creationId="{AFF37724-D55B-2D04-A046-F95F054BDBD1}"/>
          </ac:spMkLst>
        </pc:spChg>
      </pc:sldChg>
      <pc:sldChg chg="modSp add mod">
        <pc:chgData name="Holland, Karrie" userId="23868a2e-e05c-4e18-9f80-537fd2a8fbe7" providerId="ADAL" clId="{A422843B-A0BC-4DE7-A2C6-5A768710AC41}" dt="2025-04-02T02:53:46.670" v="2787" actId="255"/>
        <pc:sldMkLst>
          <pc:docMk/>
          <pc:sldMk cId="216645757" sldId="390"/>
        </pc:sldMkLst>
        <pc:spChg chg="mod">
          <ac:chgData name="Holland, Karrie" userId="23868a2e-e05c-4e18-9f80-537fd2a8fbe7" providerId="ADAL" clId="{A422843B-A0BC-4DE7-A2C6-5A768710AC41}" dt="2025-04-02T02:53:46.670" v="2787" actId="255"/>
          <ac:spMkLst>
            <pc:docMk/>
            <pc:sldMk cId="216645757" sldId="390"/>
            <ac:spMk id="4" creationId="{C140E01F-5438-131E-CD7C-28B759CDB8C6}"/>
          </ac:spMkLst>
        </pc:spChg>
        <pc:spChg chg="mod">
          <ac:chgData name="Holland, Karrie" userId="23868a2e-e05c-4e18-9f80-537fd2a8fbe7" providerId="ADAL" clId="{A422843B-A0BC-4DE7-A2C6-5A768710AC41}" dt="2025-04-01T23:56:21.187" v="1756" actId="20577"/>
          <ac:spMkLst>
            <pc:docMk/>
            <pc:sldMk cId="216645757" sldId="390"/>
            <ac:spMk id="9" creationId="{048C6955-1EEF-9EE7-DF51-530A44F72435}"/>
          </ac:spMkLst>
        </pc:spChg>
      </pc:sldChg>
      <pc:sldChg chg="addSp delSp modSp add mod modNotesTx">
        <pc:chgData name="Holland, Karrie" userId="23868a2e-e05c-4e18-9f80-537fd2a8fbe7" providerId="ADAL" clId="{A422843B-A0BC-4DE7-A2C6-5A768710AC41}" dt="2025-04-02T02:18:30.140" v="2305" actId="255"/>
        <pc:sldMkLst>
          <pc:docMk/>
          <pc:sldMk cId="3832071582" sldId="391"/>
        </pc:sldMkLst>
        <pc:spChg chg="mod">
          <ac:chgData name="Holland, Karrie" userId="23868a2e-e05c-4e18-9f80-537fd2a8fbe7" providerId="ADAL" clId="{A422843B-A0BC-4DE7-A2C6-5A768710AC41}" dt="2025-04-02T02:18:30.140" v="2305" actId="255"/>
          <ac:spMkLst>
            <pc:docMk/>
            <pc:sldMk cId="3832071582" sldId="391"/>
            <ac:spMk id="4" creationId="{0D95D66A-7762-9EB3-8A2B-D1EAED054E1A}"/>
          </ac:spMkLst>
        </pc:spChg>
        <pc:spChg chg="mod">
          <ac:chgData name="Holland, Karrie" userId="23868a2e-e05c-4e18-9f80-537fd2a8fbe7" providerId="ADAL" clId="{A422843B-A0BC-4DE7-A2C6-5A768710AC41}" dt="2025-04-02T00:19:36.447" v="1903" actId="14100"/>
          <ac:spMkLst>
            <pc:docMk/>
            <pc:sldMk cId="3832071582" sldId="391"/>
            <ac:spMk id="9" creationId="{E9BD0CB5-9585-7EF9-006F-C3AF2D3546E8}"/>
          </ac:spMkLst>
        </pc:spChg>
      </pc:sldChg>
      <pc:sldChg chg="addSp delSp modSp add mod ord modNotesTx">
        <pc:chgData name="Holland, Karrie" userId="23868a2e-e05c-4e18-9f80-537fd2a8fbe7" providerId="ADAL" clId="{A422843B-A0BC-4DE7-A2C6-5A768710AC41}" dt="2025-04-02T02:18:43.936" v="2310" actId="255"/>
        <pc:sldMkLst>
          <pc:docMk/>
          <pc:sldMk cId="1579904877" sldId="392"/>
        </pc:sldMkLst>
        <pc:spChg chg="mod">
          <ac:chgData name="Holland, Karrie" userId="23868a2e-e05c-4e18-9f80-537fd2a8fbe7" providerId="ADAL" clId="{A422843B-A0BC-4DE7-A2C6-5A768710AC41}" dt="2025-04-02T02:18:43.936" v="2310" actId="255"/>
          <ac:spMkLst>
            <pc:docMk/>
            <pc:sldMk cId="1579904877" sldId="392"/>
            <ac:spMk id="4" creationId="{221C7E8F-BC39-B160-18D6-173D75AC3D23}"/>
          </ac:spMkLst>
        </pc:spChg>
        <pc:spChg chg="mod">
          <ac:chgData name="Holland, Karrie" userId="23868a2e-e05c-4e18-9f80-537fd2a8fbe7" providerId="ADAL" clId="{A422843B-A0BC-4DE7-A2C6-5A768710AC41}" dt="2025-04-02T00:25:59.541" v="2012" actId="255"/>
          <ac:spMkLst>
            <pc:docMk/>
            <pc:sldMk cId="1579904877" sldId="392"/>
            <ac:spMk id="9" creationId="{0C5DCC94-43A3-2E02-4C0D-288E5EBEFCF8}"/>
          </ac:spMkLst>
        </pc:spChg>
      </pc:sldChg>
      <pc:sldChg chg="addSp delSp modSp add mod">
        <pc:chgData name="Holland, Karrie" userId="23868a2e-e05c-4e18-9f80-537fd2a8fbe7" providerId="ADAL" clId="{A422843B-A0BC-4DE7-A2C6-5A768710AC41}" dt="2025-04-02T02:19:17.414" v="2315" actId="255"/>
        <pc:sldMkLst>
          <pc:docMk/>
          <pc:sldMk cId="2120338304" sldId="393"/>
        </pc:sldMkLst>
        <pc:spChg chg="mod">
          <ac:chgData name="Holland, Karrie" userId="23868a2e-e05c-4e18-9f80-537fd2a8fbe7" providerId="ADAL" clId="{A422843B-A0BC-4DE7-A2C6-5A768710AC41}" dt="2025-04-02T02:19:17.414" v="2315" actId="255"/>
          <ac:spMkLst>
            <pc:docMk/>
            <pc:sldMk cId="2120338304" sldId="393"/>
            <ac:spMk id="4" creationId="{8651412E-2B99-AA50-6CCE-814DA69E5B62}"/>
          </ac:spMkLst>
        </pc:spChg>
        <pc:spChg chg="mod">
          <ac:chgData name="Holland, Karrie" userId="23868a2e-e05c-4e18-9f80-537fd2a8fbe7" providerId="ADAL" clId="{A422843B-A0BC-4DE7-A2C6-5A768710AC41}" dt="2025-04-02T01:49:32.968" v="2076" actId="14100"/>
          <ac:spMkLst>
            <pc:docMk/>
            <pc:sldMk cId="2120338304" sldId="393"/>
            <ac:spMk id="9" creationId="{A314ECAC-A242-ABFB-4DF0-22E0A461AA70}"/>
          </ac:spMkLst>
        </pc:spChg>
      </pc:sldChg>
      <pc:sldChg chg="delSp modSp add mod">
        <pc:chgData name="Holland, Karrie" userId="23868a2e-e05c-4e18-9f80-537fd2a8fbe7" providerId="ADAL" clId="{A422843B-A0BC-4DE7-A2C6-5A768710AC41}" dt="2025-04-02T02:19:39.692" v="2320" actId="255"/>
        <pc:sldMkLst>
          <pc:docMk/>
          <pc:sldMk cId="1353121474" sldId="394"/>
        </pc:sldMkLst>
        <pc:spChg chg="mod">
          <ac:chgData name="Holland, Karrie" userId="23868a2e-e05c-4e18-9f80-537fd2a8fbe7" providerId="ADAL" clId="{A422843B-A0BC-4DE7-A2C6-5A768710AC41}" dt="2025-04-02T02:19:39.692" v="2320" actId="255"/>
          <ac:spMkLst>
            <pc:docMk/>
            <pc:sldMk cId="1353121474" sldId="394"/>
            <ac:spMk id="4" creationId="{3520785A-14E7-5D85-BA3B-D2293521A01C}"/>
          </ac:spMkLst>
        </pc:spChg>
        <pc:spChg chg="mod">
          <ac:chgData name="Holland, Karrie" userId="23868a2e-e05c-4e18-9f80-537fd2a8fbe7" providerId="ADAL" clId="{A422843B-A0BC-4DE7-A2C6-5A768710AC41}" dt="2025-04-02T01:53:42.224" v="2136"/>
          <ac:spMkLst>
            <pc:docMk/>
            <pc:sldMk cId="1353121474" sldId="394"/>
            <ac:spMk id="9" creationId="{8817AB70-0D9B-5221-E51E-31C2B7DA0AF1}"/>
          </ac:spMkLst>
        </pc:spChg>
      </pc:sldChg>
      <pc:sldChg chg="modSp add mod">
        <pc:chgData name="Holland, Karrie" userId="23868a2e-e05c-4e18-9f80-537fd2a8fbe7" providerId="ADAL" clId="{A422843B-A0BC-4DE7-A2C6-5A768710AC41}" dt="2025-04-02T02:19:57.396" v="2325" actId="255"/>
        <pc:sldMkLst>
          <pc:docMk/>
          <pc:sldMk cId="1878879270" sldId="395"/>
        </pc:sldMkLst>
      </pc:sldChg>
      <pc:sldChg chg="modSp add mod">
        <pc:chgData name="Holland, Karrie" userId="23868a2e-e05c-4e18-9f80-537fd2a8fbe7" providerId="ADAL" clId="{A422843B-A0BC-4DE7-A2C6-5A768710AC41}" dt="2025-04-02T02:20:15.934" v="2330" actId="255"/>
        <pc:sldMkLst>
          <pc:docMk/>
          <pc:sldMk cId="67261982" sldId="396"/>
        </pc:sldMkLst>
        <pc:spChg chg="mod">
          <ac:chgData name="Holland, Karrie" userId="23868a2e-e05c-4e18-9f80-537fd2a8fbe7" providerId="ADAL" clId="{A422843B-A0BC-4DE7-A2C6-5A768710AC41}" dt="2025-04-02T02:20:15.934" v="2330" actId="255"/>
          <ac:spMkLst>
            <pc:docMk/>
            <pc:sldMk cId="67261982" sldId="396"/>
            <ac:spMk id="4" creationId="{BD605A60-E7CE-196B-8E7A-8E1C03AB81A9}"/>
          </ac:spMkLst>
        </pc:spChg>
        <pc:spChg chg="mod">
          <ac:chgData name="Holland, Karrie" userId="23868a2e-e05c-4e18-9f80-537fd2a8fbe7" providerId="ADAL" clId="{A422843B-A0BC-4DE7-A2C6-5A768710AC41}" dt="2025-04-02T02:09:11.871" v="2256" actId="14100"/>
          <ac:spMkLst>
            <pc:docMk/>
            <pc:sldMk cId="67261982" sldId="396"/>
            <ac:spMk id="9" creationId="{F857E01C-A721-FF1A-B36B-73F6B65115A7}"/>
          </ac:spMkLst>
        </pc:spChg>
      </pc:sldChg>
      <pc:sldChg chg="addSp modSp add mod modNotesTx">
        <pc:chgData name="Holland, Karrie" userId="23868a2e-e05c-4e18-9f80-537fd2a8fbe7" providerId="ADAL" clId="{A422843B-A0BC-4DE7-A2C6-5A768710AC41}" dt="2025-04-02T02:20:34.880" v="2335" actId="255"/>
        <pc:sldMkLst>
          <pc:docMk/>
          <pc:sldMk cId="1460571273" sldId="397"/>
        </pc:sldMkLst>
        <pc:spChg chg="mod">
          <ac:chgData name="Holland, Karrie" userId="23868a2e-e05c-4e18-9f80-537fd2a8fbe7" providerId="ADAL" clId="{A422843B-A0BC-4DE7-A2C6-5A768710AC41}" dt="2025-04-02T02:20:34.880" v="2335" actId="255"/>
          <ac:spMkLst>
            <pc:docMk/>
            <pc:sldMk cId="1460571273" sldId="397"/>
            <ac:spMk id="4" creationId="{2DDA2445-ED6C-8F04-21ED-677350A8EC2B}"/>
          </ac:spMkLst>
        </pc:spChg>
        <pc:spChg chg="mod">
          <ac:chgData name="Holland, Karrie" userId="23868a2e-e05c-4e18-9f80-537fd2a8fbe7" providerId="ADAL" clId="{A422843B-A0BC-4DE7-A2C6-5A768710AC41}" dt="2025-04-02T02:12:35.258" v="2270" actId="11"/>
          <ac:spMkLst>
            <pc:docMk/>
            <pc:sldMk cId="1460571273" sldId="397"/>
            <ac:spMk id="9" creationId="{7C331DA5-C2E4-827D-D2B9-E506E10E289C}"/>
          </ac:spMkLst>
        </pc:spChg>
        <pc:picChg chg="add mod">
          <ac:chgData name="Holland, Karrie" userId="23868a2e-e05c-4e18-9f80-537fd2a8fbe7" providerId="ADAL" clId="{A422843B-A0BC-4DE7-A2C6-5A768710AC41}" dt="2025-04-02T02:11:44.424" v="2267" actId="1076"/>
          <ac:picMkLst>
            <pc:docMk/>
            <pc:sldMk cId="1460571273" sldId="397"/>
            <ac:picMk id="3" creationId="{4061AA95-CDD2-41D1-4C4A-EDF4BFD2DD6E}"/>
          </ac:picMkLst>
        </pc:picChg>
      </pc:sldChg>
      <pc:sldChg chg="addSp delSp modSp add mod modNotesTx">
        <pc:chgData name="Holland, Karrie" userId="23868a2e-e05c-4e18-9f80-537fd2a8fbe7" providerId="ADAL" clId="{A422843B-A0BC-4DE7-A2C6-5A768710AC41}" dt="2025-04-02T02:44:33.720" v="2653" actId="255"/>
        <pc:sldMkLst>
          <pc:docMk/>
          <pc:sldMk cId="2899571899" sldId="398"/>
        </pc:sldMkLst>
        <pc:spChg chg="add mod">
          <ac:chgData name="Holland, Karrie" userId="23868a2e-e05c-4e18-9f80-537fd2a8fbe7" providerId="ADAL" clId="{A422843B-A0BC-4DE7-A2C6-5A768710AC41}" dt="2025-04-02T02:35:04.690" v="2510" actId="120"/>
          <ac:spMkLst>
            <pc:docMk/>
            <pc:sldMk cId="2899571899" sldId="398"/>
            <ac:spMk id="2" creationId="{DDDED351-7053-7CAE-76D6-B32AC5C2094A}"/>
          </ac:spMkLst>
        </pc:spChg>
        <pc:spChg chg="mod">
          <ac:chgData name="Holland, Karrie" userId="23868a2e-e05c-4e18-9f80-537fd2a8fbe7" providerId="ADAL" clId="{A422843B-A0BC-4DE7-A2C6-5A768710AC41}" dt="2025-04-02T02:44:33.720" v="2653" actId="255"/>
          <ac:spMkLst>
            <pc:docMk/>
            <pc:sldMk cId="2899571899" sldId="398"/>
            <ac:spMk id="4" creationId="{42CAF8B9-6F10-8642-4707-E23F80EF784D}"/>
          </ac:spMkLst>
        </pc:spChg>
        <pc:spChg chg="mod">
          <ac:chgData name="Holland, Karrie" userId="23868a2e-e05c-4e18-9f80-537fd2a8fbe7" providerId="ADAL" clId="{A422843B-A0BC-4DE7-A2C6-5A768710AC41}" dt="2025-04-02T02:30:52.086" v="2446" actId="14100"/>
          <ac:spMkLst>
            <pc:docMk/>
            <pc:sldMk cId="2899571899" sldId="398"/>
            <ac:spMk id="9" creationId="{D8AF4A33-E4AC-B21F-DB41-7776FCA37AB5}"/>
          </ac:spMkLst>
        </pc:spChg>
        <pc:picChg chg="add mod">
          <ac:chgData name="Holland, Karrie" userId="23868a2e-e05c-4e18-9f80-537fd2a8fbe7" providerId="ADAL" clId="{A422843B-A0BC-4DE7-A2C6-5A768710AC41}" dt="2025-04-02T02:32:14.453" v="2460" actId="1076"/>
          <ac:picMkLst>
            <pc:docMk/>
            <pc:sldMk cId="2899571899" sldId="398"/>
            <ac:picMk id="7" creationId="{12209E87-A913-EDCB-EE9D-3ECBC22CFBA4}"/>
          </ac:picMkLst>
        </pc:picChg>
      </pc:sldChg>
      <pc:sldChg chg="delSp modSp add mod">
        <pc:chgData name="Holland, Karrie" userId="23868a2e-e05c-4e18-9f80-537fd2a8fbe7" providerId="ADAL" clId="{A422843B-A0BC-4DE7-A2C6-5A768710AC41}" dt="2025-04-02T02:44:51.065" v="2657" actId="20577"/>
        <pc:sldMkLst>
          <pc:docMk/>
          <pc:sldMk cId="585888131" sldId="399"/>
        </pc:sldMkLst>
        <pc:spChg chg="mod">
          <ac:chgData name="Holland, Karrie" userId="23868a2e-e05c-4e18-9f80-537fd2a8fbe7" providerId="ADAL" clId="{A422843B-A0BC-4DE7-A2C6-5A768710AC41}" dt="2025-04-02T02:34:43.350" v="2506" actId="120"/>
          <ac:spMkLst>
            <pc:docMk/>
            <pc:sldMk cId="585888131" sldId="399"/>
            <ac:spMk id="2" creationId="{017E5C95-461C-B98F-5757-D935BBFE9596}"/>
          </ac:spMkLst>
        </pc:spChg>
        <pc:spChg chg="mod">
          <ac:chgData name="Holland, Karrie" userId="23868a2e-e05c-4e18-9f80-537fd2a8fbe7" providerId="ADAL" clId="{A422843B-A0BC-4DE7-A2C6-5A768710AC41}" dt="2025-04-02T02:44:51.065" v="2657" actId="20577"/>
          <ac:spMkLst>
            <pc:docMk/>
            <pc:sldMk cId="585888131" sldId="399"/>
            <ac:spMk id="4" creationId="{1AC6C24E-FCBA-6761-7B22-372815DF3E5A}"/>
          </ac:spMkLst>
        </pc:spChg>
      </pc:sldChg>
      <pc:sldChg chg="modSp add mod">
        <pc:chgData name="Holland, Karrie" userId="23868a2e-e05c-4e18-9f80-537fd2a8fbe7" providerId="ADAL" clId="{A422843B-A0BC-4DE7-A2C6-5A768710AC41}" dt="2025-04-02T02:45:00.489" v="2661" actId="20577"/>
        <pc:sldMkLst>
          <pc:docMk/>
          <pc:sldMk cId="345673606" sldId="400"/>
        </pc:sldMkLst>
        <pc:spChg chg="mod">
          <ac:chgData name="Holland, Karrie" userId="23868a2e-e05c-4e18-9f80-537fd2a8fbe7" providerId="ADAL" clId="{A422843B-A0BC-4DE7-A2C6-5A768710AC41}" dt="2025-04-02T02:45:00.489" v="2661" actId="20577"/>
          <ac:spMkLst>
            <pc:docMk/>
            <pc:sldMk cId="345673606" sldId="400"/>
            <ac:spMk id="4" creationId="{8D862A01-0B09-46E2-31E6-2ECD802F6863}"/>
          </ac:spMkLst>
        </pc:spChg>
      </pc:sldChg>
      <pc:sldChg chg="modSp add mod">
        <pc:chgData name="Holland, Karrie" userId="23868a2e-e05c-4e18-9f80-537fd2a8fbe7" providerId="ADAL" clId="{A422843B-A0BC-4DE7-A2C6-5A768710AC41}" dt="2025-04-02T02:45:12.612" v="2665" actId="20577"/>
        <pc:sldMkLst>
          <pc:docMk/>
          <pc:sldMk cId="2285229507" sldId="401"/>
        </pc:sldMkLst>
        <pc:spChg chg="mod">
          <ac:chgData name="Holland, Karrie" userId="23868a2e-e05c-4e18-9f80-537fd2a8fbe7" providerId="ADAL" clId="{A422843B-A0BC-4DE7-A2C6-5A768710AC41}" dt="2025-04-02T02:45:12.612" v="2665" actId="20577"/>
          <ac:spMkLst>
            <pc:docMk/>
            <pc:sldMk cId="2285229507" sldId="401"/>
            <ac:spMk id="4" creationId="{D7210297-FD74-896B-512F-D27630435C58}"/>
          </ac:spMkLst>
        </pc:spChg>
      </pc:sldChg>
      <pc:sldChg chg="modSp add mod">
        <pc:chgData name="Holland, Karrie" userId="23868a2e-e05c-4e18-9f80-537fd2a8fbe7" providerId="ADAL" clId="{A422843B-A0BC-4DE7-A2C6-5A768710AC41}" dt="2025-04-02T02:45:21.774" v="2669" actId="20577"/>
        <pc:sldMkLst>
          <pc:docMk/>
          <pc:sldMk cId="2774982883" sldId="402"/>
        </pc:sldMkLst>
        <pc:spChg chg="mod">
          <ac:chgData name="Holland, Karrie" userId="23868a2e-e05c-4e18-9f80-537fd2a8fbe7" providerId="ADAL" clId="{A422843B-A0BC-4DE7-A2C6-5A768710AC41}" dt="2025-04-02T02:45:21.774" v="2669" actId="20577"/>
          <ac:spMkLst>
            <pc:docMk/>
            <pc:sldMk cId="2774982883" sldId="402"/>
            <ac:spMk id="4" creationId="{76827C8D-4970-A0F6-1A32-AAFB2CA53F45}"/>
          </ac:spMkLst>
        </pc:spChg>
      </pc:sldChg>
      <pc:sldChg chg="add del">
        <pc:chgData name="Holland, Karrie" userId="23868a2e-e05c-4e18-9f80-537fd2a8fbe7" providerId="ADAL" clId="{A422843B-A0BC-4DE7-A2C6-5A768710AC41}" dt="2025-04-02T02:43:07.412" v="2635" actId="47"/>
        <pc:sldMkLst>
          <pc:docMk/>
          <pc:sldMk cId="2098830603" sldId="403"/>
        </pc:sldMkLst>
      </pc:sldChg>
      <pc:sldChg chg="addSp delSp modSp add mod">
        <pc:chgData name="Holland, Karrie" userId="23868a2e-e05c-4e18-9f80-537fd2a8fbe7" providerId="ADAL" clId="{A422843B-A0BC-4DE7-A2C6-5A768710AC41}" dt="2025-04-02T02:45:40.997" v="2673" actId="20577"/>
        <pc:sldMkLst>
          <pc:docMk/>
          <pc:sldMk cId="2619338747" sldId="404"/>
        </pc:sldMkLst>
        <pc:spChg chg="mod">
          <ac:chgData name="Holland, Karrie" userId="23868a2e-e05c-4e18-9f80-537fd2a8fbe7" providerId="ADAL" clId="{A422843B-A0BC-4DE7-A2C6-5A768710AC41}" dt="2025-04-02T02:45:40.997" v="2673" actId="20577"/>
          <ac:spMkLst>
            <pc:docMk/>
            <pc:sldMk cId="2619338747" sldId="404"/>
            <ac:spMk id="4" creationId="{89B22210-5855-03A6-4151-0CBEB649E558}"/>
          </ac:spMkLst>
        </pc:spChg>
      </pc:sldChg>
      <pc:sldChg chg="modSp add mod ord modNotesTx">
        <pc:chgData name="Holland, Karrie" userId="23868a2e-e05c-4e18-9f80-537fd2a8fbe7" providerId="ADAL" clId="{A422843B-A0BC-4DE7-A2C6-5A768710AC41}" dt="2025-04-02T02:47:03.675" v="2696" actId="20577"/>
        <pc:sldMkLst>
          <pc:docMk/>
          <pc:sldMk cId="2911037414" sldId="405"/>
        </pc:sldMkLst>
        <pc:spChg chg="mod">
          <ac:chgData name="Holland, Karrie" userId="23868a2e-e05c-4e18-9f80-537fd2a8fbe7" providerId="ADAL" clId="{A422843B-A0BC-4DE7-A2C6-5A768710AC41}" dt="2025-04-02T02:45:55.169" v="2678" actId="255"/>
          <ac:spMkLst>
            <pc:docMk/>
            <pc:sldMk cId="2911037414" sldId="405"/>
            <ac:spMk id="4" creationId="{17D8F889-CC28-E37F-F9E4-E090179C8613}"/>
          </ac:spMkLst>
        </pc:spChg>
        <pc:spChg chg="mod">
          <ac:chgData name="Holland, Karrie" userId="23868a2e-e05c-4e18-9f80-537fd2a8fbe7" providerId="ADAL" clId="{A422843B-A0BC-4DE7-A2C6-5A768710AC41}" dt="2025-04-02T02:46:28.178" v="2684" actId="20577"/>
          <ac:spMkLst>
            <pc:docMk/>
            <pc:sldMk cId="2911037414" sldId="405"/>
            <ac:spMk id="9" creationId="{D4327D47-166B-F130-0C6A-85540E68674E}"/>
          </ac:spMkLst>
        </pc:spChg>
      </pc:sldChg>
      <pc:sldChg chg="modSp add mod ord replId">
        <pc:chgData name="Holland, Karrie" userId="23868a2e-e05c-4e18-9f80-537fd2a8fbe7" providerId="ADAL" clId="{A422843B-A0BC-4DE7-A2C6-5A768710AC41}" dt="2025-04-02T02:46:05.407" v="2682" actId="20577"/>
        <pc:sldMkLst>
          <pc:docMk/>
          <pc:sldMk cId="2223458575" sldId="406"/>
        </pc:sldMkLst>
        <pc:spChg chg="mod">
          <ac:chgData name="Holland, Karrie" userId="23868a2e-e05c-4e18-9f80-537fd2a8fbe7" providerId="ADAL" clId="{A422843B-A0BC-4DE7-A2C6-5A768710AC41}" dt="2025-04-02T02:46:05.407" v="2682" actId="20577"/>
          <ac:spMkLst>
            <pc:docMk/>
            <pc:sldMk cId="2223458575" sldId="406"/>
            <ac:spMk id="4" creationId="{3BA03FB0-8043-7F42-7A9C-A1BC5F871413}"/>
          </ac:spMkLst>
        </pc:spChg>
      </pc:sldChg>
      <pc:sldChg chg="modSp add mod ord">
        <pc:chgData name="Holland, Karrie" userId="23868a2e-e05c-4e18-9f80-537fd2a8fbe7" providerId="ADAL" clId="{A422843B-A0BC-4DE7-A2C6-5A768710AC41}" dt="2025-04-02T03:09:41.312" v="3158" actId="255"/>
        <pc:sldMkLst>
          <pc:docMk/>
          <pc:sldMk cId="2925626727" sldId="407"/>
        </pc:sldMkLst>
        <pc:spChg chg="mod">
          <ac:chgData name="Holland, Karrie" userId="23868a2e-e05c-4e18-9f80-537fd2a8fbe7" providerId="ADAL" clId="{A422843B-A0BC-4DE7-A2C6-5A768710AC41}" dt="2025-04-02T03:09:41.312" v="3158" actId="255"/>
          <ac:spMkLst>
            <pc:docMk/>
            <pc:sldMk cId="2925626727" sldId="407"/>
            <ac:spMk id="4" creationId="{5F611F6C-1C9E-DC34-95ED-7F74B405A97F}"/>
          </ac:spMkLst>
        </pc:spChg>
        <pc:spChg chg="mod">
          <ac:chgData name="Holland, Karrie" userId="23868a2e-e05c-4e18-9f80-537fd2a8fbe7" providerId="ADAL" clId="{A422843B-A0BC-4DE7-A2C6-5A768710AC41}" dt="2025-04-02T03:04:55.492" v="3003"/>
          <ac:spMkLst>
            <pc:docMk/>
            <pc:sldMk cId="2925626727" sldId="407"/>
            <ac:spMk id="9" creationId="{7C3A7EA6-1D88-3D7C-37CC-290549692E8C}"/>
          </ac:spMkLst>
        </pc:spChg>
        <pc:graphicFrameChg chg="mod">
          <ac:chgData name="Holland, Karrie" userId="23868a2e-e05c-4e18-9f80-537fd2a8fbe7" providerId="ADAL" clId="{A422843B-A0BC-4DE7-A2C6-5A768710AC41}" dt="2025-04-02T03:04:25.042" v="2999" actId="20577"/>
          <ac:graphicFrameMkLst>
            <pc:docMk/>
            <pc:sldMk cId="2925626727" sldId="407"/>
            <ac:graphicFrameMk id="8" creationId="{CD977AAD-BEF8-577C-9720-CC222C7F85D6}"/>
          </ac:graphicFrameMkLst>
        </pc:graphicFrameChg>
        <pc:picChg chg="mod">
          <ac:chgData name="Holland, Karrie" userId="23868a2e-e05c-4e18-9f80-537fd2a8fbe7" providerId="ADAL" clId="{A422843B-A0BC-4DE7-A2C6-5A768710AC41}" dt="2025-04-02T03:04:07.519" v="2997" actId="1076"/>
          <ac:picMkLst>
            <pc:docMk/>
            <pc:sldMk cId="2925626727" sldId="407"/>
            <ac:picMk id="6" creationId="{3349D2DD-C9D6-E649-91A8-AE807E2141BF}"/>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5/28/25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3DE13-B41D-3707-0F63-98FF6B547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90164-D8B6-9B96-17F1-E4BEEAECC00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1B017C-0EB2-59BB-93AF-C7FDDD863E9B}"/>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this lesson is two 45-minute sessions.</a:t>
            </a:r>
          </a:p>
        </p:txBody>
      </p:sp>
      <p:sp>
        <p:nvSpPr>
          <p:cNvPr id="4" name="Slide Number Placeholder 3">
            <a:extLst>
              <a:ext uri="{FF2B5EF4-FFF2-40B4-BE49-F238E27FC236}">
                <a16:creationId xmlns:a16="http://schemas.microsoft.com/office/drawing/2014/main" id="{3B0F8F5D-2E1F-DFCE-F030-3FF9914FEF64}"/>
              </a:ext>
            </a:extLst>
          </p:cNvPr>
          <p:cNvSpPr>
            <a:spLocks noGrp="1"/>
          </p:cNvSpPr>
          <p:nvPr>
            <p:ph type="sldNum" sz="quarter" idx="5"/>
          </p:nvPr>
        </p:nvSpPr>
        <p:spPr/>
        <p:txBody>
          <a:bodyPr/>
          <a:lstStyle/>
          <a:p>
            <a:fld id="{BB5E49A5-4136-284D-997B-48E1D791AD67}" type="slidenum">
              <a:rPr lang="en-US" smtClean="0"/>
              <a:t>1</a:t>
            </a:fld>
            <a:endParaRPr lang="en-US"/>
          </a:p>
        </p:txBody>
      </p:sp>
    </p:spTree>
    <p:extLst>
      <p:ext uri="{BB962C8B-B14F-4D97-AF65-F5344CB8AC3E}">
        <p14:creationId xmlns:p14="http://schemas.microsoft.com/office/powerpoint/2010/main" val="2691089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TEKS: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b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A.2C: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write linear equations in two variables given a table of values, a graph, and a verbal description.</a:t>
            </a:r>
          </a:p>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 </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algn="l"/>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ELPS:</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1.E: internalize new basic and academic language by using and reusing it in meaningful ways in speaking and writing activities that build concept and language attainment.</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2.D: monitor understanding of spoken language during classroom instruction and interactions and seek clarification as needed.</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3.C: speak using a variety of grammatical structures, sentence lengths, sentence types, and connecting words with increasing accuracy and ease as more English is acquired.</a:t>
            </a:r>
            <a:endPar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2</a:t>
            </a:fld>
            <a:endParaRPr lang="en-US"/>
          </a:p>
        </p:txBody>
      </p:sp>
    </p:spTree>
    <p:extLst>
      <p:ext uri="{BB962C8B-B14F-4D97-AF65-F5344CB8AC3E}">
        <p14:creationId xmlns:p14="http://schemas.microsoft.com/office/powerpoint/2010/main" val="3158077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Setting the Stage:</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Tap into your student’s prior learning by reading the narrative statement.</a:t>
            </a:r>
          </a:p>
          <a:p>
            <a:pPr marL="171450" indent="-171450" algn="l">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Provide a sense of direction by reading the Essential Question.</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3</a:t>
            </a:fld>
            <a:endParaRPr lang="en-US"/>
          </a:p>
        </p:txBody>
      </p:sp>
    </p:spTree>
    <p:extLst>
      <p:ext uri="{BB962C8B-B14F-4D97-AF65-F5344CB8AC3E}">
        <p14:creationId xmlns:p14="http://schemas.microsoft.com/office/powerpoint/2010/main" val="40617252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suggested pacing for Day 1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4</a:t>
            </a:fld>
            <a:endParaRPr lang="en-US"/>
          </a:p>
        </p:txBody>
      </p:sp>
    </p:spTree>
    <p:extLst>
      <p:ext uri="{BB962C8B-B14F-4D97-AF65-F5344CB8AC3E}">
        <p14:creationId xmlns:p14="http://schemas.microsoft.com/office/powerpoint/2010/main" val="338873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5-10 minutes allotted for the Getting Started.</a:t>
            </a:r>
          </a:p>
        </p:txBody>
      </p:sp>
      <p:sp>
        <p:nvSpPr>
          <p:cNvPr id="4" name="Slide Number Placeholder 3"/>
          <p:cNvSpPr>
            <a:spLocks noGrp="1"/>
          </p:cNvSpPr>
          <p:nvPr>
            <p:ph type="sldNum" sz="quarter" idx="5"/>
          </p:nvPr>
        </p:nvSpPr>
        <p:spPr/>
        <p:txBody>
          <a:bodyPr/>
          <a:lstStyle/>
          <a:p>
            <a:fld id="{BB5E49A5-4136-284D-997B-48E1D791AD67}" type="slidenum">
              <a:rPr lang="en-US" smtClean="0"/>
              <a:t>5</a:t>
            </a:fld>
            <a:endParaRPr lang="en-US"/>
          </a:p>
        </p:txBody>
      </p:sp>
    </p:spTree>
    <p:extLst>
      <p:ext uri="{BB962C8B-B14F-4D97-AF65-F5344CB8AC3E}">
        <p14:creationId xmlns:p14="http://schemas.microsoft.com/office/powerpoint/2010/main" val="31575870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p:cNvSpPr>
            <a:spLocks noGrp="1"/>
          </p:cNvSpPr>
          <p:nvPr>
            <p:ph type="sldNum" sz="quarter" idx="5"/>
          </p:nvPr>
        </p:nvSpPr>
        <p:spPr/>
        <p:txBody>
          <a:bodyPr/>
          <a:lstStyle/>
          <a:p>
            <a:fld id="{BB5E49A5-4136-284D-997B-48E1D791AD67}" type="slidenum">
              <a:rPr lang="en-US" smtClean="0"/>
              <a:t>6</a:t>
            </a:fld>
            <a:endParaRPr lang="en-US"/>
          </a:p>
        </p:txBody>
      </p:sp>
    </p:spTree>
    <p:extLst>
      <p:ext uri="{BB962C8B-B14F-4D97-AF65-F5344CB8AC3E}">
        <p14:creationId xmlns:p14="http://schemas.microsoft.com/office/powerpoint/2010/main" val="361198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0F039-52B6-69A9-2C33-A5546D3DC2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C70012-EB44-44C9-3A18-C3AD5D43245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0FD1627-1D9A-E1E5-C6A6-F6CD2E95E380}"/>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Are the domain and range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same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h</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-intercept/zero?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the slope?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determine whether the function is increasing or decreasing?</a:t>
            </a:r>
          </a:p>
        </p:txBody>
      </p:sp>
      <p:sp>
        <p:nvSpPr>
          <p:cNvPr id="4" name="Slide Number Placeholder 3">
            <a:extLst>
              <a:ext uri="{FF2B5EF4-FFF2-40B4-BE49-F238E27FC236}">
                <a16:creationId xmlns:a16="http://schemas.microsoft.com/office/drawing/2014/main" id="{73934871-0F42-849A-2509-7095BD0F0159}"/>
              </a:ext>
            </a:extLst>
          </p:cNvPr>
          <p:cNvSpPr>
            <a:spLocks noGrp="1"/>
          </p:cNvSpPr>
          <p:nvPr>
            <p:ph type="sldNum" sz="quarter" idx="5"/>
          </p:nvPr>
        </p:nvSpPr>
        <p:spPr/>
        <p:txBody>
          <a:bodyPr/>
          <a:lstStyle/>
          <a:p>
            <a:fld id="{BB5E49A5-4136-284D-997B-48E1D791AD67}" type="slidenum">
              <a:rPr lang="en-US" smtClean="0"/>
              <a:t>7</a:t>
            </a:fld>
            <a:endParaRPr lang="en-US"/>
          </a:p>
        </p:txBody>
      </p:sp>
    </p:spTree>
    <p:extLst>
      <p:ext uri="{BB962C8B-B14F-4D97-AF65-F5344CB8AC3E}">
        <p14:creationId xmlns:p14="http://schemas.microsoft.com/office/powerpoint/2010/main" val="5538899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Getting Started Summary:</a:t>
            </a:r>
          </a:p>
          <a:p>
            <a:pPr algn="l"/>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The graph and key characteristics of a linear function can be determined from the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8</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C1D36-0789-3A0E-01C8-9D7EC0A8C7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599B-63DB-96F3-9A12-595FDD25DEF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6CEF502-D210-4B34-43CE-0DD79F40C669}"/>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b="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3722ED9-DB10-E304-420A-518C05FC0F0A}"/>
              </a:ext>
            </a:extLst>
          </p:cNvPr>
          <p:cNvSpPr>
            <a:spLocks noGrp="1"/>
          </p:cNvSpPr>
          <p:nvPr>
            <p:ph type="sldNum" sz="quarter" idx="5"/>
          </p:nvPr>
        </p:nvSpPr>
        <p:spPr/>
        <p:txBody>
          <a:bodyPr/>
          <a:lstStyle/>
          <a:p>
            <a:fld id="{BB5E49A5-4136-284D-997B-48E1D791AD67}" type="slidenum">
              <a:rPr lang="en-US" smtClean="0"/>
              <a:t>9</a:t>
            </a:fld>
            <a:endParaRPr lang="en-US"/>
          </a:p>
        </p:txBody>
      </p:sp>
    </p:spTree>
    <p:extLst>
      <p:ext uri="{BB962C8B-B14F-4D97-AF65-F5344CB8AC3E}">
        <p14:creationId xmlns:p14="http://schemas.microsoft.com/office/powerpoint/2010/main" val="2601550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30-35 minutes allotted for Activity 2.1.</a:t>
            </a:r>
          </a:p>
        </p:txBody>
      </p:sp>
      <p:sp>
        <p:nvSpPr>
          <p:cNvPr id="4" name="Slide Number Placeholder 3"/>
          <p:cNvSpPr>
            <a:spLocks noGrp="1"/>
          </p:cNvSpPr>
          <p:nvPr>
            <p:ph type="sldNum" sz="quarter" idx="5"/>
          </p:nvPr>
        </p:nvSpPr>
        <p:spPr/>
        <p:txBody>
          <a:bodyPr/>
          <a:lstStyle/>
          <a:p>
            <a:fld id="{BB5E49A5-4136-284D-997B-48E1D791AD67}" type="slidenum">
              <a:rPr lang="en-US" smtClean="0"/>
              <a:t>10</a:t>
            </a:fld>
            <a:endParaRPr lang="en-US"/>
          </a:p>
        </p:txBody>
      </p:sp>
    </p:spTree>
    <p:extLst>
      <p:ext uri="{BB962C8B-B14F-4D97-AF65-F5344CB8AC3E}">
        <p14:creationId xmlns:p14="http://schemas.microsoft.com/office/powerpoint/2010/main" val="1614653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11</a:t>
            </a:fld>
            <a:endParaRPr lang="en-US"/>
          </a:p>
        </p:txBody>
      </p:sp>
    </p:spTree>
    <p:extLst>
      <p:ext uri="{BB962C8B-B14F-4D97-AF65-F5344CB8AC3E}">
        <p14:creationId xmlns:p14="http://schemas.microsoft.com/office/powerpoint/2010/main" val="18336194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66A92-6849-9FFA-76FC-D63AEDB61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3BF50-F0B1-601C-B877-16203C156EFA}"/>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0B2DC7-DAAA-62DF-085F-DB76CB4F937F}"/>
              </a:ext>
            </a:extLst>
          </p:cNvPr>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243159F0-D077-0D59-F944-3922767EE8EB}"/>
              </a:ext>
            </a:extLst>
          </p:cNvPr>
          <p:cNvSpPr>
            <a:spLocks noGrp="1"/>
          </p:cNvSpPr>
          <p:nvPr>
            <p:ph type="sldNum" sz="quarter" idx="5"/>
          </p:nvPr>
        </p:nvSpPr>
        <p:spPr/>
        <p:txBody>
          <a:bodyPr/>
          <a:lstStyle/>
          <a:p>
            <a:fld id="{BB5E49A5-4136-284D-997B-48E1D791AD67}" type="slidenum">
              <a:rPr lang="en-US" smtClean="0"/>
              <a:t>12</a:t>
            </a:fld>
            <a:endParaRPr lang="en-US"/>
          </a:p>
        </p:txBody>
      </p:sp>
    </p:spTree>
    <p:extLst>
      <p:ext uri="{BB962C8B-B14F-4D97-AF65-F5344CB8AC3E}">
        <p14:creationId xmlns:p14="http://schemas.microsoft.com/office/powerpoint/2010/main" val="97650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p:cNvSpPr>
            <a:spLocks noGrp="1"/>
          </p:cNvSpPr>
          <p:nvPr>
            <p:ph type="sldNum" sz="quarter" idx="5"/>
          </p:nvPr>
        </p:nvSpPr>
        <p:spPr/>
        <p:txBody>
          <a:bodyPr/>
          <a:lstStyle/>
          <a:p>
            <a:fld id="{BB5E49A5-4136-284D-997B-48E1D791AD67}" type="slidenum">
              <a:rPr lang="en-US" smtClean="0"/>
              <a:t>13</a:t>
            </a:fld>
            <a:endParaRPr lang="en-US"/>
          </a:p>
        </p:txBody>
      </p:sp>
    </p:spTree>
    <p:extLst>
      <p:ext uri="{BB962C8B-B14F-4D97-AF65-F5344CB8AC3E}">
        <p14:creationId xmlns:p14="http://schemas.microsoft.com/office/powerpoint/2010/main" val="10544826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6DEF3-AC41-2FFE-6E73-BC03B49582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36C3A1-DFFE-7666-C1BF-581A52E3DB8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D156B01-FE18-F373-F7C8-190C1E30B57F}"/>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B353616-61CE-0E93-949D-8BFBDB8A2334}"/>
              </a:ext>
            </a:extLst>
          </p:cNvPr>
          <p:cNvSpPr>
            <a:spLocks noGrp="1"/>
          </p:cNvSpPr>
          <p:nvPr>
            <p:ph type="sldNum" sz="quarter" idx="5"/>
          </p:nvPr>
        </p:nvSpPr>
        <p:spPr/>
        <p:txBody>
          <a:bodyPr/>
          <a:lstStyle/>
          <a:p>
            <a:fld id="{BB5E49A5-4136-284D-997B-48E1D791AD67}" type="slidenum">
              <a:rPr lang="en-US" smtClean="0"/>
              <a:t>14</a:t>
            </a:fld>
            <a:endParaRPr lang="en-US"/>
          </a:p>
        </p:txBody>
      </p:sp>
    </p:spTree>
    <p:extLst>
      <p:ext uri="{BB962C8B-B14F-4D97-AF65-F5344CB8AC3E}">
        <p14:creationId xmlns:p14="http://schemas.microsoft.com/office/powerpoint/2010/main" val="32292349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8C8-2AAB-C759-115A-259F7A063C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4A0450-5D74-4576-15E9-4648B811F1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784A27E2-87A8-EC4C-CDD0-4670478B4CA5}"/>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5FB256ED-C7D0-83E5-BBB7-D8F921013240}"/>
              </a:ext>
            </a:extLst>
          </p:cNvPr>
          <p:cNvSpPr>
            <a:spLocks noGrp="1"/>
          </p:cNvSpPr>
          <p:nvPr>
            <p:ph type="sldNum" sz="quarter" idx="5"/>
          </p:nvPr>
        </p:nvSpPr>
        <p:spPr/>
        <p:txBody>
          <a:bodyPr/>
          <a:lstStyle/>
          <a:p>
            <a:fld id="{BB5E49A5-4136-284D-997B-48E1D791AD67}" type="slidenum">
              <a:rPr lang="en-US" smtClean="0"/>
              <a:t>15</a:t>
            </a:fld>
            <a:endParaRPr lang="en-US"/>
          </a:p>
        </p:txBody>
      </p:sp>
    </p:spTree>
    <p:extLst>
      <p:ext uri="{BB962C8B-B14F-4D97-AF65-F5344CB8AC3E}">
        <p14:creationId xmlns:p14="http://schemas.microsoft.com/office/powerpoint/2010/main" val="6846351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08F79-6158-F171-28F8-94A610062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B1C8B8-390C-BAE3-42E7-4A94BCAC3E25}"/>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DF37CA0E-A63B-50A5-6998-B795804471C7}"/>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80CD14E9-20E5-7F03-13FF-8D02671AC177}"/>
              </a:ext>
            </a:extLst>
          </p:cNvPr>
          <p:cNvSpPr>
            <a:spLocks noGrp="1"/>
          </p:cNvSpPr>
          <p:nvPr>
            <p:ph type="sldNum" sz="quarter" idx="5"/>
          </p:nvPr>
        </p:nvSpPr>
        <p:spPr/>
        <p:txBody>
          <a:bodyPr/>
          <a:lstStyle/>
          <a:p>
            <a:fld id="{BB5E49A5-4136-284D-997B-48E1D791AD67}" type="slidenum">
              <a:rPr lang="en-US" smtClean="0"/>
              <a:t>16</a:t>
            </a:fld>
            <a:endParaRPr lang="en-US"/>
          </a:p>
        </p:txBody>
      </p:sp>
    </p:spTree>
    <p:extLst>
      <p:ext uri="{BB962C8B-B14F-4D97-AF65-F5344CB8AC3E}">
        <p14:creationId xmlns:p14="http://schemas.microsoft.com/office/powerpoint/2010/main" val="11180268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3164F-4A26-FFD7-056E-1912CB8DBA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44D116-E269-9BAB-AB90-D6164A712FD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98A0C50-DB59-B003-9F49-8D678782068B}"/>
              </a:ext>
            </a:extLst>
          </p:cNvPr>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domain?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horizontal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translated function?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horizontal translation right 5 units equivalent to a vertical translation down 5 units? </a:t>
            </a:r>
          </a:p>
          <a:p>
            <a:pPr marL="171450" indent="-171450">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translation up 3 units equivalent to a horizontal translation left 3 units?</a:t>
            </a:r>
          </a:p>
        </p:txBody>
      </p:sp>
      <p:sp>
        <p:nvSpPr>
          <p:cNvPr id="4" name="Slide Number Placeholder 3">
            <a:extLst>
              <a:ext uri="{FF2B5EF4-FFF2-40B4-BE49-F238E27FC236}">
                <a16:creationId xmlns:a16="http://schemas.microsoft.com/office/drawing/2014/main" id="{A0672A03-E264-42FD-62D6-970DBE88FF64}"/>
              </a:ext>
            </a:extLst>
          </p:cNvPr>
          <p:cNvSpPr>
            <a:spLocks noGrp="1"/>
          </p:cNvSpPr>
          <p:nvPr>
            <p:ph type="sldNum" sz="quarter" idx="5"/>
          </p:nvPr>
        </p:nvSpPr>
        <p:spPr/>
        <p:txBody>
          <a:bodyPr/>
          <a:lstStyle/>
          <a:p>
            <a:fld id="{BB5E49A5-4136-284D-997B-48E1D791AD67}" type="slidenum">
              <a:rPr lang="en-US" smtClean="0"/>
              <a:t>17</a:t>
            </a:fld>
            <a:endParaRPr lang="en-US"/>
          </a:p>
        </p:txBody>
      </p:sp>
    </p:spTree>
    <p:extLst>
      <p:ext uri="{BB962C8B-B14F-4D97-AF65-F5344CB8AC3E}">
        <p14:creationId xmlns:p14="http://schemas.microsoft.com/office/powerpoint/2010/main" val="335017712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570556-79FE-6FAA-0EB1-E1BC18B636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1290E7-C3D2-E7C2-ED8C-711374E1FA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913EF85-D3C8-52DC-8030-851B3D4D3F8E}"/>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1909C97C-8DC1-11C0-B3F4-33F70A65982F}"/>
              </a:ext>
            </a:extLst>
          </p:cNvPr>
          <p:cNvSpPr>
            <a:spLocks noGrp="1"/>
          </p:cNvSpPr>
          <p:nvPr>
            <p:ph type="sldNum" sz="quarter" idx="5"/>
          </p:nvPr>
        </p:nvSpPr>
        <p:spPr/>
        <p:txBody>
          <a:bodyPr/>
          <a:lstStyle/>
          <a:p>
            <a:fld id="{BB5E49A5-4136-284D-997B-48E1D791AD67}" type="slidenum">
              <a:rPr lang="en-US" smtClean="0"/>
              <a:t>18</a:t>
            </a:fld>
            <a:endParaRPr lang="en-US"/>
          </a:p>
        </p:txBody>
      </p:sp>
    </p:spTree>
    <p:extLst>
      <p:ext uri="{BB962C8B-B14F-4D97-AF65-F5344CB8AC3E}">
        <p14:creationId xmlns:p14="http://schemas.microsoft.com/office/powerpoint/2010/main" val="15367842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57CF7-6EB4-DE28-A488-524823C1B1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1BA961-0213-18B8-924E-2C2ABF0D342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1FAFB26-C9B5-AA92-DA02-ABE0CA624627}"/>
              </a:ext>
            </a:extLst>
          </p:cNvPr>
          <p:cNvSpPr>
            <a:spLocks noGrp="1"/>
          </p:cNvSpPr>
          <p:nvPr>
            <p:ph type="body" idx="1"/>
          </p:nvPr>
        </p:nvSpPr>
        <p:spPr/>
        <p:txBody>
          <a:bodyPr/>
          <a:lstStyle/>
          <a:p>
            <a:pPr algn="l"/>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4E33BB19-3AA5-2F31-A277-B183733FDDBA}"/>
              </a:ext>
            </a:extLst>
          </p:cNvPr>
          <p:cNvSpPr>
            <a:spLocks noGrp="1"/>
          </p:cNvSpPr>
          <p:nvPr>
            <p:ph type="sldNum" sz="quarter" idx="5"/>
          </p:nvPr>
        </p:nvSpPr>
        <p:spPr/>
        <p:txBody>
          <a:bodyPr/>
          <a:lstStyle/>
          <a:p>
            <a:fld id="{BB5E49A5-4136-284D-997B-48E1D791AD67}" type="slidenum">
              <a:rPr lang="en-US" smtClean="0"/>
              <a:t>19</a:t>
            </a:fld>
            <a:endParaRPr lang="en-US"/>
          </a:p>
        </p:txBody>
      </p:sp>
    </p:spTree>
    <p:extLst>
      <p:ext uri="{BB962C8B-B14F-4D97-AF65-F5344CB8AC3E}">
        <p14:creationId xmlns:p14="http://schemas.microsoft.com/office/powerpoint/2010/main" val="28366986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FC12A-1E4E-7264-E92D-6518E0A109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28D4E5-3D9F-F3FD-0206-34BDB3770B6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2BB10D-FFE6-86EE-B137-E493CFF4EFE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572D49E8-BE74-4C30-3804-BC64D22EBBAA}"/>
              </a:ext>
            </a:extLst>
          </p:cNvPr>
          <p:cNvSpPr>
            <a:spLocks noGrp="1"/>
          </p:cNvSpPr>
          <p:nvPr>
            <p:ph type="sldNum" sz="quarter" idx="5"/>
          </p:nvPr>
        </p:nvSpPr>
        <p:spPr/>
        <p:txBody>
          <a:bodyPr/>
          <a:lstStyle/>
          <a:p>
            <a:fld id="{BB5E49A5-4136-284D-997B-48E1D791AD67}" type="slidenum">
              <a:rPr lang="en-US" smtClean="0"/>
              <a:t>20</a:t>
            </a:fld>
            <a:endParaRPr lang="en-US"/>
          </a:p>
        </p:txBody>
      </p:sp>
    </p:spTree>
    <p:extLst>
      <p:ext uri="{BB962C8B-B14F-4D97-AF65-F5344CB8AC3E}">
        <p14:creationId xmlns:p14="http://schemas.microsoft.com/office/powerpoint/2010/main" val="1312950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EEC95-5174-1DE3-E55E-650EB5228B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E9C335-0EDE-EBC7-79B1-53A7EC05AC7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5E6F644-3645-6D07-3668-3079EFA123BA}"/>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95AEF71C-849F-75E4-17B4-8D274F6763D0}"/>
              </a:ext>
            </a:extLst>
          </p:cNvPr>
          <p:cNvSpPr>
            <a:spLocks noGrp="1"/>
          </p:cNvSpPr>
          <p:nvPr>
            <p:ph type="sldNum" sz="quarter" idx="5"/>
          </p:nvPr>
        </p:nvSpPr>
        <p:spPr/>
        <p:txBody>
          <a:bodyPr/>
          <a:lstStyle/>
          <a:p>
            <a:fld id="{BB5E49A5-4136-284D-997B-48E1D791AD67}" type="slidenum">
              <a:rPr lang="en-US" smtClean="0"/>
              <a:t>21</a:t>
            </a:fld>
            <a:endParaRPr lang="en-US"/>
          </a:p>
        </p:txBody>
      </p:sp>
    </p:spTree>
    <p:extLst>
      <p:ext uri="{BB962C8B-B14F-4D97-AF65-F5344CB8AC3E}">
        <p14:creationId xmlns:p14="http://schemas.microsoft.com/office/powerpoint/2010/main" val="35222242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7AC52-09CD-4EF8-CC19-E1A75BA1EA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8316EC-EAE1-EB0B-804F-5E05E472CFE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A0B5460-3DA1-4E19-091D-D6CA9E00F88E}"/>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the second item is labeled 'a.'; it is item b.</a:t>
            </a:r>
          </a:p>
        </p:txBody>
      </p:sp>
      <p:sp>
        <p:nvSpPr>
          <p:cNvPr id="4" name="Slide Number Placeholder 3">
            <a:extLst>
              <a:ext uri="{FF2B5EF4-FFF2-40B4-BE49-F238E27FC236}">
                <a16:creationId xmlns:a16="http://schemas.microsoft.com/office/drawing/2014/main" id="{1020C47C-5F5E-CC85-3A3D-030824B5D103}"/>
              </a:ext>
            </a:extLst>
          </p:cNvPr>
          <p:cNvSpPr>
            <a:spLocks noGrp="1"/>
          </p:cNvSpPr>
          <p:nvPr>
            <p:ph type="sldNum" sz="quarter" idx="5"/>
          </p:nvPr>
        </p:nvSpPr>
        <p:spPr/>
        <p:txBody>
          <a:bodyPr/>
          <a:lstStyle/>
          <a:p>
            <a:fld id="{BB5E49A5-4136-284D-997B-48E1D791AD67}" type="slidenum">
              <a:rPr lang="en-US" smtClean="0"/>
              <a:t>22</a:t>
            </a:fld>
            <a:endParaRPr lang="en-US"/>
          </a:p>
        </p:txBody>
      </p:sp>
    </p:spTree>
    <p:extLst>
      <p:ext uri="{BB962C8B-B14F-4D97-AF65-F5344CB8AC3E}">
        <p14:creationId xmlns:p14="http://schemas.microsoft.com/office/powerpoint/2010/main" val="15162418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C76FF-26BC-2AB8-28C3-A2655E1E3B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3E943C-8082-6CF7-2849-78364AE93AB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0E8C47E1-2B97-3252-D543-74CE73131D17}"/>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Slide typo: both items are labeled 'a.'; they are items c and d.</a:t>
            </a:r>
          </a:p>
        </p:txBody>
      </p:sp>
      <p:sp>
        <p:nvSpPr>
          <p:cNvPr id="4" name="Slide Number Placeholder 3">
            <a:extLst>
              <a:ext uri="{FF2B5EF4-FFF2-40B4-BE49-F238E27FC236}">
                <a16:creationId xmlns:a16="http://schemas.microsoft.com/office/drawing/2014/main" id="{F387614E-5410-C8B1-5540-2A7AC27AD13A}"/>
              </a:ext>
            </a:extLst>
          </p:cNvPr>
          <p:cNvSpPr>
            <a:spLocks noGrp="1"/>
          </p:cNvSpPr>
          <p:nvPr>
            <p:ph type="sldNum" sz="quarter" idx="5"/>
          </p:nvPr>
        </p:nvSpPr>
        <p:spPr/>
        <p:txBody>
          <a:bodyPr/>
          <a:lstStyle/>
          <a:p>
            <a:fld id="{BB5E49A5-4136-284D-997B-48E1D791AD67}" type="slidenum">
              <a:rPr lang="en-US" smtClean="0"/>
              <a:t>23</a:t>
            </a:fld>
            <a:endParaRPr lang="en-US"/>
          </a:p>
        </p:txBody>
      </p:sp>
    </p:spTree>
    <p:extLst>
      <p:ext uri="{BB962C8B-B14F-4D97-AF65-F5344CB8AC3E}">
        <p14:creationId xmlns:p14="http://schemas.microsoft.com/office/powerpoint/2010/main" val="10925742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D62F5-6C77-2CC5-1EED-8CF0F57B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CE0FE6-959C-AA46-FEE8-63536D767E72}"/>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62250CB-ADAC-CF1E-FA4B-88B753141D5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C138EC23-BCB8-70CF-25CB-5F21E015F5A8}"/>
              </a:ext>
            </a:extLst>
          </p:cNvPr>
          <p:cNvSpPr>
            <a:spLocks noGrp="1"/>
          </p:cNvSpPr>
          <p:nvPr>
            <p:ph type="sldNum" sz="quarter" idx="5"/>
          </p:nvPr>
        </p:nvSpPr>
        <p:spPr/>
        <p:txBody>
          <a:bodyPr/>
          <a:lstStyle/>
          <a:p>
            <a:fld id="{BB5E49A5-4136-284D-997B-48E1D791AD67}" type="slidenum">
              <a:rPr lang="en-US" smtClean="0"/>
              <a:t>24</a:t>
            </a:fld>
            <a:endParaRPr lang="en-US"/>
          </a:p>
        </p:txBody>
      </p:sp>
    </p:spTree>
    <p:extLst>
      <p:ext uri="{BB962C8B-B14F-4D97-AF65-F5344CB8AC3E}">
        <p14:creationId xmlns:p14="http://schemas.microsoft.com/office/powerpoint/2010/main" val="267936437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346ED-CA95-F5AC-B6A2-7A0803CFC1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C2F9E3-D13B-2A6A-C9ED-394E29C1813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C4D7964-9BA1-9286-5E83-19480A999B45}"/>
              </a:ext>
            </a:extLst>
          </p:cNvPr>
          <p:cNvSpPr>
            <a:spLocks noGrp="1"/>
          </p:cNvSpPr>
          <p:nvPr>
            <p:ph type="body" idx="1"/>
          </p:nvPr>
        </p:nvSpPr>
        <p:spPr/>
        <p:txBody>
          <a:bodyPr/>
          <a:lstStyle/>
          <a:p>
            <a:pPr algn="l"/>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+ 4)?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or written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v</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vertical translation up 4 units equivalent to a horizontal translation left 4 units?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any linear function, is a horizontal translation right 2 units equivalent to a vertical translation down 2 units?</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D2E24B3-2B94-C038-B318-EE29A4976383}"/>
              </a:ext>
            </a:extLst>
          </p:cNvPr>
          <p:cNvSpPr>
            <a:spLocks noGrp="1"/>
          </p:cNvSpPr>
          <p:nvPr>
            <p:ph type="sldNum" sz="quarter" idx="5"/>
          </p:nvPr>
        </p:nvSpPr>
        <p:spPr/>
        <p:txBody>
          <a:bodyPr/>
          <a:lstStyle/>
          <a:p>
            <a:fld id="{BB5E49A5-4136-284D-997B-48E1D791AD67}" type="slidenum">
              <a:rPr lang="en-US" smtClean="0"/>
              <a:t>25</a:t>
            </a:fld>
            <a:endParaRPr lang="en-US"/>
          </a:p>
        </p:txBody>
      </p:sp>
    </p:spTree>
    <p:extLst>
      <p:ext uri="{BB962C8B-B14F-4D97-AF65-F5344CB8AC3E}">
        <p14:creationId xmlns:p14="http://schemas.microsoft.com/office/powerpoint/2010/main" val="227834623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1, have students reread the Essential Question and then read the Stamp the Learning summary aloud.</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2.1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 horizontal translation right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down </a:t>
            </a:r>
            <a:r>
              <a:rPr lang="en-US" i="1">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a:solidFill>
                  <a:srgbClr val="000000"/>
                </a:solidFill>
                <a:latin typeface="Calibri" panose="020F0502020204030204" pitchFamily="34" charset="0"/>
                <a:ea typeface="Calibri" panose="020F0502020204030204" pitchFamily="34" charset="0"/>
                <a:cs typeface="Calibri" panose="020F0502020204030204" pitchFamily="34" charset="0"/>
              </a:rPr>
              <a:t> units.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 addition, a horizontal translation left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produces the same graph as a vertical translation up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26</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165AEA-130B-6736-50D0-E8E2F7A1B9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E1D73-731D-34B3-F878-DCCAF3C8DAD9}"/>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47752122-E447-28BE-C2DB-563DBB54703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A804E39F-7316-A03F-6CD9-D3A3D26408EE}"/>
              </a:ext>
            </a:extLst>
          </p:cNvPr>
          <p:cNvSpPr>
            <a:spLocks noGrp="1"/>
          </p:cNvSpPr>
          <p:nvPr>
            <p:ph type="sldNum" sz="quarter" idx="5"/>
          </p:nvPr>
        </p:nvSpPr>
        <p:spPr/>
        <p:txBody>
          <a:bodyPr/>
          <a:lstStyle/>
          <a:p>
            <a:fld id="{BB5E49A5-4136-284D-997B-48E1D791AD67}" type="slidenum">
              <a:rPr lang="en-US" smtClean="0"/>
              <a:t>27</a:t>
            </a:fld>
            <a:endParaRPr lang="en-US"/>
          </a:p>
        </p:txBody>
      </p:sp>
    </p:spTree>
    <p:extLst>
      <p:ext uri="{BB962C8B-B14F-4D97-AF65-F5344CB8AC3E}">
        <p14:creationId xmlns:p14="http://schemas.microsoft.com/office/powerpoint/2010/main" val="24881993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Total suggested pacing for Day 2 is 45 minutes.</a:t>
            </a:r>
          </a:p>
        </p:txBody>
      </p:sp>
      <p:sp>
        <p:nvSpPr>
          <p:cNvPr id="4" name="Slide Number Placeholder 3"/>
          <p:cNvSpPr>
            <a:spLocks noGrp="1"/>
          </p:cNvSpPr>
          <p:nvPr>
            <p:ph type="sldNum" sz="quarter" idx="5"/>
          </p:nvPr>
        </p:nvSpPr>
        <p:spPr/>
        <p:txBody>
          <a:bodyPr/>
          <a:lstStyle/>
          <a:p>
            <a:fld id="{BB5E49A5-4136-284D-997B-48E1D791AD67}" type="slidenum">
              <a:rPr lang="en-US" smtClean="0"/>
              <a:t>28</a:t>
            </a:fld>
            <a:endParaRPr lang="en-US"/>
          </a:p>
        </p:txBody>
      </p:sp>
    </p:spTree>
    <p:extLst>
      <p:ext uri="{BB962C8B-B14F-4D97-AF65-F5344CB8AC3E}">
        <p14:creationId xmlns:p14="http://schemas.microsoft.com/office/powerpoint/2010/main" val="1573198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5138F-F920-DB13-FC8B-0EF42AA83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C9DEDD-4D85-A025-391F-60461AFDEDC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91E5142-ABD4-3319-BA49-1262D1D331F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To begin Day 2, have a student read the Essential Question aloud.</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3E36C624-50D6-EB4F-3897-DC49AF2E4786}"/>
              </a:ext>
            </a:extLst>
          </p:cNvPr>
          <p:cNvSpPr>
            <a:spLocks noGrp="1"/>
          </p:cNvSpPr>
          <p:nvPr>
            <p:ph type="sldNum" sz="quarter" idx="5"/>
          </p:nvPr>
        </p:nvSpPr>
        <p:spPr/>
        <p:txBody>
          <a:bodyPr/>
          <a:lstStyle/>
          <a:p>
            <a:fld id="{BB5E49A5-4136-284D-997B-48E1D791AD67}" type="slidenum">
              <a:rPr lang="en-US" smtClean="0"/>
              <a:t>29</a:t>
            </a:fld>
            <a:endParaRPr lang="en-US"/>
          </a:p>
        </p:txBody>
      </p:sp>
    </p:spTree>
    <p:extLst>
      <p:ext uri="{BB962C8B-B14F-4D97-AF65-F5344CB8AC3E}">
        <p14:creationId xmlns:p14="http://schemas.microsoft.com/office/powerpoint/2010/main" val="1868194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2.2.</a:t>
            </a:r>
          </a:p>
        </p:txBody>
      </p:sp>
      <p:sp>
        <p:nvSpPr>
          <p:cNvPr id="4" name="Slide Number Placeholder 3"/>
          <p:cNvSpPr>
            <a:spLocks noGrp="1"/>
          </p:cNvSpPr>
          <p:nvPr>
            <p:ph type="sldNum" sz="quarter" idx="5"/>
          </p:nvPr>
        </p:nvSpPr>
        <p:spPr/>
        <p:txBody>
          <a:bodyPr/>
          <a:lstStyle/>
          <a:p>
            <a:fld id="{BB5E49A5-4136-284D-997B-48E1D791AD67}" type="slidenum">
              <a:rPr lang="en-US" smtClean="0"/>
              <a:t>30</a:t>
            </a:fld>
            <a:endParaRPr lang="en-US"/>
          </a:p>
        </p:txBody>
      </p:sp>
    </p:spTree>
    <p:extLst>
      <p:ext uri="{BB962C8B-B14F-4D97-AF65-F5344CB8AC3E}">
        <p14:creationId xmlns:p14="http://schemas.microsoft.com/office/powerpoint/2010/main" val="27793328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p:cNvSpPr>
            <a:spLocks noGrp="1"/>
          </p:cNvSpPr>
          <p:nvPr>
            <p:ph type="sldNum" sz="quarter" idx="5"/>
          </p:nvPr>
        </p:nvSpPr>
        <p:spPr/>
        <p:txBody>
          <a:bodyPr/>
          <a:lstStyle/>
          <a:p>
            <a:fld id="{BB5E49A5-4136-284D-997B-48E1D791AD67}" type="slidenum">
              <a:rPr lang="en-US" smtClean="0"/>
              <a:t>31</a:t>
            </a:fld>
            <a:endParaRPr lang="en-US"/>
          </a:p>
        </p:txBody>
      </p:sp>
    </p:spTree>
    <p:extLst>
      <p:ext uri="{BB962C8B-B14F-4D97-AF65-F5344CB8AC3E}">
        <p14:creationId xmlns:p14="http://schemas.microsoft.com/office/powerpoint/2010/main" val="86145424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9A9406-7CD3-1B17-0BF5-80FF092BEC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C0A59-C852-C1CD-A98B-0ECA9D821D3F}"/>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43867B11-CEB4-92C2-4098-CB03A4C0981C}"/>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61D4CD65-A428-6987-1F1F-108FB161E317}"/>
              </a:ext>
            </a:extLst>
          </p:cNvPr>
          <p:cNvSpPr>
            <a:spLocks noGrp="1"/>
          </p:cNvSpPr>
          <p:nvPr>
            <p:ph type="sldNum" sz="quarter" idx="5"/>
          </p:nvPr>
        </p:nvSpPr>
        <p:spPr/>
        <p:txBody>
          <a:bodyPr/>
          <a:lstStyle/>
          <a:p>
            <a:fld id="{BB5E49A5-4136-284D-997B-48E1D791AD67}" type="slidenum">
              <a:rPr lang="en-US" smtClean="0"/>
              <a:t>32</a:t>
            </a:fld>
            <a:endParaRPr lang="en-US"/>
          </a:p>
        </p:txBody>
      </p:sp>
    </p:spTree>
    <p:extLst>
      <p:ext uri="{BB962C8B-B14F-4D97-AF65-F5344CB8AC3E}">
        <p14:creationId xmlns:p14="http://schemas.microsoft.com/office/powerpoint/2010/main" val="100518417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012CD-9368-D450-C840-7849A21CD7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9A7EBA-1604-9D98-B1DF-4224322D8FD9}"/>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3871E281-124A-7A13-228C-734DD49EA2DC}"/>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89FC698-5A57-BE06-B425-1E1D18DDB981}"/>
              </a:ext>
            </a:extLst>
          </p:cNvPr>
          <p:cNvSpPr>
            <a:spLocks noGrp="1"/>
          </p:cNvSpPr>
          <p:nvPr>
            <p:ph type="sldNum" sz="quarter" idx="5"/>
          </p:nvPr>
        </p:nvSpPr>
        <p:spPr/>
        <p:txBody>
          <a:bodyPr/>
          <a:lstStyle/>
          <a:p>
            <a:fld id="{BB5E49A5-4136-284D-997B-48E1D791AD67}" type="slidenum">
              <a:rPr lang="en-US" smtClean="0"/>
              <a:t>33</a:t>
            </a:fld>
            <a:endParaRPr lang="en-US"/>
          </a:p>
        </p:txBody>
      </p:sp>
    </p:spTree>
    <p:extLst>
      <p:ext uri="{BB962C8B-B14F-4D97-AF65-F5344CB8AC3E}">
        <p14:creationId xmlns:p14="http://schemas.microsoft.com/office/powerpoint/2010/main" val="65887253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E27400-CFA3-6AAC-229E-9A509B0AE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634D30-A69E-A078-26F6-90E90E72F7A7}"/>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9C0D551-68CF-9D33-8024-94C382497EE7}"/>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4766A0CA-067E-1B55-7288-ACD2BAD7E0BC}"/>
              </a:ext>
            </a:extLst>
          </p:cNvPr>
          <p:cNvSpPr>
            <a:spLocks noGrp="1"/>
          </p:cNvSpPr>
          <p:nvPr>
            <p:ph type="sldNum" sz="quarter" idx="5"/>
          </p:nvPr>
        </p:nvSpPr>
        <p:spPr/>
        <p:txBody>
          <a:bodyPr/>
          <a:lstStyle/>
          <a:p>
            <a:fld id="{BB5E49A5-4136-284D-997B-48E1D791AD67}" type="slidenum">
              <a:rPr lang="en-US" smtClean="0"/>
              <a:t>34</a:t>
            </a:fld>
            <a:endParaRPr lang="en-US"/>
          </a:p>
        </p:txBody>
      </p:sp>
    </p:spTree>
    <p:extLst>
      <p:ext uri="{BB962C8B-B14F-4D97-AF65-F5344CB8AC3E}">
        <p14:creationId xmlns:p14="http://schemas.microsoft.com/office/powerpoint/2010/main" val="31646165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2F4DD-EC65-BFF8-F969-5C719FA140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3903E9-F63F-B2BE-BDD1-B1344D1E8D4E}"/>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D5C078E-37C5-7E9E-A5D7-1F929F44569F}"/>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CBAE8766-C8A0-8E86-8A29-0C06ED5FDA76}"/>
              </a:ext>
            </a:extLst>
          </p:cNvPr>
          <p:cNvSpPr>
            <a:spLocks noGrp="1"/>
          </p:cNvSpPr>
          <p:nvPr>
            <p:ph type="sldNum" sz="quarter" idx="5"/>
          </p:nvPr>
        </p:nvSpPr>
        <p:spPr/>
        <p:txBody>
          <a:bodyPr/>
          <a:lstStyle/>
          <a:p>
            <a:fld id="{BB5E49A5-4136-284D-997B-48E1D791AD67}" type="slidenum">
              <a:rPr lang="en-US" smtClean="0"/>
              <a:t>35</a:t>
            </a:fld>
            <a:endParaRPr lang="en-US"/>
          </a:p>
        </p:txBody>
      </p:sp>
    </p:spTree>
    <p:extLst>
      <p:ext uri="{BB962C8B-B14F-4D97-AF65-F5344CB8AC3E}">
        <p14:creationId xmlns:p14="http://schemas.microsoft.com/office/powerpoint/2010/main" val="221526208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E2F35-2059-ECBE-88D3-41860A97F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B7F27E-DE4D-1863-C154-1D6B3D9213A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281277DC-C4B3-4DBE-33D5-1628E25FAFF1}"/>
                  </a:ext>
                </a:extLst>
              </p:cNvPr>
              <p:cNvSpPr>
                <a:spLocks noGrp="1"/>
              </p:cNvSpPr>
              <p:nvPr>
                <p:ph type="body" idx="1"/>
              </p:nvPr>
            </p:nvSpPr>
            <p:spPr/>
            <p:txBody>
              <a:bodyPr/>
              <a:lstStyle/>
              <a:p>
                <a:pPr marL="0" indent="0" algn="l">
                  <a:buFont typeface="Arial" panose="020B0604020202020204" pitchFamily="34" charset="0"/>
                  <a:buNone/>
                </a:pPr>
                <a:r>
                  <a:rPr lang="en-US" b="1" dirty="0">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a</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b</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1/2</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latin typeface="Calibri" panose="020F0502020204030204" pitchFamily="34" charset="0"/>
                    <a:ea typeface="Calibri" panose="020F0502020204030204" pitchFamily="34" charset="0"/>
                    <a:cs typeface="Calibri" panose="020F0502020204030204" pitchFamily="34" charset="0"/>
                  </a:rPr>
                  <a:t>c</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4/5</a:t>
                </a:r>
                <a:r>
                  <a:rPr lang="en-US" dirty="0">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latin typeface="Calibri" panose="020F0502020204030204" pitchFamily="34" charset="0"/>
                    <a:ea typeface="Calibri" panose="020F0502020204030204" pitchFamily="34" charset="0"/>
                    <a:cs typeface="Calibri" panose="020F0502020204030204" pitchFamily="34" charset="0"/>
                  </a:rPr>
                  <a:t>d</a:t>
                </a:r>
                <a:r>
                  <a:rPr lang="en-US" dirty="0">
                    <a:latin typeface="Calibri" panose="020F0502020204030204" pitchFamily="34" charset="0"/>
                    <a:ea typeface="Calibri" panose="020F0502020204030204" pitchFamily="34" charset="0"/>
                    <a:cs typeface="Calibri" panose="020F0502020204030204" pitchFamily="34" charset="0"/>
                  </a:rPr>
                  <a:t>(</a:t>
                </a:r>
                <a:r>
                  <a:rPr lang="en-US" i="1" dirty="0">
                    <a:latin typeface="Calibri" panose="020F0502020204030204" pitchFamily="34" charset="0"/>
                    <a:ea typeface="Calibri" panose="020F0502020204030204" pitchFamily="34" charset="0"/>
                    <a:cs typeface="Calibri" panose="020F0502020204030204" pitchFamily="34" charset="0"/>
                  </a:rPr>
                  <a:t>x</a:t>
                </a:r>
                <a:r>
                  <a:rPr lang="en-US" dirty="0">
                    <a:latin typeface="Calibri" panose="020F0502020204030204" pitchFamily="34" charset="0"/>
                    <a:ea typeface="Calibri" panose="020F0502020204030204" pitchFamily="34" charset="0"/>
                    <a:cs typeface="Calibri" panose="020F0502020204030204" pitchFamily="34" charset="0"/>
                  </a:rPr>
                  <a:t>) by a factor of </a:t>
                </a:r>
                <a:r>
                  <a:rPr lang="en-US" b="0" i="0">
                    <a:latin typeface="Cambria Math" panose="02040503050406030204" pitchFamily="18" charset="0"/>
                  </a:rPr>
                  <a:t>5/4</a:t>
                </a:r>
                <a:r>
                  <a:rPr lang="en-US" dirty="0">
                    <a:latin typeface="Calibri" panose="020F0502020204030204" pitchFamily="34" charset="0"/>
                    <a:ea typeface="Calibri" panose="020F0502020204030204" pitchFamily="34" charset="0"/>
                    <a:cs typeface="Calibri" panose="020F0502020204030204" pitchFamily="34" charset="0"/>
                  </a:rPr>
                  <a:t>?</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3C3EE879-E96C-0A0E-875D-6B0E2C8C304F}"/>
              </a:ext>
            </a:extLst>
          </p:cNvPr>
          <p:cNvSpPr>
            <a:spLocks noGrp="1"/>
          </p:cNvSpPr>
          <p:nvPr>
            <p:ph type="sldNum" sz="quarter" idx="5"/>
          </p:nvPr>
        </p:nvSpPr>
        <p:spPr/>
        <p:txBody>
          <a:bodyPr/>
          <a:lstStyle/>
          <a:p>
            <a:fld id="{BB5E49A5-4136-284D-997B-48E1D791AD67}" type="slidenum">
              <a:rPr lang="en-US" smtClean="0"/>
              <a:t>36</a:t>
            </a:fld>
            <a:endParaRPr lang="en-US"/>
          </a:p>
        </p:txBody>
      </p:sp>
    </p:spTree>
    <p:extLst>
      <p:ext uri="{BB962C8B-B14F-4D97-AF65-F5344CB8AC3E}">
        <p14:creationId xmlns:p14="http://schemas.microsoft.com/office/powerpoint/2010/main" val="123555326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85098-D298-C417-DE2B-AE642BD357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D61D2C-4994-C2C4-2D3E-B404748C39DD}"/>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2?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output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indent="-171450" algn="l">
                  <a:buFont typeface="Arial" panose="020B0604020202020204" pitchFamily="34" charset="0"/>
                  <a:buChar char="•"/>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change the input values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5</m:t>
                        </m:r>
                      </m:num>
                      <m:den>
                        <m:r>
                          <a:rPr lang="en-US" b="0" i="1" smtClean="0">
                            <a:solidFill>
                              <a:srgbClr val="000000"/>
                            </a:solidFill>
                            <a:latin typeface="Cambria Math" panose="02040503050406030204" pitchFamily="18" charset="0"/>
                          </a:rPr>
                          <m:t>4</m:t>
                        </m:r>
                      </m:den>
                    </m:f>
                  </m:oMath>
                </a14:m>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E888396B-BB75-9196-67FF-7F78F4E4655B}"/>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AE6C410B-0773-50C7-F5E1-D980A0D9DD2C}"/>
              </a:ext>
            </a:extLst>
          </p:cNvPr>
          <p:cNvSpPr>
            <a:spLocks noGrp="1"/>
          </p:cNvSpPr>
          <p:nvPr>
            <p:ph type="sldNum" sz="quarter" idx="5"/>
          </p:nvPr>
        </p:nvSpPr>
        <p:spPr/>
        <p:txBody>
          <a:bodyPr/>
          <a:lstStyle/>
          <a:p>
            <a:fld id="{BB5E49A5-4136-284D-997B-48E1D791AD67}" type="slidenum">
              <a:rPr lang="en-US" smtClean="0"/>
              <a:t>37</a:t>
            </a:fld>
            <a:endParaRPr lang="en-US"/>
          </a:p>
        </p:txBody>
      </p:sp>
    </p:spTree>
    <p:extLst>
      <p:ext uri="{BB962C8B-B14F-4D97-AF65-F5344CB8AC3E}">
        <p14:creationId xmlns:p14="http://schemas.microsoft.com/office/powerpoint/2010/main" val="186128447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1B3550-94CC-8B85-B8C4-C424FCE2B5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6EC6FB-FD03-CF0B-8010-E87A01F91DE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D0F59D90-3F88-9C9B-C1AE-3D83A8FB64B8}"/>
                  </a:ext>
                </a:extLst>
              </p:cNvPr>
              <p:cNvSpPr>
                <a:spLocks noGrp="1"/>
              </p:cNvSpPr>
              <p:nvPr>
                <p:ph type="body" idx="1"/>
              </p:nvPr>
            </p:nvSpPr>
            <p:spPr/>
            <p:txBody>
              <a:bodyPr/>
              <a:lstStyle/>
              <a:p>
                <a:pPr marL="0" indent="0" algn="l">
                  <a:buFont typeface="Arial" panose="020B0604020202020204" pitchFamily="34" charset="0"/>
                  <a:buNone/>
                </a:pPr>
                <a:r>
                  <a:rPr lang="en-US" b="1" dirty="0"/>
                  <a:t>Questions to Support Discourse – Probing:</a:t>
                </a:r>
              </a:p>
              <a:p>
                <a:pPr marL="0" indent="0" algn="l">
                  <a:buFont typeface="Arial" panose="020B0604020202020204" pitchFamily="34" charset="0"/>
                  <a:buNone/>
                </a:pPr>
                <a:r>
                  <a:rPr lang="en-US" dirty="0"/>
                  <a:t>• How do you change the output values of a(x) by a factor of 2? </a:t>
                </a:r>
              </a:p>
              <a:p>
                <a:pPr marL="0" indent="0" algn="l">
                  <a:buFont typeface="Arial" panose="020B0604020202020204" pitchFamily="34" charset="0"/>
                  <a:buNone/>
                </a:pPr>
                <a:r>
                  <a:rPr lang="en-US" dirty="0"/>
                  <a:t>• How do you change the input values of b(x) by a factor of </a:t>
                </a:r>
                <a:r>
                  <a:rPr lang="en-US" b="0" i="0">
                    <a:latin typeface="Cambria Math" panose="02040503050406030204" pitchFamily="18" charset="0"/>
                  </a:rPr>
                  <a:t>1/2</a:t>
                </a:r>
                <a:r>
                  <a:rPr lang="en-US" dirty="0"/>
                  <a:t>? </a:t>
                </a:r>
              </a:p>
              <a:p>
                <a:pPr marL="0" indent="0" algn="l">
                  <a:buFont typeface="Arial" panose="020B0604020202020204" pitchFamily="34" charset="0"/>
                  <a:buNone/>
                </a:pPr>
                <a:r>
                  <a:rPr lang="en-US" dirty="0"/>
                  <a:t>• How do you change the output values of c(x) by a factor of </a:t>
                </a:r>
                <a:r>
                  <a:rPr lang="en-US" b="0" i="0">
                    <a:latin typeface="Cambria Math" panose="02040503050406030204" pitchFamily="18" charset="0"/>
                  </a:rPr>
                  <a:t>4/5</a:t>
                </a:r>
                <a:r>
                  <a:rPr lang="en-US" dirty="0"/>
                  <a:t>? </a:t>
                </a:r>
              </a:p>
              <a:p>
                <a:pPr marL="0" indent="0" algn="l">
                  <a:buFont typeface="Arial" panose="020B0604020202020204" pitchFamily="34" charset="0"/>
                  <a:buNone/>
                </a:pPr>
                <a:r>
                  <a:rPr lang="en-US" dirty="0"/>
                  <a:t>• How do you change the input values of d(x) by a factor of </a:t>
                </a:r>
                <a:r>
                  <a:rPr lang="en-US" b="0" i="0">
                    <a:latin typeface="Cambria Math" panose="02040503050406030204" pitchFamily="18" charset="0"/>
                  </a:rPr>
                  <a:t>5/4</a:t>
                </a:r>
                <a:r>
                  <a:rPr lang="en-US" dirty="0"/>
                  <a:t>?</a:t>
                </a:r>
                <a:endParaRPr lang="en-US" sz="1200" dirty="0">
                  <a:latin typeface="Calibri" panose="020F0502020204030204" pitchFamily="34" charset="0"/>
                  <a:ea typeface="Calibri" panose="020F0502020204030204" pitchFamily="34" charset="0"/>
                  <a:cs typeface="Calibri" panose="020F0502020204030204" pitchFamily="34" charset="0"/>
                </a:endParaRPr>
              </a:p>
              <a:p>
                <a:pPr marL="0" indent="0" algn="l">
                  <a:buFont typeface="Arial" panose="020B0604020202020204" pitchFamily="34" charset="0"/>
                  <a:buNone/>
                </a:pP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4" name="Slide Number Placeholder 3">
            <a:extLst>
              <a:ext uri="{FF2B5EF4-FFF2-40B4-BE49-F238E27FC236}">
                <a16:creationId xmlns:a16="http://schemas.microsoft.com/office/drawing/2014/main" id="{D8789BE7-9602-44C4-7228-CE9C30BD713A}"/>
              </a:ext>
            </a:extLst>
          </p:cNvPr>
          <p:cNvSpPr>
            <a:spLocks noGrp="1"/>
          </p:cNvSpPr>
          <p:nvPr>
            <p:ph type="sldNum" sz="quarter" idx="5"/>
          </p:nvPr>
        </p:nvSpPr>
        <p:spPr/>
        <p:txBody>
          <a:bodyPr/>
          <a:lstStyle/>
          <a:p>
            <a:fld id="{BB5E49A5-4136-284D-997B-48E1D791AD67}" type="slidenum">
              <a:rPr lang="en-US" smtClean="0"/>
              <a:t>38</a:t>
            </a:fld>
            <a:endParaRPr lang="en-US"/>
          </a:p>
        </p:txBody>
      </p:sp>
    </p:spTree>
    <p:extLst>
      <p:ext uri="{BB962C8B-B14F-4D97-AF65-F5344CB8AC3E}">
        <p14:creationId xmlns:p14="http://schemas.microsoft.com/office/powerpoint/2010/main" val="347009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FB9CE-FA6D-81D8-9FAB-85D9709B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58F19D-03CE-7FA7-7400-A9DD3D86862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B1E4656-E5FA-9153-ED08-017EB2FC3E14}"/>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D23F5FC3-6676-F345-DE03-B296C29409C1}"/>
              </a:ext>
            </a:extLst>
          </p:cNvPr>
          <p:cNvSpPr>
            <a:spLocks noGrp="1"/>
          </p:cNvSpPr>
          <p:nvPr>
            <p:ph type="sldNum" sz="quarter" idx="5"/>
          </p:nvPr>
        </p:nvSpPr>
        <p:spPr/>
        <p:txBody>
          <a:bodyPr/>
          <a:lstStyle/>
          <a:p>
            <a:fld id="{BB5E49A5-4136-284D-997B-48E1D791AD67}" type="slidenum">
              <a:rPr lang="en-US" smtClean="0"/>
              <a:t>39</a:t>
            </a:fld>
            <a:endParaRPr lang="en-US"/>
          </a:p>
        </p:txBody>
      </p:sp>
    </p:spTree>
    <p:extLst>
      <p:ext uri="{BB962C8B-B14F-4D97-AF65-F5344CB8AC3E}">
        <p14:creationId xmlns:p14="http://schemas.microsoft.com/office/powerpoint/2010/main" val="41725925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E0AD-E921-33B3-7D61-A3D762D7F0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A7634C-9F48-8AC9-769C-F930921E50F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C0E14169-B617-9D70-36CA-7EF9CFC877D6}"/>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2B14BB3-5AB0-A4D3-93DF-A2EEE9C1560F}"/>
              </a:ext>
            </a:extLst>
          </p:cNvPr>
          <p:cNvSpPr>
            <a:spLocks noGrp="1"/>
          </p:cNvSpPr>
          <p:nvPr>
            <p:ph type="sldNum" sz="quarter" idx="5"/>
          </p:nvPr>
        </p:nvSpPr>
        <p:spPr/>
        <p:txBody>
          <a:bodyPr/>
          <a:lstStyle/>
          <a:p>
            <a:fld id="{BB5E49A5-4136-284D-997B-48E1D791AD67}" type="slidenum">
              <a:rPr lang="en-US" smtClean="0"/>
              <a:t>40</a:t>
            </a:fld>
            <a:endParaRPr lang="en-US"/>
          </a:p>
        </p:txBody>
      </p:sp>
    </p:spTree>
    <p:extLst>
      <p:ext uri="{BB962C8B-B14F-4D97-AF65-F5344CB8AC3E}">
        <p14:creationId xmlns:p14="http://schemas.microsoft.com/office/powerpoint/2010/main" val="287745862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E445-8090-4EEC-AA1F-5A055FCC83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9D6D9F-81A8-0525-8301-CD2C2354BCFE}"/>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55F3D2FC-2343-9150-D681-275F3EC2760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slope of 1?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this relationship between horizontal and vertical dilations hold true for all linear functions with a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0?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your counterexample include graphs, equations, or both?</a:t>
            </a:r>
          </a:p>
          <a:p>
            <a:r>
              <a:rPr lang="en-US" b="1" dirty="0"/>
              <a:t>Counterexamples will vary: any linear function other than f(x) = x works, as long as students compare n·m(x) with m(nx).</a:t>
            </a:r>
          </a:p>
        </p:txBody>
      </p:sp>
      <p:sp>
        <p:nvSpPr>
          <p:cNvPr id="4" name="Slide Number Placeholder 3">
            <a:extLst>
              <a:ext uri="{FF2B5EF4-FFF2-40B4-BE49-F238E27FC236}">
                <a16:creationId xmlns:a16="http://schemas.microsoft.com/office/drawing/2014/main" id="{C948F3FE-1926-6CE2-79E9-278F24AA6BD9}"/>
              </a:ext>
            </a:extLst>
          </p:cNvPr>
          <p:cNvSpPr>
            <a:spLocks noGrp="1"/>
          </p:cNvSpPr>
          <p:nvPr>
            <p:ph type="sldNum" sz="quarter" idx="5"/>
          </p:nvPr>
        </p:nvSpPr>
        <p:spPr/>
        <p:txBody>
          <a:bodyPr/>
          <a:lstStyle/>
          <a:p>
            <a:fld id="{BB5E49A5-4136-284D-997B-48E1D791AD67}" type="slidenum">
              <a:rPr lang="en-US" smtClean="0"/>
              <a:t>41</a:t>
            </a:fld>
            <a:endParaRPr lang="en-US"/>
          </a:p>
        </p:txBody>
      </p:sp>
    </p:spTree>
    <p:extLst>
      <p:ext uri="{BB962C8B-B14F-4D97-AF65-F5344CB8AC3E}">
        <p14:creationId xmlns:p14="http://schemas.microsoft.com/office/powerpoint/2010/main" val="339702329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2.2 Summary:</a:t>
                </a:r>
              </a:p>
              <a:p>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by a factor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n</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is equivalent to changing the input values by a factor of </a:t>
                </a:r>
                <a14:m>
                  <m:oMath xmlns:m="http://schemas.openxmlformats.org/officeDocument/2006/math">
                    <m:f>
                      <m:fPr>
                        <m:ctrlPr>
                          <a:rPr lang="en-US" sz="1200" i="1" smtClean="0">
                            <a:solidFill>
                              <a:srgbClr val="000000"/>
                            </a:solidFill>
                            <a:latin typeface="Cambria Math" panose="02040503050406030204" pitchFamily="18" charset="0"/>
                          </a:rPr>
                        </m:ctrlPr>
                      </m:fPr>
                      <m:num>
                        <m:r>
                          <a:rPr lang="en-US" sz="1200" b="0" i="1" smtClean="0">
                            <a:solidFill>
                              <a:srgbClr val="000000"/>
                            </a:solidFill>
                            <a:latin typeface="Cambria Math" panose="02040503050406030204" pitchFamily="18" charset="0"/>
                          </a:rPr>
                          <m:t>1</m:t>
                        </m:r>
                      </m:num>
                      <m:den>
                        <m:r>
                          <a:rPr lang="en-US" sz="1200" b="0" i="1" smtClean="0">
                            <a:solidFill>
                              <a:srgbClr val="000000"/>
                            </a:solidFill>
                            <a:latin typeface="Cambria Math" panose="02040503050406030204" pitchFamily="18" charset="0"/>
                          </a:rPr>
                          <m:t>𝑛</m:t>
                        </m:r>
                      </m:den>
                    </m:f>
                  </m:oMath>
                </a14:m>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units. This relationship between horizontal and vertical dilations is only true for the parent function</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baseline="0" dirty="0">
                    <a:solidFill>
                      <a:srgbClr val="000000"/>
                    </a:solidFill>
                    <a:latin typeface="Calibri" panose="020F0502020204030204" pitchFamily="34" charset="0"/>
                    <a:ea typeface="Calibri" panose="020F0502020204030204" pitchFamily="34" charset="0"/>
                    <a:cs typeface="Calibri" panose="020F0502020204030204" pitchFamily="34" charset="0"/>
                  </a:rPr>
                  <a:t>x.</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r>
                  <a:rPr lang="en-US" sz="1200" b="1" dirty="0">
                    <a:latin typeface="Calibri" panose="020F0502020204030204" pitchFamily="34" charset="0"/>
                    <a:ea typeface="Calibri" panose="020F0502020204030204" pitchFamily="34" charset="0"/>
                    <a:cs typeface="Calibri" panose="020F0502020204030204" pitchFamily="34" charset="0"/>
                  </a:rPr>
                  <a:t>Activity 2.2 Summary:</a:t>
                </a:r>
              </a:p>
              <a:p>
                <a:r>
                  <a:rPr lang="en-US" dirty="0"/>
                  <a:t>For the parent function </a:t>
                </a:r>
                <a:r>
                  <a:rPr lang="en-US" i="0" dirty="0">
                    <a:latin typeface="Cambria Math" panose="02040503050406030204" pitchFamily="18" charset="0"/>
                  </a:rPr>
                  <a:t>𝑓(𝑥) = 𝑥</a:t>
                </a:r>
                <a:r>
                  <a:rPr lang="en-US" dirty="0"/>
                  <a:t>, changing the output values by a factor of </a:t>
                </a:r>
                <a:r>
                  <a:rPr lang="en-US" i="1" dirty="0"/>
                  <a:t>n</a:t>
                </a:r>
                <a:r>
                  <a:rPr lang="en-US" dirty="0"/>
                  <a:t> units is equivalent to changing the input values by a factor of </a:t>
                </a:r>
                <a:r>
                  <a:rPr lang="en-US" b="0" i="0">
                    <a:latin typeface="Cambria Math" panose="02040503050406030204" pitchFamily="18" charset="0"/>
                  </a:rPr>
                  <a:t>1/|𝑛| </a:t>
                </a:r>
                <a:r>
                  <a:rPr lang="en-US" dirty="0"/>
                  <a:t> units. This relationship between horizontal and vertical dilations is only true for the parent function </a:t>
                </a:r>
                <a:r>
                  <a:rPr lang="en-US" i="0" dirty="0">
                    <a:latin typeface="Cambria Math" panose="02040503050406030204" pitchFamily="18" charset="0"/>
                  </a:rPr>
                  <a:t>𝑓(𝑥) = 𝑥</a:t>
                </a:r>
                <a:r>
                  <a:rPr lang="en-US" sz="1200" b="1" dirty="0">
                    <a:latin typeface="Calibri" panose="020F0502020204030204" pitchFamily="34" charset="0"/>
                    <a:ea typeface="Calibri" panose="020F0502020204030204" pitchFamily="34" charset="0"/>
                    <a:cs typeface="Calibri" panose="020F0502020204030204" pitchFamily="34" charset="0"/>
                  </a:rPr>
                  <a:t>.</a:t>
                </a:r>
              </a:p>
            </p:txBody>
          </p:sp>
        </mc:Fallback>
      </mc:AlternateContent>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42</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576DE-4F58-7BE3-3A90-A2D8C78033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C9036-CE18-2364-D32A-2BF98FB11331}"/>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17B60FF0-C0F6-23FE-57A2-75D5CC22599C}"/>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35DCFE0D-1E66-5115-6D51-6675F00F0E4B}"/>
              </a:ext>
            </a:extLst>
          </p:cNvPr>
          <p:cNvSpPr>
            <a:spLocks noGrp="1"/>
          </p:cNvSpPr>
          <p:nvPr>
            <p:ph type="sldNum" sz="quarter" idx="5"/>
          </p:nvPr>
        </p:nvSpPr>
        <p:spPr/>
        <p:txBody>
          <a:bodyPr/>
          <a:lstStyle/>
          <a:p>
            <a:fld id="{BB5E49A5-4136-284D-997B-48E1D791AD67}" type="slidenum">
              <a:rPr lang="en-US" smtClean="0"/>
              <a:t>43</a:t>
            </a:fld>
            <a:endParaRPr lang="en-US"/>
          </a:p>
        </p:txBody>
      </p:sp>
    </p:spTree>
    <p:extLst>
      <p:ext uri="{BB962C8B-B14F-4D97-AF65-F5344CB8AC3E}">
        <p14:creationId xmlns:p14="http://schemas.microsoft.com/office/powerpoint/2010/main" val="76217674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4A387-8CD5-47CC-225F-FE700C5D5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4D3DB6-87DC-55B4-4FC9-81BF95D5E423}"/>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3EE84C6-FE5B-5871-1668-A4328C3257FF}"/>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15-20 minutes allotted for Activity 2.3.</a:t>
            </a:r>
          </a:p>
        </p:txBody>
      </p:sp>
      <p:sp>
        <p:nvSpPr>
          <p:cNvPr id="4" name="Slide Number Placeholder 3">
            <a:extLst>
              <a:ext uri="{FF2B5EF4-FFF2-40B4-BE49-F238E27FC236}">
                <a16:creationId xmlns:a16="http://schemas.microsoft.com/office/drawing/2014/main" id="{53034EC2-4BBC-D230-E568-2C25BA96BF7D}"/>
              </a:ext>
            </a:extLst>
          </p:cNvPr>
          <p:cNvSpPr>
            <a:spLocks noGrp="1"/>
          </p:cNvSpPr>
          <p:nvPr>
            <p:ph type="sldNum" sz="quarter" idx="5"/>
          </p:nvPr>
        </p:nvSpPr>
        <p:spPr/>
        <p:txBody>
          <a:bodyPr/>
          <a:lstStyle/>
          <a:p>
            <a:fld id="{BB5E49A5-4136-284D-997B-48E1D791AD67}" type="slidenum">
              <a:rPr lang="en-US" smtClean="0"/>
              <a:t>44</a:t>
            </a:fld>
            <a:endParaRPr lang="en-US"/>
          </a:p>
        </p:txBody>
      </p:sp>
    </p:spTree>
    <p:extLst>
      <p:ext uri="{BB962C8B-B14F-4D97-AF65-F5344CB8AC3E}">
        <p14:creationId xmlns:p14="http://schemas.microsoft.com/office/powerpoint/2010/main" val="16597614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19B0F3-5F34-6C6F-3D93-DF0C427FA5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3B55A8-FCD9-C2E9-D28F-4E948631FE6C}"/>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D2C273F-B38E-ABE5-8577-C68720D7097E}"/>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579D3003-5309-1550-3E81-A7A487E52793}"/>
              </a:ext>
            </a:extLst>
          </p:cNvPr>
          <p:cNvSpPr>
            <a:spLocks noGrp="1"/>
          </p:cNvSpPr>
          <p:nvPr>
            <p:ph type="sldNum" sz="quarter" idx="5"/>
          </p:nvPr>
        </p:nvSpPr>
        <p:spPr/>
        <p:txBody>
          <a:bodyPr/>
          <a:lstStyle/>
          <a:p>
            <a:fld id="{BB5E49A5-4136-284D-997B-48E1D791AD67}" type="slidenum">
              <a:rPr lang="en-US" smtClean="0"/>
              <a:t>45</a:t>
            </a:fld>
            <a:endParaRPr lang="en-US"/>
          </a:p>
        </p:txBody>
      </p:sp>
    </p:spTree>
    <p:extLst>
      <p:ext uri="{BB962C8B-B14F-4D97-AF65-F5344CB8AC3E}">
        <p14:creationId xmlns:p14="http://schemas.microsoft.com/office/powerpoint/2010/main" val="117876740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DAABF-D129-0145-8146-09BBAD44D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1CE6B-3E9B-AD97-D5DD-0C67D1354AD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A6D1B3B-6471-3E79-F048-232FA226FF33}"/>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a:p>
            <a:r>
              <a:rPr lang="en-US" b="1" dirty="0"/>
              <a:t>Slide typo: slides 46, 47, 49 and 50 number their item '1.'; they are items 2, 3, 5 and 6.</a:t>
            </a:r>
          </a:p>
        </p:txBody>
      </p:sp>
      <p:sp>
        <p:nvSpPr>
          <p:cNvPr id="4" name="Slide Number Placeholder 3">
            <a:extLst>
              <a:ext uri="{FF2B5EF4-FFF2-40B4-BE49-F238E27FC236}">
                <a16:creationId xmlns:a16="http://schemas.microsoft.com/office/drawing/2014/main" id="{FF1F7304-35D6-7218-3B3A-1695C4AF1E99}"/>
              </a:ext>
            </a:extLst>
          </p:cNvPr>
          <p:cNvSpPr>
            <a:spLocks noGrp="1"/>
          </p:cNvSpPr>
          <p:nvPr>
            <p:ph type="sldNum" sz="quarter" idx="5"/>
          </p:nvPr>
        </p:nvSpPr>
        <p:spPr/>
        <p:txBody>
          <a:bodyPr/>
          <a:lstStyle/>
          <a:p>
            <a:fld id="{BB5E49A5-4136-284D-997B-48E1D791AD67}" type="slidenum">
              <a:rPr lang="en-US" smtClean="0"/>
              <a:t>46</a:t>
            </a:fld>
            <a:endParaRPr lang="en-US"/>
          </a:p>
        </p:txBody>
      </p:sp>
    </p:spTree>
    <p:extLst>
      <p:ext uri="{BB962C8B-B14F-4D97-AF65-F5344CB8AC3E}">
        <p14:creationId xmlns:p14="http://schemas.microsoft.com/office/powerpoint/2010/main" val="48053794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65D57E-2DB4-0930-7240-A42DA86EA8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07D9-364F-0E1D-D1C5-C9A9DB6B1B3F}"/>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516DBED-C0D8-130F-E57D-89CBFD45F0FF}"/>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DC85A714-A429-0F3E-66E4-9658AD701C4E}"/>
              </a:ext>
            </a:extLst>
          </p:cNvPr>
          <p:cNvSpPr>
            <a:spLocks noGrp="1"/>
          </p:cNvSpPr>
          <p:nvPr>
            <p:ph type="sldNum" sz="quarter" idx="5"/>
          </p:nvPr>
        </p:nvSpPr>
        <p:spPr/>
        <p:txBody>
          <a:bodyPr/>
          <a:lstStyle/>
          <a:p>
            <a:fld id="{BB5E49A5-4136-284D-997B-48E1D791AD67}" type="slidenum">
              <a:rPr lang="en-US" smtClean="0"/>
              <a:t>47</a:t>
            </a:fld>
            <a:endParaRPr lang="en-US"/>
          </a:p>
        </p:txBody>
      </p:sp>
    </p:spTree>
    <p:extLst>
      <p:ext uri="{BB962C8B-B14F-4D97-AF65-F5344CB8AC3E}">
        <p14:creationId xmlns:p14="http://schemas.microsoft.com/office/powerpoint/2010/main" val="28820112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B551-CB80-FB60-DF4E-4AEB80C120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961442-18D7-CFD2-811D-A0DD1F9E896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86084A6A-82E3-E754-CAE7-1D2413D10677}"/>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4993E904-DB6C-3512-88E2-148A421D3594}"/>
              </a:ext>
            </a:extLst>
          </p:cNvPr>
          <p:cNvSpPr>
            <a:spLocks noGrp="1"/>
          </p:cNvSpPr>
          <p:nvPr>
            <p:ph type="sldNum" sz="quarter" idx="5"/>
          </p:nvPr>
        </p:nvSpPr>
        <p:spPr/>
        <p:txBody>
          <a:bodyPr/>
          <a:lstStyle/>
          <a:p>
            <a:fld id="{BB5E49A5-4136-284D-997B-48E1D791AD67}" type="slidenum">
              <a:rPr lang="en-US" smtClean="0"/>
              <a:t>48</a:t>
            </a:fld>
            <a:endParaRPr lang="en-US"/>
          </a:p>
        </p:txBody>
      </p:sp>
    </p:spTree>
    <p:extLst>
      <p:ext uri="{BB962C8B-B14F-4D97-AF65-F5344CB8AC3E}">
        <p14:creationId xmlns:p14="http://schemas.microsoft.com/office/powerpoint/2010/main" val="39682507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DF8-298F-FF6E-F07D-197EFC40E7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A367E5-73D6-2EF8-E071-47631B7ED0E8}"/>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EF0F806F-881C-923E-0B09-239F35A06C3A}"/>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3C3C8B68-8E47-63C7-4CEC-FAE2DE451049}"/>
              </a:ext>
            </a:extLst>
          </p:cNvPr>
          <p:cNvSpPr>
            <a:spLocks noGrp="1"/>
          </p:cNvSpPr>
          <p:nvPr>
            <p:ph type="sldNum" sz="quarter" idx="5"/>
          </p:nvPr>
        </p:nvSpPr>
        <p:spPr/>
        <p:txBody>
          <a:bodyPr/>
          <a:lstStyle/>
          <a:p>
            <a:fld id="{BB5E49A5-4136-284D-997B-48E1D791AD67}" type="slidenum">
              <a:rPr lang="en-US" smtClean="0"/>
              <a:t>49</a:t>
            </a:fld>
            <a:endParaRPr lang="en-US"/>
          </a:p>
        </p:txBody>
      </p:sp>
    </p:spTree>
    <p:extLst>
      <p:ext uri="{BB962C8B-B14F-4D97-AF65-F5344CB8AC3E}">
        <p14:creationId xmlns:p14="http://schemas.microsoft.com/office/powerpoint/2010/main" val="22901645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E1932-5F33-32E7-B4BC-17F221BBB9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D8C91-D79C-088D-5925-231731CCFEE0}"/>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98EC8C14-6A6B-5B00-63A8-B013F273DE48}"/>
              </a:ext>
            </a:extLst>
          </p:cNvPr>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horizontally?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translated vertically? If so, by how many units?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horizontally? If so, by what factor?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Is the transformed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g</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dilated vertically? If so, by what factor?</a:t>
            </a:r>
          </a:p>
        </p:txBody>
      </p:sp>
      <p:sp>
        <p:nvSpPr>
          <p:cNvPr id="4" name="Slide Number Placeholder 3">
            <a:extLst>
              <a:ext uri="{FF2B5EF4-FFF2-40B4-BE49-F238E27FC236}">
                <a16:creationId xmlns:a16="http://schemas.microsoft.com/office/drawing/2014/main" id="{6F291E09-4677-E6DC-A7AA-E6ECD036A51E}"/>
              </a:ext>
            </a:extLst>
          </p:cNvPr>
          <p:cNvSpPr>
            <a:spLocks noGrp="1"/>
          </p:cNvSpPr>
          <p:nvPr>
            <p:ph type="sldNum" sz="quarter" idx="5"/>
          </p:nvPr>
        </p:nvSpPr>
        <p:spPr/>
        <p:txBody>
          <a:bodyPr/>
          <a:lstStyle/>
          <a:p>
            <a:fld id="{BB5E49A5-4136-284D-997B-48E1D791AD67}" type="slidenum">
              <a:rPr lang="en-US" smtClean="0"/>
              <a:t>50</a:t>
            </a:fld>
            <a:endParaRPr lang="en-US"/>
          </a:p>
        </p:txBody>
      </p:sp>
    </p:spTree>
    <p:extLst>
      <p:ext uri="{BB962C8B-B14F-4D97-AF65-F5344CB8AC3E}">
        <p14:creationId xmlns:p14="http://schemas.microsoft.com/office/powerpoint/2010/main" val="4291862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30C1E-5EED-1C31-6905-653F6893F1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034E1D-54FB-4628-3C8E-6FAD920EDFCB}"/>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3F6FB7EF-E7C9-A0F4-A7CF-FA0798061ABD}"/>
              </a:ext>
            </a:extLst>
          </p:cNvPr>
          <p:cNvSpPr>
            <a:spLocks noGrp="1"/>
          </p:cNvSpPr>
          <p:nvPr>
            <p:ph type="body" idx="1"/>
          </p:nvPr>
        </p:nvSpPr>
        <p:spPr/>
        <p:txBody>
          <a:bodyPr/>
          <a:lstStyle/>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Activity 2.3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Changing the output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vertically. Changes to the input values of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affects the graph of the function horizontally.</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01952F81-CC36-922D-F60A-6C1302760595}"/>
              </a:ext>
            </a:extLst>
          </p:cNvPr>
          <p:cNvSpPr>
            <a:spLocks noGrp="1"/>
          </p:cNvSpPr>
          <p:nvPr>
            <p:ph type="sldNum" sz="quarter" idx="5"/>
          </p:nvPr>
        </p:nvSpPr>
        <p:spPr/>
        <p:txBody>
          <a:bodyPr/>
          <a:lstStyle/>
          <a:p>
            <a:fld id="{BB5E49A5-4136-284D-997B-48E1D791AD67}" type="slidenum">
              <a:rPr lang="en-US" smtClean="0"/>
              <a:t>51</a:t>
            </a:fld>
            <a:endParaRPr lang="en-US"/>
          </a:p>
        </p:txBody>
      </p:sp>
    </p:spTree>
    <p:extLst>
      <p:ext uri="{BB962C8B-B14F-4D97-AF65-F5344CB8AC3E}">
        <p14:creationId xmlns:p14="http://schemas.microsoft.com/office/powerpoint/2010/main" val="33982219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9DA2C-408C-0727-4568-E2577EEF62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1180E-3E56-D811-0263-DDD112D147D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25337BF-9D9C-B40A-07A5-21E3B4CD5723}"/>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This slide is blank for optional use with displaying work.</a:t>
            </a:r>
          </a:p>
        </p:txBody>
      </p:sp>
      <p:sp>
        <p:nvSpPr>
          <p:cNvPr id="4" name="Slide Number Placeholder 3">
            <a:extLst>
              <a:ext uri="{FF2B5EF4-FFF2-40B4-BE49-F238E27FC236}">
                <a16:creationId xmlns:a16="http://schemas.microsoft.com/office/drawing/2014/main" id="{FBCEC393-F2B8-8767-CC35-8DF26D2CD137}"/>
              </a:ext>
            </a:extLst>
          </p:cNvPr>
          <p:cNvSpPr>
            <a:spLocks noGrp="1"/>
          </p:cNvSpPr>
          <p:nvPr>
            <p:ph type="sldNum" sz="quarter" idx="5"/>
          </p:nvPr>
        </p:nvSpPr>
        <p:spPr/>
        <p:txBody>
          <a:bodyPr/>
          <a:lstStyle/>
          <a:p>
            <a:fld id="{BB5E49A5-4136-284D-997B-48E1D791AD67}" type="slidenum">
              <a:rPr lang="en-US" smtClean="0"/>
              <a:t>52</a:t>
            </a:fld>
            <a:endParaRPr lang="en-US"/>
          </a:p>
        </p:txBody>
      </p:sp>
    </p:spTree>
    <p:extLst>
      <p:ext uri="{BB962C8B-B14F-4D97-AF65-F5344CB8AC3E}">
        <p14:creationId xmlns:p14="http://schemas.microsoft.com/office/powerpoint/2010/main" val="15542569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Total time of 5 minutes allotted for the Talk the Talk.</a:t>
            </a:r>
          </a:p>
        </p:txBody>
      </p:sp>
      <p:sp>
        <p:nvSpPr>
          <p:cNvPr id="4" name="Slide Number Placeholder 3"/>
          <p:cNvSpPr>
            <a:spLocks noGrp="1"/>
          </p:cNvSpPr>
          <p:nvPr>
            <p:ph type="sldNum" sz="quarter" idx="5"/>
          </p:nvPr>
        </p:nvSpPr>
        <p:spPr/>
        <p:txBody>
          <a:bodyPr/>
          <a:lstStyle/>
          <a:p>
            <a:fld id="{BB5E49A5-4136-284D-997B-48E1D791AD67}" type="slidenum">
              <a:rPr lang="en-US" smtClean="0"/>
              <a:t>53</a:t>
            </a:fld>
            <a:endParaRPr lang="en-US"/>
          </a:p>
        </p:txBody>
      </p:sp>
    </p:spTree>
    <p:extLst>
      <p:ext uri="{BB962C8B-B14F-4D97-AF65-F5344CB8AC3E}">
        <p14:creationId xmlns:p14="http://schemas.microsoft.com/office/powerpoint/2010/main" val="4533257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2AA4F-9047-B9A3-FAA5-47EDA973F0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363D7E-477A-547B-7890-5B12FF9E03B7}"/>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F497D68E-91D9-8A31-9C59-3FCC03C38E07}"/>
              </a:ext>
            </a:extLst>
          </p:cNvPr>
          <p:cNvSpPr>
            <a:spLocks noGrp="1"/>
          </p:cNvSpPr>
          <p:nvPr>
            <p:ph type="body" idx="1"/>
          </p:nvPr>
        </p:nvSpPr>
        <p:spPr/>
        <p:txBody>
          <a:bodyPr/>
          <a:lstStyle/>
          <a:p>
            <a:pPr marL="0" indent="0" algn="l">
              <a:buFont typeface="Arial" panose="020B0604020202020204" pitchFamily="34" charset="0"/>
              <a:buNone/>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7679CACE-8C3A-3E2E-177C-A30660625BE2}"/>
              </a:ext>
            </a:extLst>
          </p:cNvPr>
          <p:cNvSpPr>
            <a:spLocks noGrp="1"/>
          </p:cNvSpPr>
          <p:nvPr>
            <p:ph type="sldNum" sz="quarter" idx="5"/>
          </p:nvPr>
        </p:nvSpPr>
        <p:spPr/>
        <p:txBody>
          <a:bodyPr/>
          <a:lstStyle/>
          <a:p>
            <a:fld id="{BB5E49A5-4136-284D-997B-48E1D791AD67}" type="slidenum">
              <a:rPr lang="en-US" smtClean="0"/>
              <a:t>54</a:t>
            </a:fld>
            <a:endParaRPr lang="en-US"/>
          </a:p>
        </p:txBody>
      </p:sp>
    </p:spTree>
    <p:extLst>
      <p:ext uri="{BB962C8B-B14F-4D97-AF65-F5344CB8AC3E}">
        <p14:creationId xmlns:p14="http://schemas.microsoft.com/office/powerpoint/2010/main" val="398851199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marL="0" indent="0" algn="l">
              <a:buFont typeface="Arial" panose="020B0604020202020204" pitchFamily="34" charset="0"/>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Reflecting and Justifying:</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input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Which function equations affect the output values? </a:t>
            </a:r>
          </a:p>
          <a:p>
            <a:pPr marL="171450" indent="-171450" algn="l">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horizontal transformations affect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p:txBody>
      </p:sp>
      <p:sp>
        <p:nvSpPr>
          <p:cNvPr id="4" name="Slide Number Placeholder 3"/>
          <p:cNvSpPr>
            <a:spLocks noGrp="1"/>
          </p:cNvSpPr>
          <p:nvPr>
            <p:ph type="sldNum" sz="quarter" idx="5"/>
          </p:nvPr>
        </p:nvSpPr>
        <p:spPr/>
        <p:txBody>
          <a:bodyPr/>
          <a:lstStyle/>
          <a:p>
            <a:fld id="{BB5E49A5-4136-284D-997B-48E1D791AD67}" type="slidenum">
              <a:rPr lang="en-US" smtClean="0"/>
              <a:t>55</a:t>
            </a:fld>
            <a:endParaRPr lang="en-US"/>
          </a:p>
        </p:txBody>
      </p:sp>
    </p:spTree>
    <p:extLst>
      <p:ext uri="{BB962C8B-B14F-4D97-AF65-F5344CB8AC3E}">
        <p14:creationId xmlns:p14="http://schemas.microsoft.com/office/powerpoint/2010/main" val="251244836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rPr>
              <a:t> To close Day 2, have students read and answer the Essential Question and then read the Stamp the Learning summary aloud.</a:t>
            </a:r>
          </a:p>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Essential Question:</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input values of the function where as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output values of the function.</a:t>
            </a:r>
          </a:p>
          <a:p>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Talk the Talk Summary:</a:t>
            </a:r>
          </a:p>
          <a:p>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Horizontal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 and vertical transformations of linear functions are caused by changes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-values.</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56</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28368-F317-A887-843E-3ACC4FB26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38422F-26E9-F6D8-0CC8-39EC34AFE9B6}"/>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A64E94A4-122B-7DC0-338A-02E293BE2FC4}"/>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Note: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This slide is blank for optional use with displaying work.</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a:extLst>
              <a:ext uri="{FF2B5EF4-FFF2-40B4-BE49-F238E27FC236}">
                <a16:creationId xmlns:a16="http://schemas.microsoft.com/office/drawing/2014/main" id="{E10B20E8-800C-2EB5-D153-CC5CEB9A8585}"/>
              </a:ext>
            </a:extLst>
          </p:cNvPr>
          <p:cNvSpPr>
            <a:spLocks noGrp="1"/>
          </p:cNvSpPr>
          <p:nvPr>
            <p:ph type="sldNum" sz="quarter" idx="5"/>
          </p:nvPr>
        </p:nvSpPr>
        <p:spPr/>
        <p:txBody>
          <a:bodyPr/>
          <a:lstStyle/>
          <a:p>
            <a:fld id="{BB5E49A5-4136-284D-997B-48E1D791AD67}" type="slidenum">
              <a:rPr lang="en-US" smtClean="0"/>
              <a:t>57</a:t>
            </a:fld>
            <a:endParaRPr lang="en-US"/>
          </a:p>
        </p:txBody>
      </p:sp>
    </p:spTree>
    <p:extLst>
      <p:ext uri="{BB962C8B-B14F-4D97-AF65-F5344CB8AC3E}">
        <p14:creationId xmlns:p14="http://schemas.microsoft.com/office/powerpoint/2010/main" val="268590253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How can you identify whether students are ready for new learning?</a:t>
            </a:r>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t>
            </a:r>
            <a:r>
              <a:rPr lang="en-US" sz="1200" b="0" i="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a:t>
            </a:r>
          </a:p>
          <a:p>
            <a:pPr algn="l" rtl="0" fontAlgn="base"/>
            <a:r>
              <a:rPr lang="en-US" sz="120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Depending on available time, you can assign the Prepare section of the Lesson Assignments as homework or as a warm-up to identify students' prior knowledge for the upcoming lesson's activities.</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58</a:t>
            </a:fld>
            <a:endParaRPr lang="en-US"/>
          </a:p>
        </p:txBody>
      </p:sp>
    </p:spTree>
    <p:extLst>
      <p:ext uri="{BB962C8B-B14F-4D97-AF65-F5344CB8AC3E}">
        <p14:creationId xmlns:p14="http://schemas.microsoft.com/office/powerpoint/2010/main" val="11947931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C5294-F897-70EF-D10E-AF9CFE1459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ED65B6-500E-9C24-23DA-5854FF62C81D}"/>
              </a:ext>
            </a:extLst>
          </p:cNvPr>
          <p:cNvSpPr>
            <a:spLocks noGrp="1" noRot="1" noChangeAspect="1"/>
          </p:cNvSpPr>
          <p:nvPr>
            <p:ph type="sldImg"/>
          </p:nvPr>
        </p:nvSpPr>
        <p:spPr>
          <a:xfrm>
            <a:off x="382588" y="685800"/>
            <a:ext cx="6092825" cy="3429000"/>
          </a:xfrm>
        </p:spPr>
      </p:sp>
      <p:sp>
        <p:nvSpPr>
          <p:cNvPr id="3" name="Notes Placeholder 2">
            <a:extLst>
              <a:ext uri="{FF2B5EF4-FFF2-40B4-BE49-F238E27FC236}">
                <a16:creationId xmlns:a16="http://schemas.microsoft.com/office/drawing/2014/main" id="{2E5F22DD-FFA2-9C87-4A7D-F7CA29096CE2}"/>
              </a:ext>
            </a:extLst>
          </p:cNvPr>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r>
              <a:rPr lang="en-US" b="1" dirty="0"/>
              <a:t>TE correction: the TE prints the reciprocal of −10 as 1/10. It is −1/10, since (−10)(−1/10) = 1.</a:t>
            </a:r>
          </a:p>
        </p:txBody>
      </p:sp>
      <p:sp>
        <p:nvSpPr>
          <p:cNvPr id="4" name="Slide Number Placeholder 3">
            <a:extLst>
              <a:ext uri="{FF2B5EF4-FFF2-40B4-BE49-F238E27FC236}">
                <a16:creationId xmlns:a16="http://schemas.microsoft.com/office/drawing/2014/main" id="{7B2A398D-9730-D1C3-AAF7-0F03D4B776E7}"/>
              </a:ext>
            </a:extLst>
          </p:cNvPr>
          <p:cNvSpPr>
            <a:spLocks noGrp="1"/>
          </p:cNvSpPr>
          <p:nvPr>
            <p:ph type="sldNum" sz="quarter" idx="5"/>
          </p:nvPr>
        </p:nvSpPr>
        <p:spPr/>
        <p:txBody>
          <a:bodyPr/>
          <a:lstStyle/>
          <a:p>
            <a:fld id="{BB5E49A5-4136-284D-997B-48E1D791AD67}" type="slidenum">
              <a:rPr lang="en-US" smtClean="0"/>
              <a:t>59</a:t>
            </a:fld>
            <a:endParaRPr lang="en-US"/>
          </a:p>
        </p:txBody>
      </p:sp>
    </p:spTree>
    <p:extLst>
      <p:ext uri="{BB962C8B-B14F-4D97-AF65-F5344CB8AC3E}">
        <p14:creationId xmlns:p14="http://schemas.microsoft.com/office/powerpoint/2010/main" val="358139013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60</a:t>
            </a:fld>
            <a:endParaRPr lang="en-US"/>
          </a:p>
        </p:txBody>
      </p:sp>
    </p:spTree>
    <p:extLst>
      <p:ext uri="{BB962C8B-B14F-4D97-AF65-F5344CB8AC3E}">
        <p14:creationId xmlns:p14="http://schemas.microsoft.com/office/powerpoint/2010/main" val="65025293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2588" y="685800"/>
            <a:ext cx="6092825" cy="3429000"/>
          </a:xfrm>
        </p:spPr>
      </p:sp>
      <p:sp>
        <p:nvSpPr>
          <p:cNvPr id="3" name="Notes Placeholder 2"/>
          <p:cNvSpPr>
            <a:spLocks noGrp="1"/>
          </p:cNvSpPr>
          <p:nvPr>
            <p:ph type="body" idx="1"/>
          </p:nvPr>
        </p:nvSpPr>
        <p:spPr/>
        <p:txBody>
          <a:bodyPr/>
          <a:lstStyle/>
          <a:p>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4" name="Slide Number Placeholder 3"/>
          <p:cNvSpPr>
            <a:spLocks noGrp="1"/>
          </p:cNvSpPr>
          <p:nvPr>
            <p:ph type="sldNum" sz="quarter" idx="5"/>
          </p:nvPr>
        </p:nvSpPr>
        <p:spPr/>
        <p:txBody>
          <a:bodyPr/>
          <a:lstStyle/>
          <a:p>
            <a:fld id="{BB5E49A5-4136-284D-997B-48E1D791AD67}" type="slidenum">
              <a:rPr lang="en-US" smtClean="0"/>
              <a:t>61</a:t>
            </a:fld>
            <a:endParaRPr lang="en-US"/>
          </a:p>
        </p:txBody>
      </p:sp>
    </p:spTree>
    <p:extLst>
      <p:ext uri="{BB962C8B-B14F-4D97-AF65-F5344CB8AC3E}">
        <p14:creationId xmlns:p14="http://schemas.microsoft.com/office/powerpoint/2010/main" val="109631083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hyperlink" Target="https://creativecommons.org/licenses/by-nc/4.0" TargetMode="Externa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4.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236739"/>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236739"/>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7" name="Picture 6">
            <a:extLst>
              <a:ext uri="{FF2B5EF4-FFF2-40B4-BE49-F238E27FC236}">
                <a16:creationId xmlns:a16="http://schemas.microsoft.com/office/drawing/2014/main" id="{F3AD9D6D-E5B1-9F4C-296E-9D558E47F581}"/>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Tree>
    <p:extLst>
      <p:ext uri="{BB962C8B-B14F-4D97-AF65-F5344CB8AC3E}">
        <p14:creationId xmlns:p14="http://schemas.microsoft.com/office/powerpoint/2010/main" val="244819002"/>
      </p:ext>
    </p:extLst>
  </p:cSld>
  <p:clrMapOvr>
    <a:masterClrMapping/>
  </p:clrMapOvr>
  <p:extLst>
    <p:ext uri="{DCECCB84-F9BA-43D5-87BE-67443E8EF086}">
      <p15:sldGuideLst xmlns:p15="http://schemas.microsoft.com/office/powerpoint/2012/main">
        <p15:guide id="1" orient="horz" pos="2160">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descr="A pattern with circles and lines&#10;&#10;AI-generated content may be incorrect.">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932192"/>
            <a:ext cx="12190413"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rgbClr val="000000"/>
                </a:solidFill>
              </a:rPr>
              <a:t>Acknowledgment</a:t>
            </a:r>
          </a:p>
          <a:p>
            <a:r>
              <a:rPr lang="en-US" dirty="0">
                <a:solidFill>
                  <a:srgbClr val="000000"/>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rgbClr val="000000"/>
              </a:solidFill>
              <a:cs typeface="Calibri"/>
            </a:endParaRPr>
          </a:p>
          <a:p>
            <a:endParaRPr lang="en-US" dirty="0">
              <a:solidFill>
                <a:srgbClr val="000000"/>
              </a:solidFill>
            </a:endParaRPr>
          </a:p>
          <a:p>
            <a:r>
              <a:rPr lang="en-US" b="1" dirty="0">
                <a:solidFill>
                  <a:srgbClr val="000000"/>
                </a:solidFill>
              </a:rPr>
              <a:t>Notice</a:t>
            </a:r>
            <a:endParaRPr lang="en-US" b="1" dirty="0">
              <a:solidFill>
                <a:srgbClr val="000000"/>
              </a:solidFill>
              <a:cs typeface="Calibri"/>
            </a:endParaRPr>
          </a:p>
          <a:p>
            <a:r>
              <a:rPr lang="en-US" dirty="0">
                <a:solidFill>
                  <a:srgbClr val="000000"/>
                </a:solidFill>
              </a:rPr>
              <a:t>These learning resources have been built for Texas students, aligned to the Texas Essential Knowledge and Skills, and are made available pursuant to Chapter 31, Subchapter B-1 of the Texas Education Code.</a:t>
            </a:r>
            <a:endParaRPr lang="en-US" dirty="0">
              <a:solidFill>
                <a:srgbClr val="000000"/>
              </a:solidFill>
              <a:cs typeface="Calibri"/>
            </a:endParaRPr>
          </a:p>
          <a:p>
            <a:r>
              <a:rPr lang="en-US" dirty="0">
                <a:solidFill>
                  <a:srgbClr val="000000"/>
                </a:solidFill>
              </a:rPr>
              <a:t>If you have further questions or to report an error, please email </a:t>
            </a:r>
            <a:r>
              <a:rPr lang="en-US" dirty="0">
                <a:solidFill>
                  <a:srgbClr val="000000"/>
                </a:solidFill>
                <a:hlinkClick r:id="rId3">
                  <a:extLst>
                    <a:ext uri="{A12FA001-AC4F-418D-AE19-62706E023703}">
                      <ahyp:hlinkClr xmlns:ahyp="http://schemas.microsoft.com/office/drawing/2018/hyperlinkcolor" val="tx"/>
                    </a:ext>
                  </a:extLst>
                </a:hlinkClick>
              </a:rPr>
              <a:t>openeducationresources@tea.texas.gov</a:t>
            </a:r>
            <a:r>
              <a:rPr lang="en-US" dirty="0">
                <a:solidFill>
                  <a:srgbClr val="000000"/>
                </a:solidFill>
              </a:rPr>
              <a:t>.</a:t>
            </a:r>
          </a:p>
          <a:p>
            <a:endParaRPr lang="en-US" dirty="0">
              <a:solidFill>
                <a:srgbClr val="000000"/>
              </a:solidFill>
              <a:cs typeface="Calibri"/>
            </a:endParaRPr>
          </a:p>
          <a:p>
            <a:r>
              <a:rPr lang="en-US" dirty="0">
                <a:solidFill>
                  <a:srgbClr val="000000"/>
                </a:solidFill>
                <a:cs typeface="Calibri"/>
              </a:rPr>
              <a:t>©2024-2025 Texas Education Agency. Portions of this work are adapted, with permission, from the originals created by and copyright ©2021 Carnegie Learning, Inc. </a:t>
            </a:r>
          </a:p>
          <a:p>
            <a:endParaRPr lang="en-US" dirty="0">
              <a:solidFill>
                <a:srgbClr val="000000"/>
              </a:solidFill>
              <a:cs typeface="Calibri"/>
            </a:endParaRPr>
          </a:p>
          <a:p>
            <a:r>
              <a:rPr lang="en-US" dirty="0">
                <a:solidFill>
                  <a:srgbClr val="000000"/>
                </a:solidFill>
                <a:cs typeface="Calibri"/>
              </a:rPr>
              <a:t>This work is licensed under a Creative Commons Attribution-Non-Commercial-4.0 International License. For information, visit: </a:t>
            </a:r>
            <a:r>
              <a:rPr lang="en-US" u="none" dirty="0">
                <a:solidFill>
                  <a:srgbClr val="000000"/>
                </a:solidFill>
                <a:cs typeface="Calibri"/>
                <a:hlinkClick r:id="rId4">
                  <a:extLst>
                    <a:ext uri="{A12FA001-AC4F-418D-AE19-62706E023703}">
                      <ahyp:hlinkClr xmlns:ahyp="http://schemas.microsoft.com/office/drawing/2018/hyperlinkcolor" val="tx"/>
                    </a:ext>
                  </a:extLst>
                </a:hlinkClick>
              </a:rPr>
              <a:t>https://creativecommons.org/licenses/by-nc/4.0</a:t>
            </a:r>
            <a:r>
              <a:rPr lang="en-US" dirty="0">
                <a:solidFill>
                  <a:srgbClr val="000000"/>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866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0219804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5A4A51F5-E78D-80F2-C30C-54D8CE7AD7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2"/>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7754358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4133615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4" name="Picture 3" descr="A green and black pattern&#10;&#10;AI-generated content may be incorrect.">
            <a:extLst>
              <a:ext uri="{FF2B5EF4-FFF2-40B4-BE49-F238E27FC236}">
                <a16:creationId xmlns:a16="http://schemas.microsoft.com/office/drawing/2014/main" id="{D1D8FC0F-F66E-E7A9-B361-E6E0B4BE09B2}"/>
              </a:ext>
              <a:ext uri="{C183D7F6-B498-43B3-948B-1728B52AA6E4}">
                <adec:decorative xmlns:adec="http://schemas.microsoft.com/office/drawing/2017/decorative" val="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2316529"/>
            <a:ext cx="12190415" cy="2682142"/>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2B8147"/>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929298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2" name="Picture 1">
            <a:extLst>
              <a:ext uri="{FF2B5EF4-FFF2-40B4-BE49-F238E27FC236}">
                <a16:creationId xmlns:a16="http://schemas.microsoft.com/office/drawing/2014/main" id="{B9C392F0-D9CA-045E-DC33-AD0DC6B7D521}"/>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4" name="Picture 3">
            <a:extLst>
              <a:ext uri="{FF2B5EF4-FFF2-40B4-BE49-F238E27FC236}">
                <a16:creationId xmlns:a16="http://schemas.microsoft.com/office/drawing/2014/main" id="{CB26F559-C57E-C96A-5BDB-3214E7F526F9}"/>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12700"/>
            <a:ext cx="12190413" cy="2194775"/>
          </a:xfrm>
          <a:prstGeom prst="rect">
            <a:avLst/>
          </a:prstGeom>
        </p:spPr>
      </p:pic>
    </p:spTree>
    <p:extLst>
      <p:ext uri="{BB962C8B-B14F-4D97-AF65-F5344CB8AC3E}">
        <p14:creationId xmlns:p14="http://schemas.microsoft.com/office/powerpoint/2010/main" val="24094552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737A2645-EE86-77F8-BA51-02B334B382F3}"/>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225035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3E638D-838D-E791-FA97-DF1E0C1C5B05}"/>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2B8147"/>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2B81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3925555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23673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575441" y="0"/>
            <a:ext cx="4614971"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266950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1838478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839BE6FA-B7B5-A88C-E18F-876B4ED3DA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82D8885F-4E7F-EF80-4D84-7E5D714299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6393183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792E169A-E915-E3DE-BA92-93C09B36D4A4}"/>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14837628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6D9F641A-4A14-37E2-75D5-B878BE1C5C4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26319497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06F759EE-3C87-F94D-DE8B-C1F8F6267F4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extLst>
      <p:ext uri="{BB962C8B-B14F-4D97-AF65-F5344CB8AC3E}">
        <p14:creationId xmlns:p14="http://schemas.microsoft.com/office/powerpoint/2010/main" val="333111559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4B87CF12-0B39-5309-9556-C2A61354510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E6E2F58D-FAE6-FF3D-033D-1E9A7E4431C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60755373-B3E7-9C1B-E82F-11A7F4765EC9}"/>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0" y="0"/>
            <a:ext cx="322983" cy="6858000"/>
          </a:xfrm>
          <a:prstGeom prst="rect">
            <a:avLst/>
          </a:prstGeom>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143965"/>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descr="A blue and white pattern&#10;&#10;AI-generated content may be incorrect.">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108433096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8"/>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2494423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3419153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B40DD2-1F97-577C-F238-A8F3D80AC38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83186373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33183D7-68B4-CBF0-CC42-25ECAFF9E40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5015931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C1395B-02F4-8526-B036-AE6FDC3AA60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2316529"/>
            <a:ext cx="12190413"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143965"/>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149422019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descr="A blue and white pattern&#10;&#10;AI-generated content may be incorrect.">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pic>
        <p:nvPicPr>
          <p:cNvPr id="7" name="Picture 6" descr="A blue and white pattern&#10;&#10;AI-generated content may be incorrect.">
            <a:extLst>
              <a:ext uri="{FF2B5EF4-FFF2-40B4-BE49-F238E27FC236}">
                <a16:creationId xmlns:a16="http://schemas.microsoft.com/office/drawing/2014/main" id="{B958C75F-ADDF-4683-07D9-8A46AFB8C4CB}"/>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10800000">
            <a:off x="-794" y="0"/>
            <a:ext cx="12190413" cy="2194775"/>
          </a:xfrm>
          <a:prstGeom prst="rect">
            <a:avLst/>
          </a:prstGeom>
        </p:spPr>
      </p:pic>
    </p:spTree>
    <p:extLst>
      <p:ext uri="{BB962C8B-B14F-4D97-AF65-F5344CB8AC3E}">
        <p14:creationId xmlns:p14="http://schemas.microsoft.com/office/powerpoint/2010/main" val="40243553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descr="A blue and white pattern&#10;&#10;AI-generated content may be incorrect.">
            <a:extLst>
              <a:ext uri="{FF2B5EF4-FFF2-40B4-BE49-F238E27FC236}">
                <a16:creationId xmlns:a16="http://schemas.microsoft.com/office/drawing/2014/main" id="{26C4D152-DE0B-2942-C2AB-74253AD7094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Tree>
    <p:extLst>
      <p:ext uri="{BB962C8B-B14F-4D97-AF65-F5344CB8AC3E}">
        <p14:creationId xmlns:p14="http://schemas.microsoft.com/office/powerpoint/2010/main" val="25255259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2" name="Picture 1" descr="A blue and white pattern&#10;&#10;AI-generated content may be incorrect.">
            <a:extLst>
              <a:ext uri="{FF2B5EF4-FFF2-40B4-BE49-F238E27FC236}">
                <a16:creationId xmlns:a16="http://schemas.microsoft.com/office/drawing/2014/main" id="{EFD95E81-EE85-94A2-01EB-DDD35923FA5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 y="4663225"/>
            <a:ext cx="12190413"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143965"/>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398683789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14396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1"/>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31649162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049783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323D0D43-B8FF-1B82-5425-940CCCC8FE2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98756691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A2207E90-1B20-894B-22B8-1246611676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1962606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37B0BDED-D83D-FD4E-94F0-3B2616AA53F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40874809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F8B88EEA-3A54-4860-556B-D6A6A0166F2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5721512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5C37EC70-3A95-9848-5065-7C7A9E822BC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160629240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C1E68608-310E-87E2-6084-F27D1E68B5C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65791475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88EBEE1F-D893-3AC1-EA24-B31DCC787854}"/>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325671368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6EEE28E3-A4D4-3431-633F-B27968B18E9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0"/>
            <a:ext cx="322982" cy="6858000"/>
          </a:xfrm>
          <a:prstGeom prst="rect">
            <a:avLst/>
          </a:prstGeom>
        </p:spPr>
      </p:pic>
    </p:spTree>
    <p:extLst>
      <p:ext uri="{BB962C8B-B14F-4D97-AF65-F5344CB8AC3E}">
        <p14:creationId xmlns:p14="http://schemas.microsoft.com/office/powerpoint/2010/main" val="90382453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61449B"/>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22849034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932192"/>
            <a:ext cx="12190412"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399747416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163847949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F47A7CF-FA6E-9D63-4999-01B9A163DA2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8432130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68B0634-51E2-A394-6F7B-F27A1B40C70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5283882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506744-2E5F-1C5E-C83C-024AB6A1E9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1"/>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61449B"/>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42287131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5" name="Picture 4">
            <a:extLst>
              <a:ext uri="{FF2B5EF4-FFF2-40B4-BE49-F238E27FC236}">
                <a16:creationId xmlns:a16="http://schemas.microsoft.com/office/drawing/2014/main" id="{5B5A1052-DF6F-F0CD-A7AF-D701A097127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pic>
        <p:nvPicPr>
          <p:cNvPr id="2" name="Picture 1">
            <a:extLst>
              <a:ext uri="{FF2B5EF4-FFF2-40B4-BE49-F238E27FC236}">
                <a16:creationId xmlns:a16="http://schemas.microsoft.com/office/drawing/2014/main" id="{E083018B-9E78-94F8-9F15-923743DC097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6" y="0"/>
            <a:ext cx="12190407" cy="2194775"/>
          </a:xfrm>
          <a:prstGeom prst="rect">
            <a:avLst/>
          </a:prstGeom>
        </p:spPr>
      </p:pic>
    </p:spTree>
    <p:extLst>
      <p:ext uri="{BB962C8B-B14F-4D97-AF65-F5344CB8AC3E}">
        <p14:creationId xmlns:p14="http://schemas.microsoft.com/office/powerpoint/2010/main" val="149629488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3" name="Picture 2">
            <a:extLst>
              <a:ext uri="{FF2B5EF4-FFF2-40B4-BE49-F238E27FC236}">
                <a16:creationId xmlns:a16="http://schemas.microsoft.com/office/drawing/2014/main" id="{04EF9367-6309-BD09-F10A-FF6AF59B626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Tree>
    <p:extLst>
      <p:ext uri="{BB962C8B-B14F-4D97-AF65-F5344CB8AC3E}">
        <p14:creationId xmlns:p14="http://schemas.microsoft.com/office/powerpoint/2010/main" val="42741463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1AE3BF-9E99-B24F-E743-EB1A42651CB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5"/>
          </a:xfrm>
          <a:prstGeom prst="rect">
            <a:avLst/>
          </a:prstGeom>
        </p:spPr>
      </p:pic>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spTree>
    <p:extLst>
      <p:ext uri="{BB962C8B-B14F-4D97-AF65-F5344CB8AC3E}">
        <p14:creationId xmlns:p14="http://schemas.microsoft.com/office/powerpoint/2010/main" val="210943389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6144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2" y="0"/>
            <a:ext cx="4614969"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9023295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9727746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5" name="Picture 4">
            <a:extLst>
              <a:ext uri="{FF2B5EF4-FFF2-40B4-BE49-F238E27FC236}">
                <a16:creationId xmlns:a16="http://schemas.microsoft.com/office/drawing/2014/main" id="{16C20936-BAEF-0860-376C-E62AEA172F37}"/>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34069875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4" name="Picture 3">
            <a:extLst>
              <a:ext uri="{FF2B5EF4-FFF2-40B4-BE49-F238E27FC236}">
                <a16:creationId xmlns:a16="http://schemas.microsoft.com/office/drawing/2014/main" id="{BCE33224-DA35-0C93-D411-F621BA6DFD2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7590096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7" name="Picture 6">
            <a:extLst>
              <a:ext uri="{FF2B5EF4-FFF2-40B4-BE49-F238E27FC236}">
                <a16:creationId xmlns:a16="http://schemas.microsoft.com/office/drawing/2014/main" id="{1F38F35C-E1EA-7E26-CFA2-D2EABDFABD4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57125634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3" name="Picture 2">
            <a:extLst>
              <a:ext uri="{FF2B5EF4-FFF2-40B4-BE49-F238E27FC236}">
                <a16:creationId xmlns:a16="http://schemas.microsoft.com/office/drawing/2014/main" id="{E9096B68-4A77-76B9-2D56-7D11D872FDE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1015459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4" name="Picture 3">
            <a:extLst>
              <a:ext uri="{FF2B5EF4-FFF2-40B4-BE49-F238E27FC236}">
                <a16:creationId xmlns:a16="http://schemas.microsoft.com/office/drawing/2014/main" id="{DA82E847-E70E-3A6A-CC65-DAD8C517488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96358081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6" name="Picture 5">
            <a:extLst>
              <a:ext uri="{FF2B5EF4-FFF2-40B4-BE49-F238E27FC236}">
                <a16:creationId xmlns:a16="http://schemas.microsoft.com/office/drawing/2014/main" id="{E929BE76-65BC-6165-2E99-A58E49A36F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401343196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5" name="Picture 4">
            <a:extLst>
              <a:ext uri="{FF2B5EF4-FFF2-40B4-BE49-F238E27FC236}">
                <a16:creationId xmlns:a16="http://schemas.microsoft.com/office/drawing/2014/main" id="{2D8527D9-6738-140E-CAE9-854D12AA994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1822895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4" name="Picture 3">
            <a:extLst>
              <a:ext uri="{FF2B5EF4-FFF2-40B4-BE49-F238E27FC236}">
                <a16:creationId xmlns:a16="http://schemas.microsoft.com/office/drawing/2014/main" id="{90177C41-8A77-B2A7-EC04-03F37364BC9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2" cy="6857984"/>
          </a:xfrm>
          <a:prstGeom prst="rect">
            <a:avLst/>
          </a:prstGeom>
        </p:spPr>
      </p:pic>
    </p:spTree>
    <p:extLst>
      <p:ext uri="{BB962C8B-B14F-4D97-AF65-F5344CB8AC3E}">
        <p14:creationId xmlns:p14="http://schemas.microsoft.com/office/powerpoint/2010/main" val="20623482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_Alg I_Title Slide">
    <p:bg>
      <p:bgPr>
        <a:solidFill>
          <a:schemeClr val="bg1"/>
        </a:solidFill>
        <a:effectLst/>
      </p:bgPr>
    </p:bg>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F992793D-996B-68F1-CC42-4A64BF66E531}"/>
              </a:ext>
            </a:extLst>
          </p:cNvPr>
          <p:cNvSpPr>
            <a:spLocks noGrp="1"/>
          </p:cNvSpPr>
          <p:nvPr>
            <p:ph type="body" sz="quarter" idx="10" hasCustomPrompt="1"/>
          </p:nvPr>
        </p:nvSpPr>
        <p:spPr>
          <a:xfrm>
            <a:off x="-1590" y="1622759"/>
            <a:ext cx="12192003" cy="1819137"/>
          </a:xfrm>
          <a:prstGeom prst="rect">
            <a:avLst/>
          </a:prstGeom>
        </p:spPr>
        <p:txBody>
          <a:bodyPr/>
          <a:lstStyle>
            <a:lvl1pPr marL="0" indent="0" algn="ctr">
              <a:buNone/>
              <a:defRPr sz="6000" b="1">
                <a:solidFill>
                  <a:srgbClr val="0084AC"/>
                </a:solidFill>
              </a:defRPr>
            </a:lvl1pPr>
          </a:lstStyle>
          <a:p>
            <a:pPr lvl="0"/>
            <a:r>
              <a:rPr lang="en-US" sz="6000" dirty="0"/>
              <a:t>Module Name</a:t>
            </a:r>
          </a:p>
          <a:p>
            <a:pPr lvl="0"/>
            <a:r>
              <a:rPr lang="en-US" sz="6000" dirty="0"/>
              <a:t>Name</a:t>
            </a:r>
          </a:p>
          <a:p>
            <a:pPr lvl="0"/>
            <a:endParaRPr lang="en-US" dirty="0"/>
          </a:p>
        </p:txBody>
      </p:sp>
      <p:sp>
        <p:nvSpPr>
          <p:cNvPr id="5" name="Text Placeholder 5">
            <a:extLst>
              <a:ext uri="{FF2B5EF4-FFF2-40B4-BE49-F238E27FC236}">
                <a16:creationId xmlns:a16="http://schemas.microsoft.com/office/drawing/2014/main" id="{74F0E467-86F1-F51B-377D-DE8A5155B5E1}"/>
              </a:ext>
            </a:extLst>
          </p:cNvPr>
          <p:cNvSpPr>
            <a:spLocks noGrp="1"/>
          </p:cNvSpPr>
          <p:nvPr>
            <p:ph type="body" sz="quarter" idx="13" hasCustomPrompt="1"/>
          </p:nvPr>
        </p:nvSpPr>
        <p:spPr>
          <a:xfrm>
            <a:off x="-1590" y="3641189"/>
            <a:ext cx="12190413" cy="822457"/>
          </a:xfrm>
          <a:prstGeom prst="rect">
            <a:avLst/>
          </a:prstGeom>
        </p:spPr>
        <p:txBody>
          <a:bodyPr anchor="ctr"/>
          <a:lstStyle>
            <a:lvl1pPr marL="0" indent="0" algn="ctr">
              <a:buNone/>
              <a:defRPr sz="4400" b="0">
                <a:solidFill>
                  <a:srgbClr val="143965"/>
                </a:solidFill>
              </a:defRPr>
            </a:lvl1pPr>
          </a:lstStyle>
          <a:p>
            <a:pPr lvl="0"/>
            <a:r>
              <a:rPr lang="en-US" dirty="0"/>
              <a:t>Grade # | Module # | Topic X | Lesson #</a:t>
            </a:r>
          </a:p>
        </p:txBody>
      </p:sp>
      <p:sp>
        <p:nvSpPr>
          <p:cNvPr id="2" name="Round Single Corner Rectangle 1">
            <a:extLst>
              <a:ext uri="{FF2B5EF4-FFF2-40B4-BE49-F238E27FC236}">
                <a16:creationId xmlns:a16="http://schemas.microsoft.com/office/drawing/2014/main" id="{7D24360F-9CDE-6F31-8095-CEDD386A0B5F}"/>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6706451E-BBBC-107B-E631-3F63997BE9D6}"/>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18" name="Picture 17" descr="A blue and black logo&#10;&#10;AI-generated content may be incorrect.">
            <a:extLst>
              <a:ext uri="{FF2B5EF4-FFF2-40B4-BE49-F238E27FC236}">
                <a16:creationId xmlns:a16="http://schemas.microsoft.com/office/drawing/2014/main" id="{B203EADC-2DB3-1EE5-60AF-D1787BEEC07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19" name="TextBox 18">
            <a:extLst>
              <a:ext uri="{FF2B5EF4-FFF2-40B4-BE49-F238E27FC236}">
                <a16:creationId xmlns:a16="http://schemas.microsoft.com/office/drawing/2014/main" id="{2804B40F-0DA7-E0E3-162C-E301ABDD7551}"/>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20" name="Rounded Rectangle 19">
            <a:extLst>
              <a:ext uri="{FF2B5EF4-FFF2-40B4-BE49-F238E27FC236}">
                <a16:creationId xmlns:a16="http://schemas.microsoft.com/office/drawing/2014/main" id="{A6542DB2-F324-40CF-3B49-6D031A4E64E1}"/>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E0930552-3750-2EC0-AA03-FF31F6332588}"/>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pic>
        <p:nvPicPr>
          <p:cNvPr id="8" name="Picture 7">
            <a:extLst>
              <a:ext uri="{FF2B5EF4-FFF2-40B4-BE49-F238E27FC236}">
                <a16:creationId xmlns:a16="http://schemas.microsoft.com/office/drawing/2014/main" id="{F8551CF0-DABA-0FFF-DE83-145FA6143FA8}"/>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5925996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9_G2 Copyright">
    <p:bg>
      <p:bgPr>
        <a:solidFill>
          <a:schemeClr val="bg1"/>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72307BBC-7B87-E2A3-8D37-F3412D1BA5D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932192"/>
            <a:ext cx="12190410" cy="5925807"/>
          </a:xfrm>
          <a:prstGeom prst="rect">
            <a:avLst/>
          </a:prstGeom>
        </p:spPr>
      </p:pic>
      <p:sp>
        <p:nvSpPr>
          <p:cNvPr id="4" name="Oval 3">
            <a:extLst>
              <a:ext uri="{FF2B5EF4-FFF2-40B4-BE49-F238E27FC236}">
                <a16:creationId xmlns:a16="http://schemas.microsoft.com/office/drawing/2014/main" id="{ABB595A4-9EBD-188A-EC7D-0AAB0001E823}"/>
              </a:ext>
            </a:extLst>
          </p:cNvPr>
          <p:cNvSpPr/>
          <p:nvPr userDrawn="1"/>
        </p:nvSpPr>
        <p:spPr>
          <a:xfrm>
            <a:off x="1668545" y="2356700"/>
            <a:ext cx="1715678" cy="2648931"/>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5165B0B-BFFB-F8AF-28CB-AB06CD2FE816}"/>
              </a:ext>
            </a:extLst>
          </p:cNvPr>
          <p:cNvSpPr/>
          <p:nvPr userDrawn="1"/>
        </p:nvSpPr>
        <p:spPr>
          <a:xfrm>
            <a:off x="1310326" y="4873659"/>
            <a:ext cx="2073897" cy="6790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FE5A3C38-7B14-ED97-6C60-8F0EC5C9B272}"/>
              </a:ext>
            </a:extLst>
          </p:cNvPr>
          <p:cNvSpPr txBox="1"/>
          <p:nvPr userDrawn="1"/>
        </p:nvSpPr>
        <p:spPr>
          <a:xfrm>
            <a:off x="1023907" y="1792363"/>
            <a:ext cx="10141011" cy="4247317"/>
          </a:xfrm>
          <a:prstGeom prst="rect">
            <a:avLst/>
          </a:prstGeom>
          <a:solidFill>
            <a:schemeClr val="bg1"/>
          </a:solidFill>
          <a:ln w="38100">
            <a:solidFill>
              <a:schemeClr val="bg1"/>
            </a:solidFill>
          </a:ln>
        </p:spPr>
        <p:txBody>
          <a:bodyPr wrap="square" lIns="91440" tIns="45720" rIns="91440" bIns="45720" rtlCol="0" anchor="t">
            <a:spAutoFit/>
          </a:bodyPr>
          <a:lstStyle/>
          <a:p>
            <a:r>
              <a:rPr lang="en-US" b="1" dirty="0">
                <a:solidFill>
                  <a:schemeClr val="bg2">
                    <a:lumMod val="25000"/>
                  </a:schemeClr>
                </a:solidFill>
              </a:rPr>
              <a:t>Acknowledgment</a:t>
            </a:r>
          </a:p>
          <a:p>
            <a:r>
              <a:rPr lang="en-US" dirty="0">
                <a:solidFill>
                  <a:schemeClr val="bg2">
                    <a:lumMod val="25000"/>
                  </a:schemeClr>
                </a:solidFill>
              </a:rPr>
              <a:t>Thank you to all the Texas educators and stakeholders who supported the review process and provided feedback. These materials are the result of the work of numerous individuals, and we are deeply grateful for their contributions.</a:t>
            </a:r>
            <a:endParaRPr lang="en-US" dirty="0">
              <a:solidFill>
                <a:schemeClr val="bg2">
                  <a:lumMod val="25000"/>
                </a:schemeClr>
              </a:solidFill>
              <a:cs typeface="Calibri"/>
            </a:endParaRPr>
          </a:p>
          <a:p>
            <a:endParaRPr lang="en-US" dirty="0">
              <a:solidFill>
                <a:schemeClr val="bg2">
                  <a:lumMod val="25000"/>
                </a:schemeClr>
              </a:solidFill>
            </a:endParaRPr>
          </a:p>
          <a:p>
            <a:r>
              <a:rPr lang="en-US" b="1" dirty="0">
                <a:solidFill>
                  <a:schemeClr val="bg2">
                    <a:lumMod val="25000"/>
                  </a:schemeClr>
                </a:solidFill>
              </a:rPr>
              <a:t>Notice</a:t>
            </a:r>
            <a:endParaRPr lang="en-US" b="1" dirty="0">
              <a:solidFill>
                <a:schemeClr val="bg2">
                  <a:lumMod val="25000"/>
                </a:schemeClr>
              </a:solidFill>
              <a:cs typeface="Calibri"/>
            </a:endParaRPr>
          </a:p>
          <a:p>
            <a:r>
              <a:rPr lang="en-US" dirty="0">
                <a:solidFill>
                  <a:schemeClr val="bg2">
                    <a:lumMod val="25000"/>
                  </a:schemeClr>
                </a:solidFill>
              </a:rPr>
              <a:t>These learning resources have been built for Texas students, aligned to the Texas Essential Knowledge and Skills, and are made available pursuant to Chapter 31, Subchapter B-1 of the Texas Education Code.</a:t>
            </a:r>
            <a:endParaRPr lang="en-US" dirty="0">
              <a:solidFill>
                <a:schemeClr val="bg2">
                  <a:lumMod val="25000"/>
                </a:schemeClr>
              </a:solidFill>
              <a:cs typeface="Calibri"/>
            </a:endParaRPr>
          </a:p>
          <a:p>
            <a:r>
              <a:rPr lang="en-US" dirty="0">
                <a:solidFill>
                  <a:schemeClr val="bg2">
                    <a:lumMod val="25000"/>
                  </a:schemeClr>
                </a:solidFill>
              </a:rPr>
              <a:t>If you have further questions or to report an error, please email </a:t>
            </a:r>
            <a:r>
              <a:rPr lang="en-US" dirty="0">
                <a:solidFill>
                  <a:schemeClr val="bg2">
                    <a:lumMod val="25000"/>
                  </a:schemeClr>
                </a:solidFill>
                <a:hlinkClick r:id="rId3">
                  <a:extLst>
                    <a:ext uri="{A12FA001-AC4F-418D-AE19-62706E023703}">
                      <ahyp:hlinkClr xmlns:ahyp="http://schemas.microsoft.com/office/drawing/2018/hyperlinkcolor" val="tx"/>
                    </a:ext>
                  </a:extLst>
                </a:hlinkClick>
              </a:rPr>
              <a:t>openeducationresources@tea.texas.gov</a:t>
            </a:r>
            <a:r>
              <a:rPr lang="en-US" dirty="0">
                <a:solidFill>
                  <a:schemeClr val="bg2">
                    <a:lumMod val="25000"/>
                  </a:schemeClr>
                </a:solidFill>
              </a:rPr>
              <a:t>.</a:t>
            </a:r>
          </a:p>
          <a:p>
            <a:endParaRPr lang="en-US" dirty="0">
              <a:solidFill>
                <a:schemeClr val="bg2">
                  <a:lumMod val="25000"/>
                </a:schemeClr>
              </a:solidFill>
              <a:cs typeface="Calibri"/>
            </a:endParaRPr>
          </a:p>
          <a:p>
            <a:r>
              <a:rPr lang="en-US" dirty="0">
                <a:solidFill>
                  <a:schemeClr val="bg2">
                    <a:lumMod val="25000"/>
                  </a:schemeClr>
                </a:solidFill>
                <a:cs typeface="Calibri"/>
              </a:rPr>
              <a:t>Copyright ©2024 Texas Education Agency. This work based on or adapted from materials contained in Great Minds' Eureka Math® K-5 PDF files. </a:t>
            </a:r>
          </a:p>
          <a:p>
            <a:endParaRPr lang="en-US" dirty="0">
              <a:solidFill>
                <a:schemeClr val="bg2">
                  <a:lumMod val="25000"/>
                </a:schemeClr>
              </a:solidFill>
              <a:cs typeface="Calibri"/>
            </a:endParaRPr>
          </a:p>
          <a:p>
            <a:r>
              <a:rPr lang="en-US" dirty="0">
                <a:solidFill>
                  <a:schemeClr val="bg2">
                    <a:lumMod val="25000"/>
                  </a:schemeClr>
                </a:solidFill>
                <a:cs typeface="Calibri"/>
              </a:rPr>
              <a:t>These materials are made available by the Texas Education Agency under an open license. For information about the license and your rights to use the materials, visit: </a:t>
            </a:r>
            <a:r>
              <a:rPr lang="en-US" dirty="0">
                <a:solidFill>
                  <a:schemeClr val="bg2">
                    <a:lumMod val="25000"/>
                  </a:schemeClr>
                </a:solidFill>
                <a:cs typeface="Calibri"/>
                <a:hlinkClick r:id="rId4">
                  <a:extLst>
                    <a:ext uri="{A12FA001-AC4F-418D-AE19-62706E023703}">
                      <ahyp:hlinkClr xmlns:ahyp="http://schemas.microsoft.com/office/drawing/2018/hyperlinkcolor" val="tx"/>
                    </a:ext>
                  </a:extLst>
                </a:hlinkClick>
              </a:rPr>
              <a:t>https://tea.texas.gov/K-5Math</a:t>
            </a:r>
            <a:r>
              <a:rPr lang="en-US" dirty="0">
                <a:solidFill>
                  <a:schemeClr val="bg2">
                    <a:lumMod val="25000"/>
                  </a:schemeClr>
                </a:solidFill>
                <a:cs typeface="Calibri"/>
              </a:rPr>
              <a:t>. </a:t>
            </a:r>
          </a:p>
        </p:txBody>
      </p:sp>
      <p:pic>
        <p:nvPicPr>
          <p:cNvPr id="3" name="Picture 2" descr="A blue and black logo&#10;&#10;AI-generated content may be incorrect.">
            <a:extLst>
              <a:ext uri="{FF2B5EF4-FFF2-40B4-BE49-F238E27FC236}">
                <a16:creationId xmlns:a16="http://schemas.microsoft.com/office/drawing/2014/main" id="{8A2CBEDA-4313-4320-C727-637FCF5AEF9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84963" y="101527"/>
            <a:ext cx="2080268" cy="682524"/>
          </a:xfrm>
          <a:prstGeom prst="rect">
            <a:avLst/>
          </a:prstGeom>
        </p:spPr>
      </p:pic>
      <p:sp>
        <p:nvSpPr>
          <p:cNvPr id="8" name="TextBox 7">
            <a:extLst>
              <a:ext uri="{FF2B5EF4-FFF2-40B4-BE49-F238E27FC236}">
                <a16:creationId xmlns:a16="http://schemas.microsoft.com/office/drawing/2014/main" id="{AC3E9A39-7598-7D98-AC32-2789E161EFE4}"/>
              </a:ext>
            </a:extLst>
          </p:cNvPr>
          <p:cNvSpPr txBox="1"/>
          <p:nvPr userDrawn="1"/>
        </p:nvSpPr>
        <p:spPr>
          <a:xfrm>
            <a:off x="862304" y="69238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Tree>
    <p:extLst>
      <p:ext uri="{BB962C8B-B14F-4D97-AF65-F5344CB8AC3E}">
        <p14:creationId xmlns:p14="http://schemas.microsoft.com/office/powerpoint/2010/main" val="166374067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Alg I_Activity">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2C7DDC4C-990F-1B63-3B21-F01BAF7FCDF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a:extLst>
              <a:ext uri="{FF2B5EF4-FFF2-40B4-BE49-F238E27FC236}">
                <a16:creationId xmlns:a16="http://schemas.microsoft.com/office/drawing/2014/main" id="{F6D852E4-016A-EA34-8A0F-CD386348DEB3}"/>
              </a:ext>
              <a:ext uri="{C183D7F6-B498-43B3-948B-1728B52AA6E4}">
                <adec:decorative xmlns:adec="http://schemas.microsoft.com/office/drawing/2017/decorative" val="1"/>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endParaRPr baseline="0" dirty="0">
              <a:solidFill>
                <a:schemeClr val="bg1"/>
              </a:solidFill>
              <a:latin typeface="Calibri" panose="020F0502020204030204" pitchFamily="34" charset="0"/>
            </a:endParaRPr>
          </a:p>
        </p:txBody>
      </p:sp>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40100" y="3136900"/>
            <a:ext cx="3302000"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r"/>
            <a:r>
              <a:rPr lang="en-US" baseline="0" dirty="0">
                <a:solidFill>
                  <a:schemeClr val="bg1"/>
                </a:solidFill>
                <a:latin typeface="Calibri" panose="020F0502020204030204" pitchFamily="34" charset="0"/>
              </a:rPr>
              <a:t>Activity </a:t>
            </a:r>
            <a:endParaRPr baseline="0" dirty="0">
              <a:solidFill>
                <a:schemeClr val="bg1"/>
              </a:solidFill>
              <a:latin typeface="Calibri" panose="020F0502020204030204" pitchFamily="34" charset="0"/>
            </a:endParaRPr>
          </a:p>
        </p:txBody>
      </p:sp>
      <p:sp>
        <p:nvSpPr>
          <p:cNvPr id="7" name="Text Placeholder 6">
            <a:extLst>
              <a:ext uri="{FF2B5EF4-FFF2-40B4-BE49-F238E27FC236}">
                <a16:creationId xmlns:a16="http://schemas.microsoft.com/office/drawing/2014/main" id="{D2068F8D-A07F-AA10-7BDF-A0C4AF8C7BFF}"/>
              </a:ext>
            </a:extLst>
          </p:cNvPr>
          <p:cNvSpPr>
            <a:spLocks noGrp="1"/>
          </p:cNvSpPr>
          <p:nvPr>
            <p:ph type="body" sz="quarter" idx="11" hasCustomPrompt="1"/>
          </p:nvPr>
        </p:nvSpPr>
        <p:spPr>
          <a:xfrm>
            <a:off x="6769100" y="2957776"/>
            <a:ext cx="2025986" cy="1125537"/>
          </a:xfrm>
          <a:prstGeom prst="rect">
            <a:avLst/>
          </a:prstGeom>
        </p:spPr>
        <p:txBody>
          <a:bodyPr/>
          <a:lstStyle>
            <a:lvl1pPr marL="0" indent="0" algn="l">
              <a:buNone/>
              <a:defRPr sz="7500" b="1">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lvl="0"/>
            <a:r>
              <a:rPr lang="en-US" dirty="0"/>
              <a:t>##</a:t>
            </a:r>
          </a:p>
        </p:txBody>
      </p:sp>
      <p:pic>
        <p:nvPicPr>
          <p:cNvPr id="4" name="Picture 3" descr="A black and white image of a stopwatch&#10;&#10;Description automatically generated">
            <a:extLst>
              <a:ext uri="{FF2B5EF4-FFF2-40B4-BE49-F238E27FC236}">
                <a16:creationId xmlns:a16="http://schemas.microsoft.com/office/drawing/2014/main" id="{D534F636-9377-D630-3F35-5D038B245C6E}"/>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DAE8B7F8-6AC2-B8A4-640E-8FE90B678918}"/>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34851439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lg I_Talk the Talk">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01893B-1034-6084-9BBE-7D15B94B1E1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3352800" y="2984501"/>
            <a:ext cx="5499100"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Talk the Talk</a:t>
            </a:r>
            <a:endParaRPr baseline="0" dirty="0">
              <a:solidFill>
                <a:schemeClr val="bg1"/>
              </a:solidFill>
              <a:latin typeface="Calibri" panose="020F0502020204030204" pitchFamily="34" charset="0"/>
            </a:endParaRPr>
          </a:p>
        </p:txBody>
      </p:sp>
      <p:pic>
        <p:nvPicPr>
          <p:cNvPr id="10" name="Picture 9" descr="A black and white image of a stopwatch&#10;&#10;Description automatically generated">
            <a:extLst>
              <a:ext uri="{FF2B5EF4-FFF2-40B4-BE49-F238E27FC236}">
                <a16:creationId xmlns:a16="http://schemas.microsoft.com/office/drawing/2014/main" id="{CE73D4F7-C35E-90BA-B80C-E6CB2DC880F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11" name="Text Placeholder 10">
            <a:extLst>
              <a:ext uri="{FF2B5EF4-FFF2-40B4-BE49-F238E27FC236}">
                <a16:creationId xmlns:a16="http://schemas.microsoft.com/office/drawing/2014/main" id="{1AA23D1B-1B3F-0CA6-C43C-BA9AEE12E5DF}"/>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216722188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F9BCCF-AB16-EB3C-7687-F7D6FB68E7A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2767915" y="2984501"/>
            <a:ext cx="666029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Getting Started</a:t>
            </a:r>
            <a:endParaRPr baseline="0" dirty="0">
              <a:solidFill>
                <a:schemeClr val="bg1"/>
              </a:solidFill>
              <a:latin typeface="Calibri" panose="020F0502020204030204" pitchFamily="34" charset="0"/>
            </a:endParaRPr>
          </a:p>
        </p:txBody>
      </p:sp>
      <p:pic>
        <p:nvPicPr>
          <p:cNvPr id="8" name="Picture 7" descr="A black and white image of a stopwatch&#10;&#10;Description automatically generated">
            <a:extLst>
              <a:ext uri="{FF2B5EF4-FFF2-40B4-BE49-F238E27FC236}">
                <a16:creationId xmlns:a16="http://schemas.microsoft.com/office/drawing/2014/main" id="{D0B206A4-53F8-1A55-3AAC-FA344E66508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10585174" y="5576768"/>
            <a:ext cx="1746598" cy="1130153"/>
          </a:xfrm>
          <a:prstGeom prst="rect">
            <a:avLst/>
          </a:prstGeom>
        </p:spPr>
      </p:pic>
      <p:sp>
        <p:nvSpPr>
          <p:cNvPr id="9" name="Text Placeholder 10">
            <a:extLst>
              <a:ext uri="{FF2B5EF4-FFF2-40B4-BE49-F238E27FC236}">
                <a16:creationId xmlns:a16="http://schemas.microsoft.com/office/drawing/2014/main" id="{B0FE485E-9F70-BE82-8FD9-400E2BFB5CAC}"/>
              </a:ext>
            </a:extLst>
          </p:cNvPr>
          <p:cNvSpPr>
            <a:spLocks noGrp="1"/>
          </p:cNvSpPr>
          <p:nvPr>
            <p:ph type="body" sz="quarter" idx="12" hasCustomPrompt="1"/>
          </p:nvPr>
        </p:nvSpPr>
        <p:spPr>
          <a:xfrm>
            <a:off x="10614990" y="5814529"/>
            <a:ext cx="863947" cy="795338"/>
          </a:xfrm>
          <a:prstGeom prst="rect">
            <a:avLst/>
          </a:prstGeom>
        </p:spPr>
        <p:txBody>
          <a:bodyPr anchor="ctr"/>
          <a:lstStyle>
            <a:lvl1pPr marL="0" indent="0" algn="ctr">
              <a:buNone/>
              <a:defRPr sz="2000">
                <a:solidFill>
                  <a:schemeClr val="bg2">
                    <a:lumMod val="10000"/>
                  </a:schemeClr>
                </a:solidFill>
              </a:defRPr>
            </a:lvl1pPr>
            <a:lvl2pPr marL="457200" indent="0" algn="ctr">
              <a:buNone/>
              <a:defRPr sz="2000">
                <a:solidFill>
                  <a:schemeClr val="bg2">
                    <a:lumMod val="10000"/>
                  </a:schemeClr>
                </a:solidFill>
              </a:defRPr>
            </a:lvl2pPr>
            <a:lvl3pPr marL="914400" indent="0" algn="ctr">
              <a:buNone/>
              <a:defRPr sz="2000">
                <a:solidFill>
                  <a:schemeClr val="bg2">
                    <a:lumMod val="10000"/>
                  </a:schemeClr>
                </a:solidFill>
              </a:defRPr>
            </a:lvl3pPr>
            <a:lvl4pPr marL="1371600" indent="0" algn="ctr">
              <a:buNone/>
              <a:defRPr sz="2000">
                <a:solidFill>
                  <a:schemeClr val="bg2">
                    <a:lumMod val="10000"/>
                  </a:schemeClr>
                </a:solidFill>
              </a:defRPr>
            </a:lvl4pPr>
            <a:lvl5pPr marL="1828800" indent="0" algn="ctr">
              <a:buNone/>
              <a:defRPr sz="2000">
                <a:solidFill>
                  <a:schemeClr val="bg2">
                    <a:lumMod val="10000"/>
                  </a:schemeClr>
                </a:solidFill>
              </a:defRPr>
            </a:lvl5pPr>
          </a:lstStyle>
          <a:p>
            <a:pPr lvl="0"/>
            <a:r>
              <a:rPr lang="en-US" dirty="0"/>
              <a:t>x</a:t>
            </a:r>
          </a:p>
        </p:txBody>
      </p:sp>
    </p:spTree>
    <p:extLst>
      <p:ext uri="{BB962C8B-B14F-4D97-AF65-F5344CB8AC3E}">
        <p14:creationId xmlns:p14="http://schemas.microsoft.com/office/powerpoint/2010/main" val="79028088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Alg I_Getting Starte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71D682-097A-FF63-0838-13F3C038ED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3" y="2316529"/>
            <a:ext cx="12190409" cy="2682140"/>
          </a:xfrm>
          <a:prstGeom prst="rect">
            <a:avLst/>
          </a:prstGeom>
        </p:spPr>
      </p:pic>
      <p:sp>
        <p:nvSpPr>
          <p:cNvPr id="6" name="Google Shape;61;g28e21d7ade9_0_16" descr="A green and black pattern&#10;&#10;AI-generated content may be incorrect.">
            <a:extLst>
              <a:ext uri="{FF2B5EF4-FFF2-40B4-BE49-F238E27FC236}">
                <a16:creationId xmlns:a16="http://schemas.microsoft.com/office/drawing/2014/main" id="{C2C1BA0A-E3ED-D685-26AE-3EC8940B8BC7}"/>
              </a:ext>
              <a:ext uri="{C183D7F6-B498-43B3-948B-1728B52AA6E4}">
                <adec:decorative xmlns:adec="http://schemas.microsoft.com/office/drawing/2017/decorative" val="0"/>
              </a:ext>
            </a:extLst>
          </p:cNvPr>
          <p:cNvSpPr txBox="1"/>
          <p:nvPr userDrawn="1"/>
        </p:nvSpPr>
        <p:spPr>
          <a:xfrm>
            <a:off x="3866323" y="2984501"/>
            <a:ext cx="4432852" cy="1143000"/>
          </a:xfrm>
          <a:prstGeom prst="rect">
            <a:avLst/>
          </a:prstGeom>
          <a:solidFill>
            <a:srgbClr val="0084AC"/>
          </a:solidFill>
          <a:ln w="12700">
            <a:miter lim="400000"/>
          </a:ln>
        </p:spPr>
        <p:txBody>
          <a:bodyPr wrap="square" lIns="0" tIns="0" rIns="0" bIns="0" anchor="b" anchorCtr="0">
            <a:no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pPr algn="ctr"/>
            <a:r>
              <a:rPr lang="en-US" baseline="0" dirty="0">
                <a:solidFill>
                  <a:schemeClr val="bg1"/>
                </a:solidFill>
                <a:latin typeface="Calibri" panose="020F0502020204030204" pitchFamily="34" charset="0"/>
              </a:rPr>
              <a:t>Prepare</a:t>
            </a:r>
            <a:endParaRPr baseline="0" dirty="0">
              <a:solidFill>
                <a:schemeClr val="bg1"/>
              </a:solidFill>
              <a:latin typeface="Calibri" panose="020F0502020204030204" pitchFamily="34" charset="0"/>
            </a:endParaRPr>
          </a:p>
        </p:txBody>
      </p:sp>
    </p:spTree>
    <p:extLst>
      <p:ext uri="{BB962C8B-B14F-4D97-AF65-F5344CB8AC3E}">
        <p14:creationId xmlns:p14="http://schemas.microsoft.com/office/powerpoint/2010/main" val="36887234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Alg I_Session Divider">
    <p:bg>
      <p:bgPr>
        <a:solidFill>
          <a:schemeClr val="bg1"/>
        </a:solidFill>
        <a:effectLst/>
      </p:bgPr>
    </p:bg>
    <p:spTree>
      <p:nvGrpSpPr>
        <p:cNvPr id="1" name=""/>
        <p:cNvGrpSpPr/>
        <p:nvPr/>
      </p:nvGrpSpPr>
      <p:grpSpPr>
        <a:xfrm>
          <a:off x="0" y="0"/>
          <a:ext cx="0" cy="0"/>
          <a:chOff x="0" y="0"/>
          <a:chExt cx="0" cy="0"/>
        </a:xfrm>
      </p:grpSpPr>
      <p:sp>
        <p:nvSpPr>
          <p:cNvPr id="3" name="Google Shape;61;g28e21d7ade9_0_16">
            <a:extLst>
              <a:ext uri="{FF2B5EF4-FFF2-40B4-BE49-F238E27FC236}">
                <a16:creationId xmlns:a16="http://schemas.microsoft.com/office/drawing/2014/main" id="{C468208C-9EFA-7DAE-9428-FDDC1F6DDA5F}"/>
              </a:ext>
            </a:extLst>
          </p:cNvPr>
          <p:cNvSpPr txBox="1"/>
          <p:nvPr userDrawn="1"/>
        </p:nvSpPr>
        <p:spPr>
          <a:xfrm>
            <a:off x="4918157" y="2955793"/>
            <a:ext cx="1512037" cy="946413"/>
          </a:xfrm>
          <a:prstGeom prst="rect">
            <a:avLst/>
          </a:prstGeom>
          <a:ln w="12700">
            <a:miter lim="400000"/>
          </a:ln>
        </p:spPr>
        <p:txBody>
          <a:bodyPr wrap="square" lIns="0" tIns="0" rIns="0" bIns="0">
            <a:spAutoFit/>
          </a:bodyPr>
          <a:lstStyle>
            <a:lvl1pPr>
              <a:lnSpc>
                <a:spcPct val="80000"/>
              </a:lnSpc>
              <a:defRPr sz="7500" b="1">
                <a:solidFill>
                  <a:srgbClr val="242D60"/>
                </a:solidFill>
                <a:latin typeface="Century Gothic" panose="020B0502020202020204"/>
                <a:ea typeface="Century Gothic" panose="020B0502020202020204"/>
                <a:cs typeface="Century Gothic" panose="020B0502020202020204"/>
                <a:sym typeface="Century Gothic" panose="020B0502020202020204"/>
              </a:defRPr>
            </a:lvl1pPr>
          </a:lstStyle>
          <a:p>
            <a:r>
              <a:rPr lang="en-US" baseline="0" dirty="0">
                <a:solidFill>
                  <a:schemeClr val="bg2">
                    <a:lumMod val="10000"/>
                  </a:schemeClr>
                </a:solidFill>
                <a:latin typeface="Calibri" panose="020F0502020204030204" pitchFamily="34" charset="0"/>
              </a:rPr>
              <a:t>Day</a:t>
            </a:r>
            <a:endParaRPr baseline="0" dirty="0">
              <a:solidFill>
                <a:schemeClr val="bg2">
                  <a:lumMod val="10000"/>
                </a:schemeClr>
              </a:solidFill>
              <a:latin typeface="Calibri" panose="020F0502020204030204" pitchFamily="34" charset="0"/>
            </a:endParaRPr>
          </a:p>
        </p:txBody>
      </p:sp>
      <p:sp>
        <p:nvSpPr>
          <p:cNvPr id="6" name="Text Placeholder 5">
            <a:extLst>
              <a:ext uri="{FF2B5EF4-FFF2-40B4-BE49-F238E27FC236}">
                <a16:creationId xmlns:a16="http://schemas.microsoft.com/office/drawing/2014/main" id="{387DC733-57F9-7B5A-186D-1BA8C44555D4}"/>
              </a:ext>
            </a:extLst>
          </p:cNvPr>
          <p:cNvSpPr>
            <a:spLocks noGrp="1"/>
          </p:cNvSpPr>
          <p:nvPr>
            <p:ph type="body" sz="quarter" idx="11" hasCustomPrompt="1"/>
          </p:nvPr>
        </p:nvSpPr>
        <p:spPr>
          <a:xfrm>
            <a:off x="5578106" y="2843523"/>
            <a:ext cx="1061883" cy="1071562"/>
          </a:xfrm>
          <a:prstGeom prst="rect">
            <a:avLst/>
          </a:prstGeom>
        </p:spPr>
        <p:txBody>
          <a:bodyPr/>
          <a:lstStyle>
            <a:lvl5pPr marL="1828800" indent="0" algn="ctr">
              <a:buNone/>
              <a:defRPr sz="7500" b="1">
                <a:solidFill>
                  <a:srgbClr val="000000"/>
                </a:solidFill>
                <a:latin typeface="Calibri" panose="020F0502020204030204" pitchFamily="34" charset="0"/>
                <a:ea typeface="Calibri" panose="020F0502020204030204" pitchFamily="34" charset="0"/>
                <a:cs typeface="Calibri" panose="020F0502020204030204" pitchFamily="34" charset="0"/>
              </a:defRPr>
            </a:lvl5pPr>
          </a:lstStyle>
          <a:p>
            <a:pPr lvl="4"/>
            <a:r>
              <a:rPr lang="en-US" dirty="0"/>
              <a:t>#</a:t>
            </a:r>
          </a:p>
        </p:txBody>
      </p:sp>
      <p:pic>
        <p:nvPicPr>
          <p:cNvPr id="4" name="Picture 3">
            <a:extLst>
              <a:ext uri="{FF2B5EF4-FFF2-40B4-BE49-F238E27FC236}">
                <a16:creationId xmlns:a16="http://schemas.microsoft.com/office/drawing/2014/main" id="{2AF4CA13-B3B2-4BA4-7193-B4133FC2D70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pic>
        <p:nvPicPr>
          <p:cNvPr id="7" name="Picture 6">
            <a:extLst>
              <a:ext uri="{FF2B5EF4-FFF2-40B4-BE49-F238E27FC236}">
                <a16:creationId xmlns:a16="http://schemas.microsoft.com/office/drawing/2014/main" id="{7B57EC7F-8C07-36E7-51B3-4FA22CB8F05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rot="10800000">
            <a:off x="-791" y="0"/>
            <a:ext cx="12190407" cy="2194774"/>
          </a:xfrm>
          <a:prstGeom prst="rect">
            <a:avLst/>
          </a:prstGeom>
        </p:spPr>
      </p:pic>
    </p:spTree>
    <p:extLst>
      <p:ext uri="{BB962C8B-B14F-4D97-AF65-F5344CB8AC3E}">
        <p14:creationId xmlns:p14="http://schemas.microsoft.com/office/powerpoint/2010/main" val="164888956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Alg I_Cutouts Divid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D0DF6CF-F4AD-69B3-86F7-6B8955E3F2B1}"/>
              </a:ext>
            </a:extLst>
          </p:cNvPr>
          <p:cNvSpPr>
            <a:spLocks noGrp="1"/>
          </p:cNvSpPr>
          <p:nvPr>
            <p:ph type="body" sz="quarter" idx="10"/>
          </p:nvPr>
        </p:nvSpPr>
        <p:spPr>
          <a:xfrm>
            <a:off x="5171005" y="2395538"/>
            <a:ext cx="1848402" cy="1033462"/>
          </a:xfrm>
          <a:prstGeom prst="rect">
            <a:avLst/>
          </a:prstGeom>
        </p:spPr>
        <p:txBody>
          <a:bodyPr/>
          <a:lstStyle>
            <a:lvl1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1pPr>
            <a:lvl2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2pPr>
            <a:lvl3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3pPr>
            <a:lvl4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4pPr>
            <a:lvl5pPr>
              <a:defRPr sz="7500" b="1">
                <a:solidFill>
                  <a:schemeClr val="bg2">
                    <a:lumMod val="25000"/>
                  </a:schemeClr>
                </a:solidFill>
                <a:latin typeface="Calibri" panose="020F0502020204030204" pitchFamily="34" charset="0"/>
                <a:ea typeface="Calibri" panose="020F0502020204030204" pitchFamily="34" charset="0"/>
                <a:cs typeface="Calibri" panose="020F050202020403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 name="Picture 1">
            <a:extLst>
              <a:ext uri="{FF2B5EF4-FFF2-40B4-BE49-F238E27FC236}">
                <a16:creationId xmlns:a16="http://schemas.microsoft.com/office/drawing/2014/main" id="{2F258156-D89E-4D80-5BE1-77691C6E7C9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123167593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lg I_Back Cover">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C323EF9-0FCF-481F-97C8-ABBEA6C0F486}"/>
              </a:ext>
            </a:extLst>
          </p:cNvPr>
          <p:cNvSpPr>
            <a:spLocks noGrp="1"/>
          </p:cNvSpPr>
          <p:nvPr>
            <p:ph type="body" sz="quarter" idx="10" hasCustomPrompt="1"/>
          </p:nvPr>
        </p:nvSpPr>
        <p:spPr>
          <a:xfrm>
            <a:off x="8155889" y="4975063"/>
            <a:ext cx="3431356" cy="414778"/>
          </a:xfrm>
          <a:prstGeom prst="rect">
            <a:avLst/>
          </a:prstGeom>
          <a:solidFill>
            <a:srgbClr val="61449B"/>
          </a:solidFill>
        </p:spPr>
        <p:txBody>
          <a:bodyPr lIns="0" rIns="0" anchor="ctr"/>
          <a:lstStyle>
            <a:lvl1pPr marL="0" indent="0" algn="ctr">
              <a:buNone/>
              <a:defRPr sz="1800">
                <a:solidFill>
                  <a:schemeClr val="bg1"/>
                </a:solidFill>
              </a:defRPr>
            </a:lvl1pPr>
            <a:lvl4pPr marL="1371600" indent="0">
              <a:buNone/>
              <a:defRPr/>
            </a:lvl4pPr>
          </a:lstStyle>
          <a:p>
            <a:pPr lvl="0"/>
            <a:r>
              <a:rPr lang="en-US" dirty="0"/>
              <a:t>UNIQUE ID</a:t>
            </a:r>
          </a:p>
        </p:txBody>
      </p:sp>
      <p:grpSp>
        <p:nvGrpSpPr>
          <p:cNvPr id="5" name="Group 4">
            <a:extLst>
              <a:ext uri="{FF2B5EF4-FFF2-40B4-BE49-F238E27FC236}">
                <a16:creationId xmlns:a16="http://schemas.microsoft.com/office/drawing/2014/main" id="{CB4B7E3B-5741-B70F-3A0A-3E11BCF38FEB}"/>
              </a:ext>
            </a:extLst>
          </p:cNvPr>
          <p:cNvGrpSpPr/>
          <p:nvPr userDrawn="1"/>
        </p:nvGrpSpPr>
        <p:grpSpPr>
          <a:xfrm>
            <a:off x="9053008" y="227306"/>
            <a:ext cx="2910578" cy="1472169"/>
            <a:chOff x="8940726" y="132485"/>
            <a:chExt cx="2910578" cy="1472169"/>
          </a:xfrm>
        </p:grpSpPr>
        <p:pic>
          <p:nvPicPr>
            <p:cNvPr id="6" name="Picture 5" descr="A blue and black logo&#10;&#10;AI-generated content may be incorrect.">
              <a:extLst>
                <a:ext uri="{FF2B5EF4-FFF2-40B4-BE49-F238E27FC236}">
                  <a16:creationId xmlns:a16="http://schemas.microsoft.com/office/drawing/2014/main" id="{E7939853-80EF-C461-0365-6353B33278A2}"/>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940726" y="132485"/>
              <a:ext cx="2910578" cy="954944"/>
            </a:xfrm>
            <a:prstGeom prst="rect">
              <a:avLst/>
            </a:prstGeom>
          </p:spPr>
        </p:pic>
        <p:sp>
          <p:nvSpPr>
            <p:cNvPr id="7" name="TextBox 6">
              <a:extLst>
                <a:ext uri="{FF2B5EF4-FFF2-40B4-BE49-F238E27FC236}">
                  <a16:creationId xmlns:a16="http://schemas.microsoft.com/office/drawing/2014/main" id="{580B98D7-A8B1-479E-0522-2C0BC59CE093}"/>
                </a:ext>
              </a:extLst>
            </p:cNvPr>
            <p:cNvSpPr txBox="1"/>
            <p:nvPr userDrawn="1"/>
          </p:nvSpPr>
          <p:spPr>
            <a:xfrm>
              <a:off x="10111407" y="1007699"/>
              <a:ext cx="1643271" cy="267288"/>
            </a:xfrm>
            <a:prstGeom prst="rect">
              <a:avLst/>
            </a:prstGeom>
            <a:noFill/>
          </p:spPr>
          <p:txBody>
            <a:bodyPr wrap="square" rtlCol="0">
              <a:spAutoFit/>
            </a:bodyPr>
            <a:lstStyle/>
            <a:p>
              <a:pPr algn="ctr"/>
              <a:r>
                <a:rPr lang="en-US" sz="1100" b="1" dirty="0">
                  <a:solidFill>
                    <a:srgbClr val="000000"/>
                  </a:solidFill>
                </a:rPr>
                <a:t>Secondary Mathematics</a:t>
              </a:r>
            </a:p>
          </p:txBody>
        </p:sp>
        <p:sp>
          <p:nvSpPr>
            <p:cNvPr id="8" name="Rounded Rectangle 7">
              <a:extLst>
                <a:ext uri="{FF2B5EF4-FFF2-40B4-BE49-F238E27FC236}">
                  <a16:creationId xmlns:a16="http://schemas.microsoft.com/office/drawing/2014/main" id="{DAAFCF8B-077A-7325-2A07-02B9BADACB35}"/>
                </a:ext>
              </a:extLst>
            </p:cNvPr>
            <p:cNvSpPr/>
            <p:nvPr userDrawn="1"/>
          </p:nvSpPr>
          <p:spPr>
            <a:xfrm>
              <a:off x="10236991" y="1306046"/>
              <a:ext cx="907774" cy="298608"/>
            </a:xfrm>
            <a:prstGeom prst="round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4C6EED1-1022-7E70-EA88-6CC6F479360D}"/>
                </a:ext>
              </a:extLst>
            </p:cNvPr>
            <p:cNvSpPr txBox="1"/>
            <p:nvPr userDrawn="1"/>
          </p:nvSpPr>
          <p:spPr>
            <a:xfrm>
              <a:off x="10252484" y="1335768"/>
              <a:ext cx="868018" cy="237827"/>
            </a:xfrm>
            <a:prstGeom prst="rect">
              <a:avLst/>
            </a:prstGeom>
            <a:noFill/>
          </p:spPr>
          <p:txBody>
            <a:bodyPr wrap="square" rtlCol="0">
              <a:spAutoFit/>
            </a:bodyPr>
            <a:lstStyle/>
            <a:p>
              <a:pPr algn="ctr"/>
              <a:r>
                <a:rPr lang="en-US" sz="1100" b="1" i="0" dirty="0">
                  <a:solidFill>
                    <a:schemeClr val="bg2">
                      <a:lumMod val="50000"/>
                    </a:schemeClr>
                  </a:solidFill>
                  <a:latin typeface="Calibri" panose="020F0502020204030204" pitchFamily="34" charset="0"/>
                  <a:cs typeface="Calibri" panose="020F0502020204030204" pitchFamily="34" charset="0"/>
                </a:rPr>
                <a:t>EDITION 1</a:t>
              </a:r>
            </a:p>
          </p:txBody>
        </p:sp>
      </p:grpSp>
      <p:sp>
        <p:nvSpPr>
          <p:cNvPr id="10" name="Round Single Corner Rectangle 9">
            <a:extLst>
              <a:ext uri="{FF2B5EF4-FFF2-40B4-BE49-F238E27FC236}">
                <a16:creationId xmlns:a16="http://schemas.microsoft.com/office/drawing/2014/main" id="{93823D53-B128-B4F8-9323-2DE21A5AC48C}"/>
              </a:ext>
            </a:extLst>
          </p:cNvPr>
          <p:cNvSpPr/>
          <p:nvPr userDrawn="1"/>
        </p:nvSpPr>
        <p:spPr>
          <a:xfrm rot="10800000" flipH="1">
            <a:off x="0" y="0"/>
            <a:ext cx="2467555" cy="954942"/>
          </a:xfrm>
          <a:prstGeom prst="round1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61ED4D92-107A-5626-60FD-8669F753FD4A}"/>
              </a:ext>
            </a:extLst>
          </p:cNvPr>
          <p:cNvSpPr txBox="1"/>
          <p:nvPr userDrawn="1"/>
        </p:nvSpPr>
        <p:spPr>
          <a:xfrm>
            <a:off x="0" y="280732"/>
            <a:ext cx="2467555" cy="461665"/>
          </a:xfrm>
          <a:prstGeom prst="rect">
            <a:avLst/>
          </a:prstGeom>
          <a:noFill/>
        </p:spPr>
        <p:txBody>
          <a:bodyPr wrap="square" rtlCol="0">
            <a:spAutoFit/>
          </a:bodyPr>
          <a:lstStyle/>
          <a:p>
            <a:pPr algn="ctr"/>
            <a:r>
              <a:rPr lang="en-US" sz="2400" dirty="0">
                <a:solidFill>
                  <a:schemeClr val="bg1"/>
                </a:solidFill>
              </a:rPr>
              <a:t>ENGLISH</a:t>
            </a:r>
          </a:p>
        </p:txBody>
      </p:sp>
      <p:pic>
        <p:nvPicPr>
          <p:cNvPr id="2" name="Picture 1">
            <a:extLst>
              <a:ext uri="{FF2B5EF4-FFF2-40B4-BE49-F238E27FC236}">
                <a16:creationId xmlns:a16="http://schemas.microsoft.com/office/drawing/2014/main" id="{54470327-EAA5-821F-E3D6-48241C357F0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 y="4663225"/>
            <a:ext cx="12190407" cy="2194774"/>
          </a:xfrm>
          <a:prstGeom prst="rect">
            <a:avLst/>
          </a:prstGeom>
        </p:spPr>
      </p:pic>
    </p:spTree>
    <p:extLst>
      <p:ext uri="{BB962C8B-B14F-4D97-AF65-F5344CB8AC3E}">
        <p14:creationId xmlns:p14="http://schemas.microsoft.com/office/powerpoint/2010/main" val="261318899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Objectiv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1829944-32A0-A52A-BF8F-4735C4809687}"/>
              </a:ext>
            </a:extLst>
          </p:cNvPr>
          <p:cNvSpPr/>
          <p:nvPr userDrawn="1"/>
        </p:nvSpPr>
        <p:spPr>
          <a:xfrm>
            <a:off x="-1586" y="1392600"/>
            <a:ext cx="12192000" cy="549097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3">
            <a:extLst>
              <a:ext uri="{FF2B5EF4-FFF2-40B4-BE49-F238E27FC236}">
                <a16:creationId xmlns:a16="http://schemas.microsoft.com/office/drawing/2014/main" id="{D79E0344-0011-1E90-A995-632330E63EB5}"/>
              </a:ext>
            </a:extLst>
          </p:cNvPr>
          <p:cNvSpPr>
            <a:spLocks noGrp="1"/>
          </p:cNvSpPr>
          <p:nvPr>
            <p:ph type="body" sz="quarter" idx="10"/>
          </p:nvPr>
        </p:nvSpPr>
        <p:spPr>
          <a:xfrm>
            <a:off x="836614" y="2159879"/>
            <a:ext cx="10515599" cy="3956418"/>
          </a:xfrm>
          <a:prstGeom prst="rect">
            <a:avLst/>
          </a:prstGeom>
        </p:spPr>
        <p:txBody>
          <a:bodyPr/>
          <a:lstStyle>
            <a:lvl1pPr marL="0" indent="0" algn="ctr">
              <a:buNone/>
              <a:defRPr sz="4400">
                <a:solidFill>
                  <a:schemeClr val="bg2">
                    <a:lumMod val="25000"/>
                  </a:schemeClr>
                </a:solidFill>
              </a:defRPr>
            </a:lvl1pPr>
            <a:lvl2pPr marL="457200" indent="0" algn="ctr">
              <a:buNone/>
              <a:defRPr sz="4400"/>
            </a:lvl2pPr>
            <a:lvl3pPr marL="914400" indent="0" algn="ctr">
              <a:buNone/>
              <a:defRPr sz="4400"/>
            </a:lvl3pPr>
            <a:lvl4pPr marL="1371600" indent="0" algn="ctr">
              <a:buNone/>
              <a:defRPr sz="4400"/>
            </a:lvl4pPr>
            <a:lvl5pPr marL="1828800" indent="0" algn="ctr">
              <a:buNone/>
              <a:defRPr sz="4400"/>
            </a:lvl5pPr>
          </a:lstStyle>
          <a:p>
            <a:pPr lvl="0"/>
            <a:r>
              <a:rPr lang="en-US" dirty="0"/>
              <a:t>Click to edit Master text styles</a:t>
            </a:r>
          </a:p>
        </p:txBody>
      </p:sp>
      <p:sp>
        <p:nvSpPr>
          <p:cNvPr id="2" name="Rectangle 1">
            <a:extLst>
              <a:ext uri="{FF2B5EF4-FFF2-40B4-BE49-F238E27FC236}">
                <a16:creationId xmlns:a16="http://schemas.microsoft.com/office/drawing/2014/main" id="{EAD99D76-9E3B-F682-01E8-888F253831AF}"/>
              </a:ext>
            </a:extLst>
          </p:cNvPr>
          <p:cNvSpPr/>
          <p:nvPr userDrawn="1"/>
        </p:nvSpPr>
        <p:spPr>
          <a:xfrm>
            <a:off x="0" y="0"/>
            <a:ext cx="7575442" cy="927652"/>
          </a:xfrm>
          <a:prstGeom prst="rect">
            <a:avLst/>
          </a:prstGeom>
          <a:solidFill>
            <a:srgbClr val="0084A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8B98FEA-D4C0-8394-EFDC-1E0F624AD0A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575444" y="0"/>
            <a:ext cx="4614964" cy="931320"/>
          </a:xfrm>
          <a:prstGeom prst="rect">
            <a:avLst/>
          </a:prstGeom>
        </p:spPr>
      </p:pic>
      <p:sp>
        <p:nvSpPr>
          <p:cNvPr id="6" name="Title 5">
            <a:extLst>
              <a:ext uri="{FF2B5EF4-FFF2-40B4-BE49-F238E27FC236}">
                <a16:creationId xmlns:a16="http://schemas.microsoft.com/office/drawing/2014/main" id="{BD8B91BD-71BF-8DE9-CC35-80883F08DEDC}"/>
              </a:ext>
            </a:extLst>
          </p:cNvPr>
          <p:cNvSpPr>
            <a:spLocks noGrp="1"/>
          </p:cNvSpPr>
          <p:nvPr>
            <p:ph type="title" hasCustomPrompt="1"/>
          </p:nvPr>
        </p:nvSpPr>
        <p:spPr>
          <a:xfrm>
            <a:off x="0" y="0"/>
            <a:ext cx="6094413" cy="926757"/>
          </a:xfrm>
          <a:prstGeom prst="rect">
            <a:avLst/>
          </a:prstGeom>
          <a:noFill/>
        </p:spPr>
        <p:txBody>
          <a:bodyPr lIns="457200" anchor="ctr"/>
          <a:lstStyle>
            <a:lvl1pPr>
              <a:defRPr sz="4000" b="1">
                <a:solidFill>
                  <a:schemeClr val="bg1"/>
                </a:solidFill>
              </a:defRPr>
            </a:lvl1pPr>
          </a:lstStyle>
          <a:p>
            <a:r>
              <a:rPr lang="en-US" dirty="0"/>
              <a:t>Objectives</a:t>
            </a:r>
          </a:p>
        </p:txBody>
      </p:sp>
    </p:spTree>
    <p:extLst>
      <p:ext uri="{BB962C8B-B14F-4D97-AF65-F5344CB8AC3E}">
        <p14:creationId xmlns:p14="http://schemas.microsoft.com/office/powerpoint/2010/main" val="234301890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rminology">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23B0928-1D5C-86AC-B6D2-6C4246A897D0}"/>
              </a:ext>
            </a:extLst>
          </p:cNvPr>
          <p:cNvSpPr>
            <a:spLocks noGrp="1"/>
          </p:cNvSpPr>
          <p:nvPr>
            <p:ph type="body" sz="quarter" idx="10" hasCustomPrompt="1"/>
          </p:nvPr>
        </p:nvSpPr>
        <p:spPr>
          <a:xfrm>
            <a:off x="852488" y="1652588"/>
            <a:ext cx="10515600" cy="1169743"/>
          </a:xfrm>
          <a:prstGeom prst="rect">
            <a:avLst/>
          </a:prstGeom>
        </p:spPr>
        <p:txBody>
          <a:bodyPr/>
          <a:lstStyle>
            <a:lvl1pPr marL="0" indent="0">
              <a:buNone/>
              <a:defRPr>
                <a:solidFill>
                  <a:schemeClr val="bg2">
                    <a:lumMod val="25000"/>
                  </a:schemeClr>
                </a:solidFill>
              </a:defRPr>
            </a:lvl1pPr>
          </a:lstStyle>
          <a:p>
            <a:pPr lvl="0"/>
            <a:r>
              <a:rPr lang="en-US" dirty="0"/>
              <a:t>Click to add text</a:t>
            </a:r>
          </a:p>
        </p:txBody>
      </p:sp>
      <p:sp>
        <p:nvSpPr>
          <p:cNvPr id="5" name="Picture Placeholder 4">
            <a:extLst>
              <a:ext uri="{FF2B5EF4-FFF2-40B4-BE49-F238E27FC236}">
                <a16:creationId xmlns:a16="http://schemas.microsoft.com/office/drawing/2014/main" id="{C3DA5AEB-614E-452B-EDEF-80B18EE3E858}"/>
              </a:ext>
            </a:extLst>
          </p:cNvPr>
          <p:cNvSpPr>
            <a:spLocks noGrp="1"/>
          </p:cNvSpPr>
          <p:nvPr>
            <p:ph type="pic" sz="quarter" idx="11"/>
          </p:nvPr>
        </p:nvSpPr>
        <p:spPr>
          <a:xfrm>
            <a:off x="3427412" y="3217943"/>
            <a:ext cx="5335588" cy="2505075"/>
          </a:xfrm>
          <a:prstGeom prst="rect">
            <a:avLst/>
          </a:prstGeom>
        </p:spPr>
        <p:txBody>
          <a:bodyPr/>
          <a:lstStyle>
            <a:lvl1pPr marL="0" indent="0">
              <a:buNone/>
              <a:defRPr/>
            </a:lvl1pPr>
          </a:lstStyle>
          <a:p>
            <a:endParaRPr lang="en-US" dirty="0"/>
          </a:p>
        </p:txBody>
      </p:sp>
      <p:sp>
        <p:nvSpPr>
          <p:cNvPr id="4" name="Title 1">
            <a:extLst>
              <a:ext uri="{FF2B5EF4-FFF2-40B4-BE49-F238E27FC236}">
                <a16:creationId xmlns:a16="http://schemas.microsoft.com/office/drawing/2014/main" id="{CD7B4969-F122-3811-0A1A-DDA09AF4AB50}"/>
              </a:ext>
            </a:extLst>
          </p:cNvPr>
          <p:cNvSpPr>
            <a:spLocks noGrp="1"/>
          </p:cNvSpPr>
          <p:nvPr>
            <p:ph type="title" hasCustomPrompt="1"/>
          </p:nvPr>
        </p:nvSpPr>
        <p:spPr>
          <a:xfrm>
            <a:off x="777240" y="1"/>
            <a:ext cx="11425482" cy="1263192"/>
          </a:xfrm>
          <a:prstGeom prst="rect">
            <a:avLst/>
          </a:prstGeom>
        </p:spPr>
        <p:txBody>
          <a:bodyPr anchor="ctr"/>
          <a:lstStyle>
            <a:lvl1pPr>
              <a:defRPr sz="4000">
                <a:solidFill>
                  <a:srgbClr val="2B8147"/>
                </a:solidFill>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dirty="0">
                <a:solidFill>
                  <a:srgbClr val="000000"/>
                </a:solidFill>
                <a:latin typeface="Calibri" panose="020F0502020204030204"/>
                <a:ea typeface="Calibri" panose="020F0502020204030204"/>
                <a:cs typeface="Calibri" panose="020F0502020204030204"/>
                <a:sym typeface="Calibri" panose="020F0502020204030204"/>
              </a:rPr>
              <a:t>Key Terms</a:t>
            </a:r>
          </a:p>
        </p:txBody>
      </p:sp>
      <p:pic>
        <p:nvPicPr>
          <p:cNvPr id="6" name="Picture 5">
            <a:extLst>
              <a:ext uri="{FF2B5EF4-FFF2-40B4-BE49-F238E27FC236}">
                <a16:creationId xmlns:a16="http://schemas.microsoft.com/office/drawing/2014/main" id="{5CDE9F74-7CE7-793B-B90F-365B5F549D7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243273315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Application Problem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AED5C8A3-5037-99DF-15E1-2833226D35D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36;g295eeb86cda_3_4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18" name="Text Placeholder 16"/>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331744C-9446-EF32-247E-53D724128298}"/>
              </a:ext>
            </a:extLst>
          </p:cNvPr>
          <p:cNvSpPr>
            <a:spLocks noGrp="1"/>
          </p:cNvSpPr>
          <p:nvPr>
            <p:ph type="title" hasCustomPrompt="1"/>
          </p:nvPr>
        </p:nvSpPr>
        <p:spPr>
          <a:xfrm>
            <a:off x="777240" y="0"/>
            <a:ext cx="11389135" cy="1253765"/>
          </a:xfrm>
          <a:prstGeom prst="rect">
            <a:avLst/>
          </a:prstGeom>
        </p:spPr>
        <p:txBody>
          <a:bodyPr anchor="ctr"/>
          <a:lstStyle/>
          <a:p>
            <a:pPr marL="0" marR="0" lvl="0" indent="0" algn="l" defTabSz="914400" rtl="0" eaLnBrk="1" fontAlgn="auto" latinLnBrk="0" hangingPunct="1">
              <a:lnSpc>
                <a:spcPct val="10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Application Problem</a:t>
            </a:r>
          </a:p>
        </p:txBody>
      </p:sp>
      <p:pic>
        <p:nvPicPr>
          <p:cNvPr id="4" name="Picture 3">
            <a:extLst>
              <a:ext uri="{FF2B5EF4-FFF2-40B4-BE49-F238E27FC236}">
                <a16:creationId xmlns:a16="http://schemas.microsoft.com/office/drawing/2014/main" id="{ED2E1254-4CBF-B3B8-A0FA-52C76A42152E}"/>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712126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RDW_Horizontal">
    <p:spTree>
      <p:nvGrpSpPr>
        <p:cNvPr id="1" name=""/>
        <p:cNvGrpSpPr/>
        <p:nvPr/>
      </p:nvGrpSpPr>
      <p:grpSpPr>
        <a:xfrm>
          <a:off x="0" y="0"/>
          <a:ext cx="0" cy="0"/>
          <a:chOff x="0" y="0"/>
          <a:chExt cx="0" cy="0"/>
        </a:xfrm>
      </p:grpSpPr>
      <p:graphicFrame>
        <p:nvGraphicFramePr>
          <p:cNvPr id="14" name="Google Shape;42;g2960a169545_3_34"/>
          <p:cNvGraphicFramePr/>
          <p:nvPr userDrawn="1">
            <p:extLst>
              <p:ext uri="{D42A27DB-BD31-4B8C-83A1-F6EECF244321}">
                <p14:modId xmlns:p14="http://schemas.microsoft.com/office/powerpoint/2010/main" val="147912415"/>
              </p:ext>
            </p:extLst>
          </p:nvPr>
        </p:nvGraphicFramePr>
        <p:xfrm>
          <a:off x="775252" y="3783769"/>
          <a:ext cx="11082132" cy="2888103"/>
        </p:xfrm>
        <a:graphic>
          <a:graphicData uri="http://schemas.openxmlformats.org/drawingml/2006/table">
            <a:tbl>
              <a:tblPr firstRow="1" bandRow="1">
                <a:noFill/>
              </a:tblPr>
              <a:tblGrid>
                <a:gridCol w="3694044">
                  <a:extLst>
                    <a:ext uri="{9D8B030D-6E8A-4147-A177-3AD203B41FA5}">
                      <a16:colId xmlns:a16="http://schemas.microsoft.com/office/drawing/2014/main" val="20000"/>
                    </a:ext>
                  </a:extLst>
                </a:gridCol>
                <a:gridCol w="3694044">
                  <a:extLst>
                    <a:ext uri="{9D8B030D-6E8A-4147-A177-3AD203B41FA5}">
                      <a16:colId xmlns:a16="http://schemas.microsoft.com/office/drawing/2014/main" val="20001"/>
                    </a:ext>
                  </a:extLst>
                </a:gridCol>
                <a:gridCol w="3694044">
                  <a:extLst>
                    <a:ext uri="{9D8B030D-6E8A-4147-A177-3AD203B41FA5}">
                      <a16:colId xmlns:a16="http://schemas.microsoft.com/office/drawing/2014/main" val="20002"/>
                    </a:ext>
                  </a:extLst>
                </a:gridCol>
              </a:tblGrid>
              <a:tr h="244012">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Read</a:t>
                      </a:r>
                      <a:endParaRPr sz="1800" b="1" u="none" strike="noStrike" cap="none" dirty="0">
                        <a:solidFill>
                          <a:schemeClr val="bg2">
                            <a:lumMod val="25000"/>
                          </a:schemeClr>
                        </a:solidFill>
                      </a:endParaRPr>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Draw</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rtl="0">
                        <a:lnSpc>
                          <a:spcPct val="100000"/>
                        </a:lnSpc>
                        <a:spcBef>
                          <a:spcPts val="0"/>
                        </a:spcBef>
                        <a:spcAft>
                          <a:spcPts val="0"/>
                        </a:spcAft>
                        <a:buClr>
                          <a:srgbClr val="000000"/>
                        </a:buClr>
                        <a:buSzPts val="2400"/>
                        <a:buFont typeface="Arial" panose="020B0604020202020204"/>
                        <a:buNone/>
                      </a:pPr>
                      <a:r>
                        <a:rPr lang="en-US" sz="2400" b="1" u="none" strike="noStrike" cap="none" dirty="0">
                          <a:solidFill>
                            <a:schemeClr val="bg2">
                              <a:lumMod val="25000"/>
                            </a:schemeClr>
                          </a:solidFill>
                        </a:rPr>
                        <a:t>Write</a:t>
                      </a:r>
                      <a:endParaRPr sz="1800" b="1" u="none" strike="noStrike" cap="none" dirty="0">
                        <a:solidFill>
                          <a:schemeClr val="bg2">
                            <a:lumMod val="25000"/>
                          </a:schemeClr>
                        </a:solidFill>
                      </a:endParaRPr>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430893">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a:p>
                  </a:txBody>
                  <a:tcPr marL="91450" marR="91450" marT="45725" marB="4572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u="none" strike="noStrike" cap="none" dirty="0"/>
                    </a:p>
                  </a:txBody>
                  <a:tcPr marL="91450" marR="91450" marT="45725" marB="45725">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0001"/>
                  </a:ext>
                </a:extLst>
              </a:tr>
            </a:tbl>
          </a:graphicData>
        </a:graphic>
      </p:graphicFrame>
      <p:sp>
        <p:nvSpPr>
          <p:cNvPr id="3" name="Text Placeholder 2">
            <a:extLst>
              <a:ext uri="{FF2B5EF4-FFF2-40B4-BE49-F238E27FC236}">
                <a16:creationId xmlns:a16="http://schemas.microsoft.com/office/drawing/2014/main" id="{F5DB9EBA-92A2-D9BE-5A55-8378E259446A}"/>
              </a:ext>
            </a:extLst>
          </p:cNvPr>
          <p:cNvSpPr>
            <a:spLocks noGrp="1"/>
          </p:cNvSpPr>
          <p:nvPr>
            <p:ph type="body" sz="quarter" idx="10" hasCustomPrompt="1"/>
          </p:nvPr>
        </p:nvSpPr>
        <p:spPr>
          <a:xfrm>
            <a:off x="765313" y="1479938"/>
            <a:ext cx="11060341" cy="2072153"/>
          </a:xfrm>
          <a:prstGeom prst="rect">
            <a:avLst/>
          </a:prstGeom>
        </p:spPr>
        <p:txBody>
          <a:bodyPr/>
          <a:lstStyle>
            <a:lvl1pPr marL="0" indent="0">
              <a:buNone/>
              <a:defRPr sz="2200">
                <a:solidFill>
                  <a:schemeClr val="bg2">
                    <a:lumMod val="25000"/>
                  </a:schemeClr>
                </a:solidFill>
              </a:defRPr>
            </a:lvl1pPr>
          </a:lstStyle>
          <a:p>
            <a:pPr lvl="0"/>
            <a:r>
              <a:rPr lang="en-US" dirty="0"/>
              <a:t>Click to add text</a:t>
            </a:r>
          </a:p>
        </p:txBody>
      </p:sp>
      <p:sp>
        <p:nvSpPr>
          <p:cNvPr id="2" name="Title 1">
            <a:extLst>
              <a:ext uri="{FF2B5EF4-FFF2-40B4-BE49-F238E27FC236}">
                <a16:creationId xmlns:a16="http://schemas.microsoft.com/office/drawing/2014/main" id="{100D03EF-224B-F87A-5FAF-CA8E423C3783}"/>
              </a:ext>
            </a:extLst>
          </p:cNvPr>
          <p:cNvSpPr>
            <a:spLocks noGrp="1"/>
          </p:cNvSpPr>
          <p:nvPr>
            <p:ph type="title" hasCustomPrompt="1"/>
          </p:nvPr>
        </p:nvSpPr>
        <p:spPr>
          <a:xfrm>
            <a:off x="772211" y="0"/>
            <a:ext cx="11418202" cy="1263192"/>
          </a:xfrm>
          <a:prstGeom prst="rect">
            <a:avLst/>
          </a:prstGeom>
        </p:spPr>
        <p:txBody>
          <a:bodyPr anchor="ctr"/>
          <a:lstStyle/>
          <a:p>
            <a:pPr marL="0" marR="0" lvl="0" indent="0" algn="l" defTabSz="914400" rtl="0" eaLnBrk="1" fontAlgn="auto" latinLnBrk="0" hangingPunct="1">
              <a:lnSpc>
                <a:spcPct val="90000"/>
              </a:lnSpc>
              <a:spcBef>
                <a:spcPts val="0"/>
              </a:spcBef>
              <a:spcAft>
                <a:spcPts val="0"/>
              </a:spcAft>
              <a:buClr>
                <a:srgbClr val="000000"/>
              </a:buClr>
              <a:buSzPts val="4400"/>
              <a:buFont typeface="Arial" panose="020B0604020202020204"/>
              <a:buNone/>
              <a:tabLst/>
              <a:defRPr/>
            </a:pPr>
            <a:r>
              <a:rPr kumimoji="0" lang="en-US" sz="4400" b="1" i="0" u="none" strike="noStrike" kern="1200" cap="none" spc="0" normalizeH="0" baseline="0" noProof="0">
                <a:ln>
                  <a:noFill/>
                </a:ln>
                <a:solidFill>
                  <a:srgbClr val="000000"/>
                </a:solidFill>
                <a:effectLst/>
                <a:uLnTx/>
                <a:uFillTx/>
                <a:latin typeface="Calibri" panose="020F0502020204030204"/>
                <a:ea typeface="Calibri" panose="020F0502020204030204"/>
                <a:cs typeface="Calibri" panose="020F0502020204030204"/>
                <a:sym typeface="Calibri" panose="020F0502020204030204"/>
              </a:rPr>
              <a:t>Read-Draw-Write for Application Problem</a:t>
            </a:r>
          </a:p>
        </p:txBody>
      </p:sp>
      <p:pic>
        <p:nvPicPr>
          <p:cNvPr id="5" name="Picture 4">
            <a:extLst>
              <a:ext uri="{FF2B5EF4-FFF2-40B4-BE49-F238E27FC236}">
                <a16:creationId xmlns:a16="http://schemas.microsoft.com/office/drawing/2014/main" id="{E121D3C0-2E42-5D5F-22BD-412584AA83A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61591350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Fluency w/Timer">
    <p:spTree>
      <p:nvGrpSpPr>
        <p:cNvPr id="1" name=""/>
        <p:cNvGrpSpPr/>
        <p:nvPr/>
      </p:nvGrpSpPr>
      <p:grpSpPr>
        <a:xfrm>
          <a:off x="0" y="0"/>
          <a:ext cx="0" cy="0"/>
          <a:chOff x="0" y="0"/>
          <a:chExt cx="0" cy="0"/>
        </a:xfrm>
      </p:grpSpPr>
      <p:pic>
        <p:nvPicPr>
          <p:cNvPr id="2" name="Picture 1" descr="A black and white image of a stopwatch&#10;&#10;Description automatically generated">
            <a:extLst>
              <a:ext uri="{FF2B5EF4-FFF2-40B4-BE49-F238E27FC236}">
                <a16:creationId xmlns:a16="http://schemas.microsoft.com/office/drawing/2014/main" id="{45C93455-7637-1C42-D775-87043FDE14A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4" name="Google Shape;36;g295eeb86cda_3_40">
            <a:extLst>
              <a:ext uri="{FF2B5EF4-FFF2-40B4-BE49-F238E27FC236}">
                <a16:creationId xmlns:a16="http://schemas.microsoft.com/office/drawing/2014/main" id="{4B2B0557-EE61-8CF4-6E2D-B3BB9A4164D6}"/>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C85C328-7F49-71B9-5668-70282DB97885}"/>
              </a:ext>
            </a:extLst>
          </p:cNvPr>
          <p:cNvSpPr>
            <a:spLocks noGrp="1"/>
          </p:cNvSpPr>
          <p:nvPr>
            <p:ph type="body" sz="quarter" idx="10" hasCustomPrompt="1"/>
          </p:nvPr>
        </p:nvSpPr>
        <p:spPr>
          <a:xfrm>
            <a:off x="11127476" y="6036181"/>
            <a:ext cx="654216"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3">
            <a:extLst>
              <a:ext uri="{FF2B5EF4-FFF2-40B4-BE49-F238E27FC236}">
                <a16:creationId xmlns:a16="http://schemas.microsoft.com/office/drawing/2014/main" id="{BABD6038-9E2A-9278-C4F2-299A1A34E59F}"/>
              </a:ext>
            </a:extLst>
          </p:cNvPr>
          <p:cNvSpPr>
            <a:spLocks noGrp="1"/>
          </p:cNvSpPr>
          <p:nvPr>
            <p:ph type="title" hasCustomPrompt="1"/>
          </p:nvPr>
        </p:nvSpPr>
        <p:spPr>
          <a:xfrm>
            <a:off x="777240" y="7968"/>
            <a:ext cx="11413173" cy="1269462"/>
          </a:xfrm>
          <a:prstGeom prst="rect">
            <a:avLst/>
          </a:prstGeom>
        </p:spPr>
        <p:txBody>
          <a:bodyPr anchor="ctr"/>
          <a:lstStyle>
            <a:lvl1pPr>
              <a:defRPr b="1">
                <a:solidFill>
                  <a:schemeClr val="bg2">
                    <a:lumMod val="2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Fluency: </a:t>
            </a:r>
            <a:r>
              <a:rPr kumimoji="0" lang="en-US" b="0" i="0" u="none" strike="noStrike" kern="1200" cap="none" spc="0" normalizeH="0" baseline="0" noProof="0" dirty="0">
                <a:ln>
                  <a:noFill/>
                </a:ln>
                <a:solidFill>
                  <a:srgbClr val="000000"/>
                </a:solidFill>
                <a:effectLst/>
                <a:uLnTx/>
                <a:uFillTx/>
                <a:latin typeface="Calibri"/>
                <a:ea typeface="+mn-ea"/>
                <a:cs typeface="+mn-cs"/>
              </a:rPr>
              <a:t>Title (# of #)</a:t>
            </a:r>
            <a:endParaRPr lang="en-US" dirty="0"/>
          </a:p>
        </p:txBody>
      </p:sp>
      <p:pic>
        <p:nvPicPr>
          <p:cNvPr id="6" name="Picture 5">
            <a:extLst>
              <a:ext uri="{FF2B5EF4-FFF2-40B4-BE49-F238E27FC236}">
                <a16:creationId xmlns:a16="http://schemas.microsoft.com/office/drawing/2014/main" id="{41A4ACEA-4667-3962-B002-3BD86CD9C6A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132782889"/>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oncept Development">
    <p:spTree>
      <p:nvGrpSpPr>
        <p:cNvPr id="1" name=""/>
        <p:cNvGrpSpPr/>
        <p:nvPr/>
      </p:nvGrpSpPr>
      <p:grpSpPr>
        <a:xfrm>
          <a:off x="0" y="0"/>
          <a:ext cx="0" cy="0"/>
          <a:chOff x="0" y="0"/>
          <a:chExt cx="0" cy="0"/>
        </a:xfrm>
      </p:grpSpPr>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CACF947A-00B8-B4E6-8437-40F83AFF958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14923603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oncept Development with Timer">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C120155D-CE40-03A5-821E-66ED1B28D63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2" name="Google Shape;69;g2950041fd6d_0_282"/>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sp>
        <p:nvSpPr>
          <p:cNvPr id="3" name="Text Placeholder 16">
            <a:extLst>
              <a:ext uri="{FF2B5EF4-FFF2-40B4-BE49-F238E27FC236}">
                <a16:creationId xmlns:a16="http://schemas.microsoft.com/office/drawing/2014/main" id="{25782E0A-0BD4-715B-C55F-BBA8190C333D}"/>
              </a:ext>
            </a:extLst>
          </p:cNvPr>
          <p:cNvSpPr>
            <a:spLocks noGrp="1"/>
          </p:cNvSpPr>
          <p:nvPr>
            <p:ph type="body" sz="quarter" idx="10" hasCustomPrompt="1"/>
          </p:nvPr>
        </p:nvSpPr>
        <p:spPr>
          <a:xfrm>
            <a:off x="11127570" y="6036181"/>
            <a:ext cx="654121"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Title 1">
            <a:extLst>
              <a:ext uri="{FF2B5EF4-FFF2-40B4-BE49-F238E27FC236}">
                <a16:creationId xmlns:a16="http://schemas.microsoft.com/office/drawing/2014/main" id="{8EA13153-BB2D-5421-7418-44B5425F9E51}"/>
              </a:ext>
            </a:extLst>
          </p:cNvPr>
          <p:cNvSpPr>
            <a:spLocks noGrp="1"/>
          </p:cNvSpPr>
          <p:nvPr>
            <p:ph type="title" hasCustomPrompt="1"/>
          </p:nvPr>
        </p:nvSpPr>
        <p:spPr>
          <a:xfrm>
            <a:off x="777240" y="1"/>
            <a:ext cx="11390313" cy="1263192"/>
          </a:xfrm>
          <a:prstGeom prst="rect">
            <a:avLst/>
          </a:prstGeom>
        </p:spPr>
        <p:txBody>
          <a:bodyPr anchor="ct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Concept Development</a:t>
            </a:r>
          </a:p>
        </p:txBody>
      </p:sp>
      <p:pic>
        <p:nvPicPr>
          <p:cNvPr id="2" name="Picture 1">
            <a:extLst>
              <a:ext uri="{FF2B5EF4-FFF2-40B4-BE49-F238E27FC236}">
                <a16:creationId xmlns:a16="http://schemas.microsoft.com/office/drawing/2014/main" id="{0C4ADE8B-E120-4425-CAA6-828BBE47E80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2904492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Problem Set with Text">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54725ABB-3358-BA78-ED3F-EE574662422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4" name="Text Placeholder 16"/>
          <p:cNvSpPr>
            <a:spLocks noGrp="1"/>
          </p:cNvSpPr>
          <p:nvPr>
            <p:ph type="body" sz="quarter" idx="10" hasCustomPrompt="1"/>
          </p:nvPr>
        </p:nvSpPr>
        <p:spPr>
          <a:xfrm>
            <a:off x="11140001" y="6036181"/>
            <a:ext cx="622969"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0C16ECBB-77EB-0635-C9C3-E4F98B5337AC}"/>
              </a:ext>
            </a:extLst>
          </p:cNvPr>
          <p:cNvSpPr>
            <a:spLocks noGrp="1"/>
          </p:cNvSpPr>
          <p:nvPr>
            <p:ph type="title" hasCustomPrompt="1"/>
          </p:nvPr>
        </p:nvSpPr>
        <p:spPr>
          <a:xfrm>
            <a:off x="777240" y="1"/>
            <a:ext cx="11407898"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Problem Set</a:t>
            </a:r>
          </a:p>
        </p:txBody>
      </p:sp>
      <p:sp>
        <p:nvSpPr>
          <p:cNvPr id="4" name="Google Shape;69;g2950041fd6d_0_282">
            <a:extLst>
              <a:ext uri="{FF2B5EF4-FFF2-40B4-BE49-F238E27FC236}">
                <a16:creationId xmlns:a16="http://schemas.microsoft.com/office/drawing/2014/main" id="{9D7369C9-C599-CE95-CCD3-2B81A765581C}"/>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114300" lvl="0" indent="0" algn="l">
              <a:lnSpc>
                <a:spcPct val="100000"/>
              </a:lnSpc>
              <a:spcBef>
                <a:spcPts val="1000"/>
              </a:spcBef>
              <a:spcAft>
                <a:spcPts val="0"/>
              </a:spcAft>
              <a:buClr>
                <a:schemeClr val="dk1"/>
              </a:buClr>
              <a:buSzPts val="1800"/>
              <a:buFont typeface="Wingdings" panose="05000000000000000000" pitchFamily="2" charset="2"/>
              <a:buNone/>
              <a:defRPr sz="2800">
                <a:solidFill>
                  <a:schemeClr val="bg2">
                    <a:lumMod val="25000"/>
                  </a:schemeClr>
                </a:solidFill>
              </a:defRPr>
            </a:lvl1pPr>
            <a:lvl2pPr marL="914400" lvl="1" indent="-342900" algn="l">
              <a:lnSpc>
                <a:spcPct val="100000"/>
              </a:lnSpc>
              <a:spcBef>
                <a:spcPts val="500"/>
              </a:spcBef>
              <a:spcAft>
                <a:spcPts val="0"/>
              </a:spcAft>
              <a:buClr>
                <a:schemeClr val="dk1"/>
              </a:buClr>
              <a:buSzPts val="1800"/>
              <a:buChar char="•"/>
              <a:defRPr/>
            </a:lvl2pPr>
            <a:lvl3pPr marL="1371600" lvl="2" indent="-342900" algn="l">
              <a:lnSpc>
                <a:spcPct val="100000"/>
              </a:lnSpc>
              <a:spcBef>
                <a:spcPts val="500"/>
              </a:spcBef>
              <a:spcAft>
                <a:spcPts val="0"/>
              </a:spcAft>
              <a:buClr>
                <a:schemeClr val="dk1"/>
              </a:buClr>
              <a:buSzPts val="1800"/>
              <a:buChar char="•"/>
              <a:defRPr/>
            </a:lvl3pPr>
            <a:lvl4pPr marL="1828800" lvl="3" indent="-342900" algn="l">
              <a:lnSpc>
                <a:spcPct val="100000"/>
              </a:lnSpc>
              <a:spcBef>
                <a:spcPts val="500"/>
              </a:spcBef>
              <a:spcAft>
                <a:spcPts val="0"/>
              </a:spcAft>
              <a:buClr>
                <a:schemeClr val="dk1"/>
              </a:buClr>
              <a:buSzPts val="1800"/>
              <a:buChar char="•"/>
              <a:defRPr/>
            </a:lvl4pPr>
            <a:lvl5pPr marL="2286000" lvl="4" indent="-342900" algn="l">
              <a:lnSpc>
                <a:spcPct val="100000"/>
              </a:lnSpc>
              <a:spcBef>
                <a:spcPts val="500"/>
              </a:spcBef>
              <a:spcAft>
                <a:spcPts val="0"/>
              </a:spcAft>
              <a:buClr>
                <a:schemeClr val="dk1"/>
              </a:buClr>
              <a:buSzPts val="1800"/>
              <a:buChar char="•"/>
              <a:defRPr/>
            </a:lvl5pPr>
            <a:lvl6pPr marL="2743200" lvl="5" indent="-342900" algn="l">
              <a:lnSpc>
                <a:spcPct val="100000"/>
              </a:lnSpc>
              <a:spcBef>
                <a:spcPts val="500"/>
              </a:spcBef>
              <a:spcAft>
                <a:spcPts val="0"/>
              </a:spcAft>
              <a:buClr>
                <a:schemeClr val="dk1"/>
              </a:buClr>
              <a:buSzPts val="1800"/>
              <a:buChar char="•"/>
              <a:defRPr/>
            </a:lvl6pPr>
            <a:lvl7pPr marL="3200400" lvl="6" indent="-342900" algn="l">
              <a:lnSpc>
                <a:spcPct val="100000"/>
              </a:lnSpc>
              <a:spcBef>
                <a:spcPts val="500"/>
              </a:spcBef>
              <a:spcAft>
                <a:spcPts val="0"/>
              </a:spcAft>
              <a:buClr>
                <a:schemeClr val="dk1"/>
              </a:buClr>
              <a:buSzPts val="1800"/>
              <a:buChar char="•"/>
              <a:defRPr/>
            </a:lvl7pPr>
            <a:lvl8pPr marL="3657600" lvl="7" indent="-342900" algn="l">
              <a:lnSpc>
                <a:spcPct val="100000"/>
              </a:lnSpc>
              <a:spcBef>
                <a:spcPts val="500"/>
              </a:spcBef>
              <a:spcAft>
                <a:spcPts val="0"/>
              </a:spcAft>
              <a:buClr>
                <a:schemeClr val="dk1"/>
              </a:buClr>
              <a:buSzPts val="1800"/>
              <a:buChar char="•"/>
              <a:defRPr/>
            </a:lvl8pPr>
            <a:lvl9pPr marL="4114800" lvl="8" indent="-342900" algn="l">
              <a:lnSpc>
                <a:spcPct val="100000"/>
              </a:lnSpc>
              <a:spcBef>
                <a:spcPts val="500"/>
              </a:spcBef>
              <a:spcAft>
                <a:spcPts val="0"/>
              </a:spcAft>
              <a:buClr>
                <a:schemeClr val="dk1"/>
              </a:buClr>
              <a:buSzPts val="1800"/>
              <a:buChar char="•"/>
              <a:defRPr/>
            </a:lvl9pPr>
          </a:lstStyle>
          <a:p>
            <a:endParaRPr dirty="0"/>
          </a:p>
        </p:txBody>
      </p:sp>
      <p:pic>
        <p:nvPicPr>
          <p:cNvPr id="5" name="Picture 4">
            <a:extLst>
              <a:ext uri="{FF2B5EF4-FFF2-40B4-BE49-F238E27FC236}">
                <a16:creationId xmlns:a16="http://schemas.microsoft.com/office/drawing/2014/main" id="{24CC20CC-020F-E41D-34BB-D60790E85A95}"/>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34975544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Student Debrief">
    <p:spTree>
      <p:nvGrpSpPr>
        <p:cNvPr id="1" name=""/>
        <p:cNvGrpSpPr/>
        <p:nvPr/>
      </p:nvGrpSpPr>
      <p:grpSpPr>
        <a:xfrm>
          <a:off x="0" y="0"/>
          <a:ext cx="0" cy="0"/>
          <a:chOff x="0" y="0"/>
          <a:chExt cx="0" cy="0"/>
        </a:xfrm>
      </p:grpSpPr>
      <p:pic>
        <p:nvPicPr>
          <p:cNvPr id="3" name="Picture 2" descr="A black and white image of a stopwatch&#10;&#10;Description automatically generated">
            <a:extLst>
              <a:ext uri="{FF2B5EF4-FFF2-40B4-BE49-F238E27FC236}">
                <a16:creationId xmlns:a16="http://schemas.microsoft.com/office/drawing/2014/main" id="{DAC79665-DA63-6390-C217-C3166216C1B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11" name="Google Shape;80;g295eeb86cda_3_10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571500" lvl="0" indent="-457200" algn="l">
              <a:lnSpc>
                <a:spcPct val="100000"/>
              </a:lnSpc>
              <a:spcBef>
                <a:spcPts val="1000"/>
              </a:spcBef>
              <a:spcAft>
                <a:spcPts val="0"/>
              </a:spcAft>
              <a:buClr>
                <a:schemeClr val="dk1"/>
              </a:buClr>
              <a:buSzPct val="100000"/>
              <a:buFont typeface="Arial" panose="020B0604020202020204" pitchFamily="34" charset="0"/>
              <a:buChar char="•"/>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14" name="Text Placeholder 16"/>
          <p:cNvSpPr>
            <a:spLocks noGrp="1"/>
          </p:cNvSpPr>
          <p:nvPr>
            <p:ph type="body" sz="quarter" idx="10" hasCustomPrompt="1"/>
          </p:nvPr>
        </p:nvSpPr>
        <p:spPr>
          <a:xfrm>
            <a:off x="11127570" y="6036181"/>
            <a:ext cx="64533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2" name="Title 1">
            <a:extLst>
              <a:ext uri="{FF2B5EF4-FFF2-40B4-BE49-F238E27FC236}">
                <a16:creationId xmlns:a16="http://schemas.microsoft.com/office/drawing/2014/main" id="{FB0B6DF2-911F-E608-84A0-0D6E6AF4BF7B}"/>
              </a:ext>
            </a:extLst>
          </p:cNvPr>
          <p:cNvSpPr>
            <a:spLocks noGrp="1"/>
          </p:cNvSpPr>
          <p:nvPr>
            <p:ph type="title" hasCustomPrompt="1"/>
          </p:nvPr>
        </p:nvSpPr>
        <p:spPr>
          <a:xfrm>
            <a:off x="777240" y="1"/>
            <a:ext cx="11390313"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Student Debrief</a:t>
            </a:r>
          </a:p>
        </p:txBody>
      </p:sp>
      <p:pic>
        <p:nvPicPr>
          <p:cNvPr id="4" name="Picture 3">
            <a:extLst>
              <a:ext uri="{FF2B5EF4-FFF2-40B4-BE49-F238E27FC236}">
                <a16:creationId xmlns:a16="http://schemas.microsoft.com/office/drawing/2014/main" id="{5FCA9C5B-9241-83A6-BF90-D80A2C82D82A}"/>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137031586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Exit Ticket">
    <p:spTree>
      <p:nvGrpSpPr>
        <p:cNvPr id="1" name=""/>
        <p:cNvGrpSpPr/>
        <p:nvPr/>
      </p:nvGrpSpPr>
      <p:grpSpPr>
        <a:xfrm>
          <a:off x="0" y="0"/>
          <a:ext cx="0" cy="0"/>
          <a:chOff x="0" y="0"/>
          <a:chExt cx="0" cy="0"/>
        </a:xfrm>
      </p:grpSpPr>
      <p:pic>
        <p:nvPicPr>
          <p:cNvPr id="6" name="Picture 5" descr="A black and white image of a stopwatch&#10;&#10;Description automatically generated">
            <a:extLst>
              <a:ext uri="{FF2B5EF4-FFF2-40B4-BE49-F238E27FC236}">
                <a16:creationId xmlns:a16="http://schemas.microsoft.com/office/drawing/2014/main" id="{87BF7481-2AB1-1F79-65F6-B47BE9EECE00}"/>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11140002" y="5935775"/>
            <a:ext cx="1191770" cy="771146"/>
          </a:xfrm>
          <a:prstGeom prst="rect">
            <a:avLst/>
          </a:prstGeom>
        </p:spPr>
      </p:pic>
      <p:sp>
        <p:nvSpPr>
          <p:cNvPr id="3" name="Text Placeholder 16">
            <a:extLst>
              <a:ext uri="{FF2B5EF4-FFF2-40B4-BE49-F238E27FC236}">
                <a16:creationId xmlns:a16="http://schemas.microsoft.com/office/drawing/2014/main" id="{BC6A2CE5-7968-8B98-9B39-FF49F2E9FD9A}"/>
              </a:ext>
            </a:extLst>
          </p:cNvPr>
          <p:cNvSpPr>
            <a:spLocks noGrp="1"/>
          </p:cNvSpPr>
          <p:nvPr>
            <p:ph type="body" sz="quarter" idx="11" hasCustomPrompt="1"/>
          </p:nvPr>
        </p:nvSpPr>
        <p:spPr>
          <a:xfrm>
            <a:off x="11127571" y="6036181"/>
            <a:ext cx="635400" cy="648543"/>
          </a:xfrm>
          <a:prstGeom prst="rect">
            <a:avLst/>
          </a:prstGeom>
        </p:spPr>
        <p:txBody>
          <a:bodyPr anchor="ctr">
            <a:normAutofit/>
          </a:bodyPr>
          <a:lstStyle>
            <a:lvl1pPr marL="0" indent="0" algn="ctr">
              <a:buNone/>
              <a:defRPr sz="2800" b="1">
                <a:latin typeface="+mj-lt"/>
              </a:defRPr>
            </a:lvl1pPr>
          </a:lstStyle>
          <a:p>
            <a:pPr lvl="0"/>
            <a:r>
              <a:rPr lang="en-US" dirty="0"/>
              <a:t>X</a:t>
            </a:r>
            <a:endParaRPr lang="en-IN" dirty="0"/>
          </a:p>
        </p:txBody>
      </p:sp>
      <p:sp>
        <p:nvSpPr>
          <p:cNvPr id="5" name="Google Shape;80;g295eeb86cda_3_104">
            <a:extLst>
              <a:ext uri="{FF2B5EF4-FFF2-40B4-BE49-F238E27FC236}">
                <a16:creationId xmlns:a16="http://schemas.microsoft.com/office/drawing/2014/main" id="{E879CF37-D19C-8989-9D60-7E089D9CFD43}"/>
              </a:ext>
            </a:extLst>
          </p:cNvPr>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114300" lvl="0" indent="0" algn="l">
              <a:lnSpc>
                <a:spcPct val="100000"/>
              </a:lnSpc>
              <a:spcBef>
                <a:spcPts val="1000"/>
              </a:spcBef>
              <a:spcAft>
                <a:spcPts val="0"/>
              </a:spcAft>
              <a:buClr>
                <a:schemeClr val="dk1"/>
              </a:buClr>
              <a:buSzPct val="100000"/>
              <a:buFont typeface="Arial" panose="020B0604020202020204" pitchFamily="34" charset="0"/>
              <a:buNone/>
              <a:defRPr sz="2800">
                <a:solidFill>
                  <a:schemeClr val="bg2">
                    <a:lumMod val="25000"/>
                  </a:schemeClr>
                </a:solidFill>
              </a:defRPr>
            </a:lvl1pPr>
            <a:lvl2pPr marL="914400" lvl="1" indent="-342900" algn="l">
              <a:lnSpc>
                <a:spcPct val="100000"/>
              </a:lnSpc>
              <a:spcBef>
                <a:spcPts val="1000"/>
              </a:spcBef>
              <a:spcAft>
                <a:spcPts val="0"/>
              </a:spcAft>
              <a:buClr>
                <a:schemeClr val="dk1"/>
              </a:buClr>
              <a:buSzPts val="1800"/>
              <a:buChar char="•"/>
              <a:defRPr/>
            </a:lvl2pPr>
            <a:lvl3pPr marL="1371600" lvl="2" indent="-342900" algn="l">
              <a:lnSpc>
                <a:spcPct val="100000"/>
              </a:lnSpc>
              <a:spcBef>
                <a:spcPts val="1000"/>
              </a:spcBef>
              <a:spcAft>
                <a:spcPts val="0"/>
              </a:spcAft>
              <a:buClr>
                <a:schemeClr val="dk1"/>
              </a:buClr>
              <a:buSzPts val="1800"/>
              <a:buChar char="•"/>
              <a:defRPr/>
            </a:lvl3pPr>
            <a:lvl4pPr marL="1828800" lvl="3" indent="-342900" algn="l">
              <a:lnSpc>
                <a:spcPct val="100000"/>
              </a:lnSpc>
              <a:spcBef>
                <a:spcPts val="1000"/>
              </a:spcBef>
              <a:spcAft>
                <a:spcPts val="0"/>
              </a:spcAft>
              <a:buClr>
                <a:schemeClr val="dk1"/>
              </a:buClr>
              <a:buSzPts val="1800"/>
              <a:buChar char="•"/>
              <a:defRPr/>
            </a:lvl4pPr>
            <a:lvl5pPr marL="2286000" lvl="4" indent="-342900" algn="l">
              <a:lnSpc>
                <a:spcPct val="100000"/>
              </a:lnSpc>
              <a:spcBef>
                <a:spcPts val="1000"/>
              </a:spcBef>
              <a:spcAft>
                <a:spcPts val="0"/>
              </a:spcAft>
              <a:buClr>
                <a:schemeClr val="dk1"/>
              </a:buClr>
              <a:buSzPts val="1800"/>
              <a:buChar char="•"/>
              <a:defRPr/>
            </a:lvl5pPr>
            <a:lvl6pPr marL="2743200" lvl="5" indent="-342900" algn="l">
              <a:lnSpc>
                <a:spcPct val="100000"/>
              </a:lnSpc>
              <a:spcBef>
                <a:spcPts val="1000"/>
              </a:spcBef>
              <a:spcAft>
                <a:spcPts val="0"/>
              </a:spcAft>
              <a:buClr>
                <a:schemeClr val="dk1"/>
              </a:buClr>
              <a:buSzPts val="1800"/>
              <a:buChar char="•"/>
              <a:defRPr/>
            </a:lvl6pPr>
            <a:lvl7pPr marL="3200400" lvl="6" indent="-342900" algn="l">
              <a:lnSpc>
                <a:spcPct val="100000"/>
              </a:lnSpc>
              <a:spcBef>
                <a:spcPts val="1000"/>
              </a:spcBef>
              <a:spcAft>
                <a:spcPts val="0"/>
              </a:spcAft>
              <a:buClr>
                <a:schemeClr val="dk1"/>
              </a:buClr>
              <a:buSzPts val="1800"/>
              <a:buChar char="•"/>
              <a:defRPr/>
            </a:lvl7pPr>
            <a:lvl8pPr marL="3657600" lvl="7" indent="-342900" algn="l">
              <a:lnSpc>
                <a:spcPct val="100000"/>
              </a:lnSpc>
              <a:spcBef>
                <a:spcPts val="1000"/>
              </a:spcBef>
              <a:spcAft>
                <a:spcPts val="0"/>
              </a:spcAft>
              <a:buClr>
                <a:schemeClr val="dk1"/>
              </a:buClr>
              <a:buSzPts val="1800"/>
              <a:buChar char="•"/>
              <a:defRPr/>
            </a:lvl8pPr>
            <a:lvl9pPr marL="4114800" lvl="8" indent="-342900" algn="l">
              <a:lnSpc>
                <a:spcPct val="100000"/>
              </a:lnSpc>
              <a:spcBef>
                <a:spcPts val="1000"/>
              </a:spcBef>
              <a:spcAft>
                <a:spcPts val="1000"/>
              </a:spcAft>
              <a:buClr>
                <a:schemeClr val="dk1"/>
              </a:buClr>
              <a:buSzPts val="1800"/>
              <a:buChar char="•"/>
              <a:defRPr/>
            </a:lvl9pPr>
          </a:lstStyle>
          <a:p>
            <a:endParaRPr dirty="0"/>
          </a:p>
        </p:txBody>
      </p:sp>
      <p:sp>
        <p:nvSpPr>
          <p:cNvPr id="7" name="Title 1">
            <a:extLst>
              <a:ext uri="{FF2B5EF4-FFF2-40B4-BE49-F238E27FC236}">
                <a16:creationId xmlns:a16="http://schemas.microsoft.com/office/drawing/2014/main" id="{3820E38D-87BF-6F8F-072E-A0D77CD81A20}"/>
              </a:ext>
            </a:extLst>
          </p:cNvPr>
          <p:cNvSpPr>
            <a:spLocks noGrp="1"/>
          </p:cNvSpPr>
          <p:nvPr>
            <p:ph type="title" hasCustomPrompt="1"/>
          </p:nvPr>
        </p:nvSpPr>
        <p:spPr>
          <a:xfrm>
            <a:off x="777240" y="1"/>
            <a:ext cx="11425482" cy="1263192"/>
          </a:xfrm>
          <a:prstGeom prst="rect">
            <a:avLst/>
          </a:prstGeom>
        </p:spPr>
        <p:txBody>
          <a:bodyPr anchor="ctr"/>
          <a:lstStyle>
            <a:lvl1pPr>
              <a:defRPr/>
            </a:lvl1pPr>
          </a:lstStyle>
          <a:p>
            <a:pPr marL="0" marR="0" lvl="0" indent="0" algn="l" rtl="0">
              <a:lnSpc>
                <a:spcPct val="100000"/>
              </a:lnSpc>
              <a:spcBef>
                <a:spcPts val="0"/>
              </a:spcBef>
              <a:spcAft>
                <a:spcPts val="0"/>
              </a:spcAft>
              <a:buClr>
                <a:srgbClr val="000000"/>
              </a:buClr>
              <a:buSzPts val="4400"/>
              <a:buFont typeface="Arial" panose="020B0604020202020204"/>
              <a:buNone/>
            </a:pPr>
            <a:r>
              <a:rPr lang="en-US" sz="4400" b="1" i="0" u="none" strike="noStrike" cap="none">
                <a:solidFill>
                  <a:srgbClr val="000000"/>
                </a:solidFill>
                <a:latin typeface="Calibri" panose="020F0502020204030204"/>
                <a:ea typeface="Calibri" panose="020F0502020204030204"/>
                <a:cs typeface="Calibri" panose="020F0502020204030204"/>
                <a:sym typeface="Calibri" panose="020F0502020204030204"/>
              </a:rPr>
              <a:t>Exit Ticket</a:t>
            </a:r>
          </a:p>
        </p:txBody>
      </p:sp>
      <p:pic>
        <p:nvPicPr>
          <p:cNvPr id="2" name="Picture 1">
            <a:extLst>
              <a:ext uri="{FF2B5EF4-FFF2-40B4-BE49-F238E27FC236}">
                <a16:creationId xmlns:a16="http://schemas.microsoft.com/office/drawing/2014/main" id="{187C8F92-FBD4-BA03-506E-C3D26BFEEC79}"/>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0" y="8"/>
            <a:ext cx="322981" cy="6857984"/>
          </a:xfrm>
          <a:prstGeom prst="rect">
            <a:avLst/>
          </a:prstGeom>
        </p:spPr>
      </p:pic>
    </p:spTree>
    <p:extLst>
      <p:ext uri="{BB962C8B-B14F-4D97-AF65-F5344CB8AC3E}">
        <p14:creationId xmlns:p14="http://schemas.microsoft.com/office/powerpoint/2010/main" val="40923304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9548417"/>
      </p:ext>
    </p:extLst>
  </p:cSld>
  <p:clrMap bg1="lt1" tx1="dk1" bg2="lt2" tx2="dk2" accent1="accent1" accent2="accent2" accent3="accent3" accent4="accent4" accent5="accent5" accent6="accent6" hlink="hlink" folHlink="folHlink"/>
  <p:sldLayoutIdLst>
    <p:sldLayoutId id="2147483755" r:id="rId1"/>
    <p:sldLayoutId id="2147483777" r:id="rId2"/>
    <p:sldLayoutId id="2147483745" r:id="rId3"/>
    <p:sldLayoutId id="2147483747" r:id="rId4"/>
    <p:sldLayoutId id="2147483744" r:id="rId5"/>
    <p:sldLayoutId id="2147483778" r:id="rId6"/>
    <p:sldLayoutId id="2147483743" r:id="rId7"/>
    <p:sldLayoutId id="2147483746" r:id="rId8"/>
    <p:sldLayoutId id="2147483749" r:id="rId9"/>
    <p:sldLayoutId id="2147483753" r:id="rId10"/>
    <p:sldLayoutId id="2147483754" r:id="rId11"/>
    <p:sldLayoutId id="2147483653" r:id="rId12"/>
    <p:sldLayoutId id="2147483776" r:id="rId13"/>
    <p:sldLayoutId id="2147483670" r:id="rId14"/>
    <p:sldLayoutId id="2147483673" r:id="rId15"/>
    <p:sldLayoutId id="2147483672" r:id="rId16"/>
    <p:sldLayoutId id="2147483660" r:id="rId17"/>
    <p:sldLayoutId id="2147483661" r:id="rId18"/>
    <p:sldLayoutId id="2147483663"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00728010"/>
      </p:ext>
    </p:extLst>
  </p:cSld>
  <p:clrMap bg1="lt1" tx1="dk1" bg2="lt2" tx2="dk2" accent1="accent1" accent2="accent2" accent3="accent3" accent4="accent4" accent5="accent5" accent6="accent6" hlink="hlink" folHlink="folHlink"/>
  <p:sldLayoutIdLst>
    <p:sldLayoutId id="2147483780" r:id="rId1"/>
    <p:sldLayoutId id="2147483781" r:id="rId2"/>
    <p:sldLayoutId id="2147483782" r:id="rId3"/>
    <p:sldLayoutId id="2147483783" r:id="rId4"/>
    <p:sldLayoutId id="2147483784" r:id="rId5"/>
    <p:sldLayoutId id="2147483785" r:id="rId6"/>
    <p:sldLayoutId id="2147483786" r:id="rId7"/>
    <p:sldLayoutId id="2147483787" r:id="rId8"/>
    <p:sldLayoutId id="2147483788" r:id="rId9"/>
    <p:sldLayoutId id="2147483789" r:id="rId10"/>
    <p:sldLayoutId id="2147483790" r:id="rId11"/>
    <p:sldLayoutId id="2147483791" r:id="rId12"/>
    <p:sldLayoutId id="2147483792" r:id="rId13"/>
    <p:sldLayoutId id="2147483793" r:id="rId14"/>
    <p:sldLayoutId id="2147483794" r:id="rId15"/>
    <p:sldLayoutId id="2147483795" r:id="rId16"/>
    <p:sldLayoutId id="2147483796" r:id="rId17"/>
    <p:sldLayoutId id="2147483797" r:id="rId18"/>
    <p:sldLayoutId id="214748379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4352628"/>
      </p:ext>
    </p:extLst>
  </p:cSld>
  <p:clrMap bg1="lt1" tx1="dk1" bg2="lt2" tx2="dk2" accent1="accent1" accent2="accent2" accent3="accent3" accent4="accent4" accent5="accent5" accent6="accent6" hlink="hlink" folHlink="folHlink"/>
  <p:sldLayoutIdLst>
    <p:sldLayoutId id="2147483800" r:id="rId1"/>
    <p:sldLayoutId id="2147483801" r:id="rId2"/>
    <p:sldLayoutId id="2147483802" r:id="rId3"/>
    <p:sldLayoutId id="2147483803" r:id="rId4"/>
    <p:sldLayoutId id="2147483804" r:id="rId5"/>
    <p:sldLayoutId id="2147483805" r:id="rId6"/>
    <p:sldLayoutId id="2147483806" r:id="rId7"/>
    <p:sldLayoutId id="2147483807" r:id="rId8"/>
    <p:sldLayoutId id="2147483808" r:id="rId9"/>
    <p:sldLayoutId id="2147483809" r:id="rId10"/>
    <p:sldLayoutId id="2147483810" r:id="rId11"/>
    <p:sldLayoutId id="2147483811" r:id="rId12"/>
    <p:sldLayoutId id="2147483812" r:id="rId13"/>
    <p:sldLayoutId id="2147483813" r:id="rId14"/>
    <p:sldLayoutId id="2147483814" r:id="rId15"/>
    <p:sldLayoutId id="2147483815" r:id="rId16"/>
    <p:sldLayoutId id="2147483816" r:id="rId17"/>
    <p:sldLayoutId id="2147483817" r:id="rId18"/>
    <p:sldLayoutId id="214748381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16063271"/>
      </p:ext>
    </p:extLst>
  </p:cSld>
  <p:clrMap bg1="lt1" tx1="dk1" bg2="lt2" tx2="dk2" accent1="accent1" accent2="accent2" accent3="accent3" accent4="accent4" accent5="accent5" accent6="accent6" hlink="hlink" folHlink="folHlink"/>
  <p:sldLayoutIdLst>
    <p:sldLayoutId id="2147483820" r:id="rId1"/>
    <p:sldLayoutId id="2147483821" r:id="rId2"/>
    <p:sldLayoutId id="2147483822" r:id="rId3"/>
    <p:sldLayoutId id="2147483823" r:id="rId4"/>
    <p:sldLayoutId id="2147483824" r:id="rId5"/>
    <p:sldLayoutId id="2147483825" r:id="rId6"/>
    <p:sldLayoutId id="2147483826" r:id="rId7"/>
    <p:sldLayoutId id="2147483827" r:id="rId8"/>
    <p:sldLayoutId id="2147483828" r:id="rId9"/>
    <p:sldLayoutId id="2147483829" r:id="rId10"/>
    <p:sldLayoutId id="2147483830" r:id="rId11"/>
    <p:sldLayoutId id="2147483831" r:id="rId12"/>
    <p:sldLayoutId id="2147483832" r:id="rId13"/>
    <p:sldLayoutId id="2147483833" r:id="rId14"/>
    <p:sldLayoutId id="2147483834" r:id="rId15"/>
    <p:sldLayoutId id="2147483835" r:id="rId16"/>
    <p:sldLayoutId id="2147483836" r:id="rId17"/>
    <p:sldLayoutId id="2147483837" r:id="rId18"/>
    <p:sldLayoutId id="2147483838" r:id="rId1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11.xml"/><Relationship Id="rId4" Type="http://schemas.openxmlformats.org/officeDocument/2006/relationships/image" Target="../media/image27.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11.xml"/><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4.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11.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7.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11.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9.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1.xml"/><Relationship Id="rId1" Type="http://schemas.openxmlformats.org/officeDocument/2006/relationships/slideLayout" Target="../slideLayouts/slideLayout1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4.xml"/><Relationship Id="rId1" Type="http://schemas.openxmlformats.org/officeDocument/2006/relationships/slideLayout" Target="../slideLayouts/slideLayout11.xml"/><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1.xml"/></Relationships>
</file>

<file path=ppt/slides/_rels/slide5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6.xml"/><Relationship Id="rId1" Type="http://schemas.openxmlformats.org/officeDocument/2006/relationships/slideLayout" Target="../slideLayouts/slideLayout1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9.xml"/><Relationship Id="rId1" Type="http://schemas.openxmlformats.org/officeDocument/2006/relationships/slideLayout" Target="../slideLayouts/slideLayout1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6FC3-E137-F9C8-0911-3C626A34090C}"/>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9F3F9AB4-72EE-E557-D442-1A774A8F85C1}"/>
              </a:ext>
            </a:extLst>
          </p:cNvPr>
          <p:cNvSpPr>
            <a:spLocks noGrp="1"/>
          </p:cNvSpPr>
          <p:nvPr>
            <p:ph type="title" idx="4294967295"/>
          </p:nvPr>
        </p:nvSpPr>
        <p:spPr>
          <a:xfrm>
            <a:off x="-1590" y="1602378"/>
            <a:ext cx="12192003" cy="2038812"/>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6000" b="1" dirty="0">
                <a:solidFill>
                  <a:srgbClr val="236739"/>
                </a:solidFill>
              </a:rPr>
              <a:t>Vertical and Horizontal </a:t>
            </a:r>
            <a:br>
              <a:rPr lang="en-US" sz="6000" b="1" dirty="0">
                <a:solidFill>
                  <a:srgbClr val="236739"/>
                </a:solidFill>
              </a:rPr>
            </a:br>
            <a:r>
              <a:rPr lang="en-US" sz="6000" b="1" dirty="0">
                <a:solidFill>
                  <a:srgbClr val="236739"/>
                </a:solidFill>
              </a:rPr>
              <a:t>Transformations of Linear Functions</a:t>
            </a:r>
            <a:endParaRPr kumimoji="0" lang="en-US" sz="6000" b="1" i="0" u="none" strike="noStrike" kern="1200" cap="none" spc="0" normalizeH="0" baseline="0" noProof="0" dirty="0">
              <a:ln>
                <a:noFill/>
              </a:ln>
              <a:solidFill>
                <a:srgbClr val="236739"/>
              </a:solidFill>
              <a:effectLst/>
              <a:uLnTx/>
              <a:uFillTx/>
              <a:latin typeface="+mn-lt"/>
              <a:ea typeface="+mn-ea"/>
              <a:cs typeface="+mn-cs"/>
            </a:endParaRPr>
          </a:p>
        </p:txBody>
      </p:sp>
      <p:sp>
        <p:nvSpPr>
          <p:cNvPr id="4" name="Text Placeholder 3">
            <a:extLst>
              <a:ext uri="{FF2B5EF4-FFF2-40B4-BE49-F238E27FC236}">
                <a16:creationId xmlns:a16="http://schemas.microsoft.com/office/drawing/2014/main" id="{C4BC507F-0143-6704-9C2B-18134FD88522}"/>
              </a:ext>
            </a:extLst>
          </p:cNvPr>
          <p:cNvSpPr>
            <a:spLocks noGrp="1"/>
          </p:cNvSpPr>
          <p:nvPr>
            <p:ph type="body" sz="quarter" idx="13"/>
          </p:nvPr>
        </p:nvSpPr>
        <p:spPr/>
        <p:txBody>
          <a:bodyPr/>
          <a:lstStyle/>
          <a:p>
            <a:r>
              <a:rPr lang="en-US" dirty="0"/>
              <a:t>Algebra I | Module 2 | Topic 2 | Lesson 2</a:t>
            </a:r>
          </a:p>
        </p:txBody>
      </p:sp>
    </p:spTree>
    <p:extLst>
      <p:ext uri="{BB962C8B-B14F-4D97-AF65-F5344CB8AC3E}">
        <p14:creationId xmlns:p14="http://schemas.microsoft.com/office/powerpoint/2010/main" val="2181925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B788BD-5AC8-F66E-ABEF-AD5339EB2C99}"/>
              </a:ext>
            </a:extLst>
          </p:cNvPr>
          <p:cNvSpPr>
            <a:spLocks noGrp="1"/>
          </p:cNvSpPr>
          <p:nvPr>
            <p:ph type="title"/>
          </p:nvPr>
        </p:nvSpPr>
        <p:spPr>
          <a:xfrm>
            <a:off x="1587" y="13855"/>
            <a:ext cx="6094413" cy="926757"/>
          </a:xfrm>
          <a:noFill/>
        </p:spPr>
        <p:txBody>
          <a:bodyPr/>
          <a:lstStyle/>
          <a:p>
            <a:r>
              <a:rPr lang="en-US" sz="4000" dirty="0"/>
              <a:t>Objectives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7B3EF6D6-21DA-06B8-522B-BDF27854BF2C}"/>
                  </a:ext>
                </a:extLst>
              </p:cNvPr>
              <p:cNvSpPr>
                <a:spLocks noGrp="1"/>
              </p:cNvSpPr>
              <p:nvPr>
                <p:ph type="body" sz="quarter" idx="10"/>
              </p:nvPr>
            </p:nvSpPr>
            <p:spPr>
              <a:xfrm>
                <a:off x="836615" y="1602377"/>
                <a:ext cx="9831386" cy="4184297"/>
              </a:xfrm>
            </p:spPr>
            <p:txBody>
              <a:bodyPr/>
              <a:lstStyle/>
              <a:p>
                <a:pPr marL="457200" indent="-457200" algn="l">
                  <a:buFont typeface="Arial" panose="020B0604020202020204" pitchFamily="34" charset="0"/>
                  <a:buChar char="•"/>
                </a:pPr>
                <a:r>
                  <a:rPr lang="en-US" sz="2800" dirty="0"/>
                  <a:t>Identify key characteristics of linear functions.</a:t>
                </a:r>
              </a:p>
              <a:p>
                <a:pPr marL="457200" indent="-457200" algn="l">
                  <a:buFont typeface="Arial" panose="020B0604020202020204" pitchFamily="34" charset="0"/>
                  <a:buChar char="•"/>
                </a:pPr>
                <a:r>
                  <a:rPr lang="en-US" sz="2800" dirty="0"/>
                  <a:t>Determine the effects on the graph of a linear function when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is replaced by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𝑑</m:t>
                    </m:r>
                  </m:oMath>
                </a14:m>
                <a:r>
                  <a:rPr lang="en-US" sz="2800" dirty="0"/>
                  <a:t>, </a:t>
                </a:r>
                <a14:m>
                  <m:oMath xmlns:m="http://schemas.openxmlformats.org/officeDocument/2006/math">
                    <m:r>
                      <a:rPr lang="en-US" sz="2800" i="1" dirty="0" smtClean="0">
                        <a:latin typeface="Cambria Math" panose="02040503050406030204" pitchFamily="18" charset="0"/>
                      </a:rPr>
                      <m:t>𝑓</m:t>
                    </m:r>
                    <m:d>
                      <m:dPr>
                        <m:ctrlPr>
                          <a:rPr lang="en-US" sz="2800" i="1" dirty="0" smtClean="0">
                            <a:latin typeface="Cambria Math" panose="02040503050406030204" pitchFamily="18" charset="0"/>
                          </a:rPr>
                        </m:ctrlPr>
                      </m:dPr>
                      <m:e>
                        <m:r>
                          <a:rPr lang="en-US" sz="2800" i="1" dirty="0" smtClean="0">
                            <a:latin typeface="Cambria Math" panose="02040503050406030204" pitchFamily="18" charset="0"/>
                          </a:rPr>
                          <m:t>𝑥</m:t>
                        </m:r>
                        <m:r>
                          <a:rPr lang="en-US" sz="2800" i="1" dirty="0" smtClean="0">
                            <a:latin typeface="Cambria Math" panose="02040503050406030204" pitchFamily="18" charset="0"/>
                          </a:rPr>
                          <m:t>−</m:t>
                        </m:r>
                        <m:r>
                          <a:rPr lang="en-US" sz="2800" i="1" dirty="0" smtClean="0">
                            <a:latin typeface="Cambria Math" panose="02040503050406030204" pitchFamily="18" charset="0"/>
                          </a:rPr>
                          <m:t>𝑐</m:t>
                        </m:r>
                      </m:e>
                    </m:d>
                    <m:r>
                      <a:rPr lang="en-US" sz="2800" b="0" i="1" dirty="0" smtClean="0">
                        <a:latin typeface="Cambria Math" panose="02040503050406030204" pitchFamily="18" charset="0"/>
                      </a:rPr>
                      <m:t>, </m:t>
                    </m:r>
                    <m:r>
                      <a:rPr lang="en-US" sz="2800" i="1" dirty="0" smtClean="0">
                        <a:latin typeface="Cambria Math" panose="02040503050406030204" pitchFamily="18" charset="0"/>
                      </a:rPr>
                      <m:t>𝑎𝑓</m:t>
                    </m:r>
                    <m:r>
                      <a:rPr lang="en-US" sz="2800" i="1" dirty="0" smtClean="0">
                        <a:latin typeface="Cambria Math" panose="02040503050406030204" pitchFamily="18" charset="0"/>
                      </a:rPr>
                      <m:t>(</m:t>
                    </m:r>
                    <m:r>
                      <a:rPr lang="en-US" sz="2800" i="1" dirty="0" smtClean="0">
                        <a:latin typeface="Cambria Math" panose="02040503050406030204" pitchFamily="18" charset="0"/>
                      </a:rPr>
                      <m:t>𝑥</m:t>
                    </m:r>
                    <m:r>
                      <a:rPr lang="en-US" sz="2800" i="1" dirty="0" smtClean="0">
                        <a:latin typeface="Cambria Math" panose="02040503050406030204" pitchFamily="18" charset="0"/>
                      </a:rPr>
                      <m:t>),</m:t>
                    </m:r>
                  </m:oMath>
                </a14:m>
                <a:r>
                  <a:rPr lang="en-US" sz="2800" dirty="0"/>
                  <a:t> and </a:t>
                </a:r>
                <a14:m>
                  <m:oMath xmlns:m="http://schemas.openxmlformats.org/officeDocument/2006/math">
                    <m:r>
                      <a:rPr lang="en-US" sz="2800" i="1" dirty="0" smtClean="0">
                        <a:latin typeface="Cambria Math" panose="02040503050406030204" pitchFamily="18" charset="0"/>
                      </a:rPr>
                      <m:t>𝑓</m:t>
                    </m:r>
                    <m:r>
                      <a:rPr lang="en-US" sz="2800" i="1" dirty="0" smtClean="0">
                        <a:latin typeface="Cambria Math" panose="02040503050406030204" pitchFamily="18" charset="0"/>
                      </a:rPr>
                      <m:t>(</m:t>
                    </m:r>
                    <m:r>
                      <a:rPr lang="en-US" sz="2800" i="1" dirty="0" smtClean="0">
                        <a:latin typeface="Cambria Math" panose="02040503050406030204" pitchFamily="18" charset="0"/>
                      </a:rPr>
                      <m:t>𝑏𝑥</m:t>
                    </m:r>
                    <m:r>
                      <a:rPr lang="en-US" sz="2800" i="1" dirty="0" smtClean="0">
                        <a:latin typeface="Cambria Math" panose="02040503050406030204" pitchFamily="18" charset="0"/>
                      </a:rPr>
                      <m:t>)</m:t>
                    </m:r>
                  </m:oMath>
                </a14:m>
                <a:r>
                  <a:rPr lang="en-US" sz="2800" b="0" i="0" u="none" strike="noStrike" baseline="0" dirty="0">
                    <a:solidFill>
                      <a:srgbClr val="000000"/>
                    </a:solidFill>
                  </a:rPr>
                  <a:t>.</a:t>
                </a:r>
              </a:p>
            </p:txBody>
          </p:sp>
        </mc:Choice>
        <mc:Fallback xmlns="">
          <p:sp>
            <p:nvSpPr>
              <p:cNvPr id="4" name="Text Placeholder 3">
                <a:extLst>
                  <a:ext uri="{FF2B5EF4-FFF2-40B4-BE49-F238E27FC236}">
                    <a16:creationId xmlns:a16="http://schemas.microsoft.com/office/drawing/2014/main" id="{7B3EF6D6-21DA-06B8-522B-BDF27854BF2C}"/>
                  </a:ext>
                </a:extLst>
              </p:cNvPr>
              <p:cNvSpPr>
                <a:spLocks noGrp="1" noRot="1" noChangeAspect="1" noMove="1" noResize="1" noEditPoints="1" noAdjustHandles="1" noChangeArrowheads="1" noChangeShapeType="1" noTextEdit="1"/>
              </p:cNvSpPr>
              <p:nvPr>
                <p:ph type="body" sz="quarter" idx="10"/>
              </p:nvPr>
            </p:nvSpPr>
            <p:spPr>
              <a:xfrm>
                <a:off x="836615" y="1602377"/>
                <a:ext cx="9831386" cy="4184297"/>
              </a:xfrm>
              <a:blipFill>
                <a:blip r:embed="rId3"/>
                <a:stretch>
                  <a:fillRect l="-1116" t="-2478"/>
                </a:stretch>
              </a:blipFill>
            </p:spPr>
            <p:txBody>
              <a:bodyPr/>
              <a:lstStyle/>
              <a:p>
                <a:r>
                  <a:rPr lang="en-US">
                    <a:noFill/>
                  </a:rPr>
                  <a:t> </a:t>
                </a:r>
              </a:p>
            </p:txBody>
          </p:sp>
        </mc:Fallback>
      </mc:AlternateContent>
    </p:spTree>
    <p:extLst>
      <p:ext uri="{BB962C8B-B14F-4D97-AF65-F5344CB8AC3E}">
        <p14:creationId xmlns:p14="http://schemas.microsoft.com/office/powerpoint/2010/main" val="339860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A3AC8-B56F-47DA-AEF2-F3F1E9E2CD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EB9966A-6415-B35F-AC87-062F5FC26C5C}"/>
              </a:ext>
            </a:extLst>
          </p:cNvPr>
          <p:cNvSpPr>
            <a:spLocks noGrp="1"/>
          </p:cNvSpPr>
          <p:nvPr>
            <p:ph type="title"/>
          </p:nvPr>
        </p:nvSpPr>
        <p:spPr/>
        <p:txBody>
          <a:bodyPr/>
          <a:lstStyle/>
          <a:p>
            <a:pPr algn="l"/>
            <a:r>
              <a:rPr lang="en-US" b="1" dirty="0"/>
              <a:t>Essential Question </a:t>
            </a:r>
            <a:r>
              <a:rPr lang="en-US" sz="2000" b="1" dirty="0">
                <a:solidFill>
                  <a:schemeClr val="bg1"/>
                </a:solidFill>
              </a:rPr>
              <a:t>(1 of 2)</a:t>
            </a:r>
          </a:p>
        </p:txBody>
      </p:sp>
      <p:sp>
        <p:nvSpPr>
          <p:cNvPr id="9" name="Text Placeholder 2">
            <a:extLst>
              <a:ext uri="{FF2B5EF4-FFF2-40B4-BE49-F238E27FC236}">
                <a16:creationId xmlns:a16="http://schemas.microsoft.com/office/drawing/2014/main" id="{325B2EA2-DB03-43C5-FC66-7B772EA97525}"/>
              </a:ext>
            </a:extLst>
          </p:cNvPr>
          <p:cNvSpPr txBox="1">
            <a:spLocks/>
          </p:cNvSpPr>
          <p:nvPr/>
        </p:nvSpPr>
        <p:spPr>
          <a:xfrm>
            <a:off x="777240" y="1584575"/>
            <a:ext cx="9423400" cy="435120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You have learned about the effects of vertical transformations on linear functions.</a:t>
            </a: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endParaRPr lang="en-US" sz="2800" dirty="0">
              <a:solidFill>
                <a:srgbClr val="000000"/>
              </a:solidFill>
            </a:endParaRPr>
          </a:p>
          <a:p>
            <a:pPr marL="0" indent="0">
              <a:spcBef>
                <a:spcPts val="24"/>
              </a:spcBef>
              <a:buNone/>
            </a:pPr>
            <a:r>
              <a:rPr lang="en-US" sz="2800" dirty="0">
                <a:solidFill>
                  <a:srgbClr val="000000"/>
                </a:solidFill>
              </a:rPr>
              <a:t>What effect do horizontal transformations have on linear functions? How do they compare to vertical transformations? </a:t>
            </a:r>
          </a:p>
        </p:txBody>
      </p:sp>
    </p:spTree>
    <p:extLst>
      <p:ext uri="{BB962C8B-B14F-4D97-AF65-F5344CB8AC3E}">
        <p14:creationId xmlns:p14="http://schemas.microsoft.com/office/powerpoint/2010/main" val="2493083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4E7D1-4EEC-73C8-A8B1-25799A77981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CFA90BF-E127-672C-DE36-C0738BC656D8}"/>
              </a:ext>
            </a:extLst>
          </p:cNvPr>
          <p:cNvSpPr>
            <a:spLocks noGrp="1"/>
          </p:cNvSpPr>
          <p:nvPr>
            <p:ph type="title" idx="4294967295"/>
          </p:nvPr>
        </p:nvSpPr>
        <p:spPr>
          <a:xfrm>
            <a:off x="838200" y="-313509"/>
            <a:ext cx="10514013" cy="313509"/>
          </a:xfrm>
          <a:prstGeom prst="rect">
            <a:avLst/>
          </a:prstGeom>
        </p:spPr>
        <p:txBody>
          <a:bodyPr anchor="b"/>
          <a:lstStyle/>
          <a:p>
            <a:r>
              <a:rPr lang="en-US" sz="2000" dirty="0">
                <a:solidFill>
                  <a:schemeClr val="bg2"/>
                </a:solidFill>
              </a:rPr>
              <a:t>Day 1</a:t>
            </a:r>
          </a:p>
        </p:txBody>
      </p:sp>
      <p:sp>
        <p:nvSpPr>
          <p:cNvPr id="4" name="Text Placeholder 3">
            <a:extLst>
              <a:ext uri="{FF2B5EF4-FFF2-40B4-BE49-F238E27FC236}">
                <a16:creationId xmlns:a16="http://schemas.microsoft.com/office/drawing/2014/main" id="{1586B9D5-0714-C453-BF23-634EFB6E39F7}"/>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1</a:t>
            </a:r>
          </a:p>
        </p:txBody>
      </p:sp>
    </p:spTree>
    <p:extLst>
      <p:ext uri="{BB962C8B-B14F-4D97-AF65-F5344CB8AC3E}">
        <p14:creationId xmlns:p14="http://schemas.microsoft.com/office/powerpoint/2010/main" val="3545096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73B6511-319C-24C4-E798-AB7E16128256}"/>
              </a:ext>
            </a:extLst>
          </p:cNvPr>
          <p:cNvSpPr>
            <a:spLocks noGrp="1"/>
          </p:cNvSpPr>
          <p:nvPr>
            <p:ph type="title" idx="4294967295"/>
          </p:nvPr>
        </p:nvSpPr>
        <p:spPr>
          <a:xfrm>
            <a:off x="838200" y="-339634"/>
            <a:ext cx="10514013" cy="339634"/>
          </a:xfrm>
          <a:prstGeom prst="rect">
            <a:avLst/>
          </a:prstGeom>
        </p:spPr>
        <p:txBody>
          <a:bodyPr anchor="b"/>
          <a:lstStyle/>
          <a:p>
            <a:r>
              <a:rPr lang="en-US" sz="2000" dirty="0">
                <a:solidFill>
                  <a:schemeClr val="bg2"/>
                </a:solidFill>
              </a:rPr>
              <a:t>Getting Started</a:t>
            </a:r>
          </a:p>
        </p:txBody>
      </p:sp>
      <p:sp>
        <p:nvSpPr>
          <p:cNvPr id="2" name="Text Placeholder 1" descr="5 to 10 minutes">
            <a:extLst>
              <a:ext uri="{FF2B5EF4-FFF2-40B4-BE49-F238E27FC236}">
                <a16:creationId xmlns:a16="http://schemas.microsoft.com/office/drawing/2014/main" id="{461C201E-12AD-57EF-47E5-2D96E6063E25}"/>
              </a:ext>
            </a:extLst>
          </p:cNvPr>
          <p:cNvSpPr>
            <a:spLocks noGrp="1"/>
          </p:cNvSpPr>
          <p:nvPr>
            <p:ph type="body" sz="quarter" idx="12"/>
          </p:nvPr>
        </p:nvSpPr>
        <p:spPr>
          <a:xfrm>
            <a:off x="10614990" y="5779693"/>
            <a:ext cx="863947" cy="795338"/>
          </a:xfrm>
        </p:spPr>
        <p:txBody>
          <a:bodyPr/>
          <a:lstStyle/>
          <a:p>
            <a:r>
              <a:rPr lang="en-US" b="1" dirty="0"/>
              <a:t>5–10</a:t>
            </a:r>
          </a:p>
        </p:txBody>
      </p:sp>
    </p:spTree>
    <p:extLst>
      <p:ext uri="{BB962C8B-B14F-4D97-AF65-F5344CB8AC3E}">
        <p14:creationId xmlns:p14="http://schemas.microsoft.com/office/powerpoint/2010/main" val="37196198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FD0B2-A9E7-0A4C-CC80-65AF82D6DF2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962E77F-B1D6-40AE-592B-5BAB37399846}"/>
              </a:ext>
            </a:extLst>
          </p:cNvPr>
          <p:cNvSpPr>
            <a:spLocks noGrp="1"/>
          </p:cNvSpPr>
          <p:nvPr>
            <p:ph type="title"/>
          </p:nvPr>
        </p:nvSpPr>
        <p:spPr/>
        <p:txBody>
          <a:bodyPr/>
          <a:lstStyle/>
          <a:p>
            <a:pPr algn="l"/>
            <a:r>
              <a:rPr lang="en-US" b="1" dirty="0"/>
              <a:t>Hey, I Remember This! </a:t>
            </a:r>
            <a:r>
              <a:rPr lang="en-US" sz="2000" b="1" dirty="0">
                <a:solidFill>
                  <a:schemeClr val="bg1"/>
                </a:solidFill>
              </a:rPr>
              <a:t>(1 of 4)</a:t>
            </a:r>
          </a:p>
        </p:txBody>
      </p:sp>
      <p:sp>
        <p:nvSpPr>
          <p:cNvPr id="2" name="TextBox 1">
            <a:extLst>
              <a:ext uri="{FF2B5EF4-FFF2-40B4-BE49-F238E27FC236}">
                <a16:creationId xmlns:a16="http://schemas.microsoft.com/office/drawing/2014/main" id="{3481816B-0AB6-B7C3-67C6-B5D422E2A58E}"/>
              </a:ext>
            </a:extLst>
          </p:cNvPr>
          <p:cNvSpPr txBox="1"/>
          <p:nvPr/>
        </p:nvSpPr>
        <p:spPr>
          <a:xfrm>
            <a:off x="777240" y="1644636"/>
            <a:ext cx="11214463" cy="523220"/>
          </a:xfrm>
          <a:prstGeom prst="rect">
            <a:avLst/>
          </a:prstGeom>
          <a:noFill/>
        </p:spPr>
        <p:txBody>
          <a:bodyPr wrap="square" rtlCol="0">
            <a:spAutoFit/>
          </a:bodyPr>
          <a:lstStyle/>
          <a:p>
            <a:r>
              <a:rPr lang="en-US" sz="2800" dirty="0">
                <a:solidFill>
                  <a:srgbClr val="000000"/>
                </a:solidFill>
              </a:rPr>
              <a:t>Graph each linear function and describe the key characteristics of the graph.</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8A40426-95CC-EF9E-540F-D1B1DE38C8D6}"/>
                  </a:ext>
                </a:extLst>
              </p:cNvPr>
              <p:cNvSpPr txBox="1">
                <a:spLocks/>
              </p:cNvSpPr>
              <p:nvPr/>
            </p:nvSpPr>
            <p:spPr>
              <a:xfrm>
                <a:off x="777240" y="2318655"/>
                <a:ext cx="5317967" cy="409085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a:pPr>
                <a:r>
                  <a:rPr lang="nn-NO" sz="2800" dirty="0">
                    <a:solidFill>
                      <a:srgbClr val="000000"/>
                    </a:solidFill>
                  </a:rPr>
                  <a:t> </a:t>
                </a:r>
                <a14:m>
                  <m:oMath xmlns:m="http://schemas.openxmlformats.org/officeDocument/2006/math">
                    <m:r>
                      <a:rPr lang="nn-NO" sz="2800" i="1" dirty="0" smtClean="0">
                        <a:solidFill>
                          <a:srgbClr val="000000"/>
                        </a:solidFill>
                        <a:latin typeface="Cambria Math" panose="02040503050406030204" pitchFamily="18" charset="0"/>
                      </a:rPr>
                      <m:t>𝑔</m:t>
                    </m:r>
                    <m:r>
                      <a:rPr lang="nn-NO" sz="2800" i="1" dirty="0" smtClean="0">
                        <a:solidFill>
                          <a:srgbClr val="000000"/>
                        </a:solidFill>
                        <a:latin typeface="Cambria Math" panose="02040503050406030204" pitchFamily="18" charset="0"/>
                      </a:rPr>
                      <m:t>(</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)=3</m:t>
                    </m:r>
                    <m:r>
                      <a:rPr lang="nn-NO" sz="2800" i="1" dirty="0" smtClean="0">
                        <a:solidFill>
                          <a:srgbClr val="000000"/>
                        </a:solidFill>
                        <a:latin typeface="Cambria Math" panose="02040503050406030204" pitchFamily="18" charset="0"/>
                      </a:rPr>
                      <m:t>𝑥</m:t>
                    </m:r>
                    <m:r>
                      <a:rPr lang="nn-NO" sz="2800" i="1" dirty="0" smtClean="0">
                        <a:solidFill>
                          <a:srgbClr val="000000"/>
                        </a:solidFill>
                        <a:latin typeface="Cambria Math" panose="02040503050406030204" pitchFamily="18" charset="0"/>
                      </a:rPr>
                      <m:t>−8</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88A40426-95CC-EF9E-540F-D1B1DE38C8D6}"/>
                  </a:ext>
                </a:extLst>
              </p:cNvPr>
              <p:cNvSpPr txBox="1">
                <a:spLocks noRot="1" noChangeAspect="1" noMove="1" noResize="1" noEditPoints="1" noAdjustHandles="1" noChangeArrowheads="1" noChangeShapeType="1" noTextEdit="1"/>
              </p:cNvSpPr>
              <p:nvPr/>
            </p:nvSpPr>
            <p:spPr>
              <a:xfrm>
                <a:off x="777240" y="2318655"/>
                <a:ext cx="5317967" cy="4090853"/>
              </a:xfrm>
              <a:prstGeom prst="rect">
                <a:avLst/>
              </a:prstGeom>
              <a:blipFill>
                <a:blip r:embed="rId3"/>
                <a:stretch>
                  <a:fillRect l="-2408" t="-1490"/>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4B431B2F-302D-41F7-03F4-A9D2AA29A29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175762" y="2456369"/>
            <a:ext cx="3897829" cy="3815423"/>
          </a:xfrm>
          <a:prstGeom prst="rect">
            <a:avLst/>
          </a:prstGeom>
        </p:spPr>
      </p:pic>
      <p:sp>
        <p:nvSpPr>
          <p:cNvPr id="10" name="Answer 10"/>
          <p:cNvSpPr txBox="1"/>
          <p:nvPr/>
        </p:nvSpPr>
        <p:spPr>
          <a:xfrm>
            <a:off x="2692400" y="28448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All real numbers</a:t>
            </a:r>
          </a:p>
        </p:txBody>
      </p:sp>
      <p:sp>
        <p:nvSpPr>
          <p:cNvPr id="11" name="Answer 11"/>
          <p:cNvSpPr txBox="1"/>
          <p:nvPr/>
        </p:nvSpPr>
        <p:spPr>
          <a:xfrm>
            <a:off x="2451100" y="3276600"/>
            <a:ext cx="2667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All real numbers</a:t>
            </a:r>
          </a:p>
        </p:txBody>
      </p:sp>
      <p:sp>
        <p:nvSpPr>
          <p:cNvPr id="12" name="Answer 12"/>
          <p:cNvSpPr txBox="1"/>
          <p:nvPr/>
        </p:nvSpPr>
        <p:spPr>
          <a:xfrm>
            <a:off x="3136900" y="3708400"/>
            <a:ext cx="190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(8/3, 0)</a:t>
            </a:r>
          </a:p>
        </p:txBody>
      </p:sp>
      <p:sp>
        <p:nvSpPr>
          <p:cNvPr id="13" name="Answer 13"/>
          <p:cNvSpPr txBox="1"/>
          <p:nvPr/>
        </p:nvSpPr>
        <p:spPr>
          <a:xfrm>
            <a:off x="3136900" y="4140200"/>
            <a:ext cx="190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−8)</a:t>
            </a:r>
          </a:p>
        </p:txBody>
      </p:sp>
      <p:sp>
        <p:nvSpPr>
          <p:cNvPr id="14" name="Answer 14"/>
          <p:cNvSpPr txBox="1"/>
          <p:nvPr/>
        </p:nvSpPr>
        <p:spPr>
          <a:xfrm>
            <a:off x="2362200" y="4572000"/>
            <a:ext cx="190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3</a:t>
            </a:r>
          </a:p>
        </p:txBody>
      </p:sp>
      <p:sp>
        <p:nvSpPr>
          <p:cNvPr id="15" name="Answer 15"/>
          <p:cNvSpPr txBox="1"/>
          <p:nvPr/>
        </p:nvSpPr>
        <p:spPr>
          <a:xfrm>
            <a:off x="1371600" y="53975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Increasing</a:t>
            </a:r>
          </a:p>
        </p:txBody>
      </p:sp>
      <p:sp>
        <p:nvSpPr>
          <p:cNvPr id="16" name="Answer 16"/>
          <p:cNvSpPr txBox="1"/>
          <p:nvPr/>
        </p:nvSpPr>
        <p:spPr>
          <a:xfrm>
            <a:off x="10160000" y="2540000"/>
            <a:ext cx="19050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g(x): through (0, −8) and (3, 1)</a:t>
            </a:r>
          </a:p>
        </p:txBody>
      </p:sp>
    </p:spTree>
    <p:extLst>
      <p:ext uri="{BB962C8B-B14F-4D97-AF65-F5344CB8AC3E}">
        <p14:creationId xmlns:p14="http://schemas.microsoft.com/office/powerpoint/2010/main" val="258230979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2ED9F-6361-2E50-5D71-3BE9E2DB2A2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F2B23D-B515-6146-13AA-6C8F3849BAD7}"/>
              </a:ext>
            </a:extLst>
          </p:cNvPr>
          <p:cNvSpPr>
            <a:spLocks noGrp="1"/>
          </p:cNvSpPr>
          <p:nvPr>
            <p:ph type="title"/>
          </p:nvPr>
        </p:nvSpPr>
        <p:spPr/>
        <p:txBody>
          <a:bodyPr/>
          <a:lstStyle/>
          <a:p>
            <a:pPr algn="l"/>
            <a:r>
              <a:rPr lang="en-US" b="1" dirty="0"/>
              <a:t>Hey, I Remember This! </a:t>
            </a:r>
            <a:r>
              <a:rPr lang="en-US" sz="2000" b="1" dirty="0">
                <a:solidFill>
                  <a:schemeClr val="bg1"/>
                </a:solidFill>
              </a:rPr>
              <a:t>(2 of 4)</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C2FA9ABC-48BD-8140-C744-48CF8348875E}"/>
                  </a:ext>
                </a:extLst>
              </p:cNvPr>
              <p:cNvSpPr txBox="1">
                <a:spLocks/>
              </p:cNvSpPr>
              <p:nvPr/>
            </p:nvSpPr>
            <p:spPr>
              <a:xfrm>
                <a:off x="777240" y="1611086"/>
                <a:ext cx="5317967" cy="391885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lgn="l">
                  <a:buFont typeface="+mj-lt"/>
                  <a:buAutoNum type="arabicPeriod" startAt="2"/>
                </a:pPr>
                <a:r>
                  <a:rPr lang="en-US" sz="2800" b="0" dirty="0">
                    <a:solidFill>
                      <a:srgbClr val="000000"/>
                    </a:solidFill>
                  </a:rPr>
                  <a:t> </a:t>
                </a:r>
                <a14:m>
                  <m:oMath xmlns:m="http://schemas.openxmlformats.org/officeDocument/2006/math">
                    <m:r>
                      <a:rPr lang="en-US" sz="2800" b="0" i="1" dirty="0" smtClean="0">
                        <a:solidFill>
                          <a:srgbClr val="000000"/>
                        </a:solidFill>
                        <a:latin typeface="Cambria Math" panose="02040503050406030204" pitchFamily="18" charset="0"/>
                      </a:rPr>
                      <m:t>h</m:t>
                    </m:r>
                    <m:d>
                      <m:dPr>
                        <m:ctrlPr>
                          <a:rPr lang="nn-NO" sz="2800" b="0" i="1" dirty="0" smtClean="0">
                            <a:solidFill>
                              <a:srgbClr val="000000"/>
                            </a:solidFill>
                            <a:latin typeface="Cambria Math" panose="02040503050406030204" pitchFamily="18" charset="0"/>
                          </a:rPr>
                        </m:ctrlPr>
                      </m:dPr>
                      <m:e>
                        <m:r>
                          <a:rPr lang="nn-NO" sz="2800" i="1" dirty="0" smtClean="0">
                            <a:solidFill>
                              <a:srgbClr val="000000"/>
                            </a:solidFill>
                            <a:latin typeface="Cambria Math" panose="02040503050406030204" pitchFamily="18" charset="0"/>
                          </a:rPr>
                          <m:t>𝑥</m:t>
                        </m:r>
                      </m:e>
                    </m:d>
                    <m:r>
                      <a:rPr lang="nn-NO" sz="2800" i="1" dirty="0" smtClean="0">
                        <a:solidFill>
                          <a:srgbClr val="000000"/>
                        </a:solidFill>
                        <a:latin typeface="Cambria Math" panose="02040503050406030204" pitchFamily="18" charset="0"/>
                      </a:rPr>
                      <m:t>=</m:t>
                    </m:r>
                    <m:r>
                      <a:rPr lang="en-US" sz="2800" b="0" i="1" dirty="0" smtClean="0">
                        <a:solidFill>
                          <a:srgbClr val="000000"/>
                        </a:solidFill>
                        <a:latin typeface="Cambria Math" panose="02040503050406030204" pitchFamily="18" charset="0"/>
                      </a:rPr>
                      <m:t>−</m:t>
                    </m:r>
                    <m:f>
                      <m:fPr>
                        <m:ctrlPr>
                          <a:rPr lang="nn-NO" sz="2800" i="1" dirty="0" smtClean="0">
                            <a:solidFill>
                              <a:srgbClr val="000000"/>
                            </a:solidFill>
                            <a:latin typeface="Cambria Math" panose="02040503050406030204" pitchFamily="18" charset="0"/>
                          </a:rPr>
                        </m:ctrlPr>
                      </m:fPr>
                      <m:num>
                        <m:r>
                          <a:rPr lang="en-US" sz="2800" b="0" i="1" dirty="0" smtClean="0">
                            <a:solidFill>
                              <a:srgbClr val="000000"/>
                            </a:solidFill>
                            <a:latin typeface="Cambria Math" panose="02040503050406030204" pitchFamily="18" charset="0"/>
                          </a:rPr>
                          <m:t>2</m:t>
                        </m:r>
                      </m:num>
                      <m:den>
                        <m:r>
                          <a:rPr lang="en-US" sz="2800" b="0" i="1" dirty="0" smtClean="0">
                            <a:solidFill>
                              <a:srgbClr val="000000"/>
                            </a:solidFill>
                            <a:latin typeface="Cambria Math" panose="02040503050406030204" pitchFamily="18" charset="0"/>
                          </a:rPr>
                          <m:t>3</m:t>
                        </m:r>
                      </m:den>
                    </m:f>
                    <m:r>
                      <a:rPr lang="en-US" sz="2800" b="0" i="1" dirty="0" smtClean="0">
                        <a:solidFill>
                          <a:srgbClr val="000000"/>
                        </a:solidFill>
                        <a:latin typeface="Cambria Math" panose="02040503050406030204" pitchFamily="18" charset="0"/>
                      </a:rPr>
                      <m:t>𝑥</m:t>
                    </m:r>
                    <m:r>
                      <a:rPr lang="en-US" sz="2800" b="0" i="1" dirty="0" smtClean="0">
                        <a:solidFill>
                          <a:srgbClr val="000000"/>
                        </a:solidFill>
                        <a:latin typeface="Cambria Math" panose="02040503050406030204" pitchFamily="18" charset="0"/>
                      </a:rPr>
                      <m:t>+5</m:t>
                    </m:r>
                  </m:oMath>
                </a14:m>
                <a:endParaRPr lang="nn-NO" sz="2800" dirty="0">
                  <a:solidFill>
                    <a:srgbClr val="000000"/>
                  </a:solidFill>
                </a:endParaRPr>
              </a:p>
              <a:p>
                <a:pPr marL="514350" indent="0" algn="l">
                  <a:buNone/>
                </a:pPr>
                <a:r>
                  <a:rPr lang="en-US" sz="2800" dirty="0">
                    <a:solidFill>
                      <a:srgbClr val="000000"/>
                    </a:solidFill>
                  </a:rPr>
                  <a:t>Domain: ______________</a:t>
                </a:r>
                <a:br>
                  <a:rPr lang="en-US" sz="2800" dirty="0">
                    <a:solidFill>
                      <a:srgbClr val="000000"/>
                    </a:solidFill>
                  </a:rPr>
                </a:br>
                <a:r>
                  <a:rPr lang="en-US" sz="2800" dirty="0">
                    <a:solidFill>
                      <a:srgbClr val="000000"/>
                    </a:solidFill>
                  </a:rPr>
                  <a:t>Range: _______________</a:t>
                </a:r>
                <a:br>
                  <a:rPr lang="en-US" sz="2800" dirty="0">
                    <a:solidFill>
                      <a:srgbClr val="000000"/>
                    </a:solidFill>
                  </a:rPr>
                </a:br>
                <a:r>
                  <a:rPr lang="en-US" sz="2800" i="1" dirty="0">
                    <a:solidFill>
                      <a:srgbClr val="000000"/>
                    </a:solidFill>
                  </a:rPr>
                  <a:t>x</a:t>
                </a:r>
                <a:r>
                  <a:rPr lang="en-US" sz="2800" dirty="0">
                    <a:solidFill>
                      <a:srgbClr val="000000"/>
                    </a:solidFill>
                  </a:rPr>
                  <a:t>-intercept: __________</a:t>
                </a:r>
                <a:br>
                  <a:rPr lang="en-US" sz="2800" dirty="0">
                    <a:solidFill>
                      <a:srgbClr val="000000"/>
                    </a:solidFill>
                  </a:rPr>
                </a:br>
                <a:r>
                  <a:rPr lang="en-US" sz="2800" i="1" dirty="0">
                    <a:solidFill>
                      <a:srgbClr val="000000"/>
                    </a:solidFill>
                  </a:rPr>
                  <a:t>y</a:t>
                </a:r>
                <a:r>
                  <a:rPr lang="en-US" sz="2800" dirty="0">
                    <a:solidFill>
                      <a:srgbClr val="000000"/>
                    </a:solidFill>
                  </a:rPr>
                  <a:t>-intercept: __________</a:t>
                </a:r>
                <a:br>
                  <a:rPr lang="en-US" sz="2800" dirty="0">
                    <a:solidFill>
                      <a:srgbClr val="000000"/>
                    </a:solidFill>
                  </a:rPr>
                </a:br>
                <a:r>
                  <a:rPr lang="en-US" sz="2800" dirty="0">
                    <a:solidFill>
                      <a:srgbClr val="000000"/>
                    </a:solidFill>
                  </a:rPr>
                  <a:t>Slope: _________</a:t>
                </a:r>
                <a:br>
                  <a:rPr lang="en-US" sz="2800" dirty="0">
                    <a:solidFill>
                      <a:srgbClr val="000000"/>
                    </a:solidFill>
                  </a:rPr>
                </a:br>
                <a:r>
                  <a:rPr lang="en-US" sz="2800" dirty="0">
                    <a:solidFill>
                      <a:srgbClr val="000000"/>
                    </a:solidFill>
                  </a:rPr>
                  <a:t>Increasing/Decreasing:</a:t>
                </a:r>
                <a:br>
                  <a:rPr lang="en-US" sz="2800" dirty="0">
                    <a:solidFill>
                      <a:srgbClr val="000000"/>
                    </a:solidFill>
                  </a:rPr>
                </a:br>
                <a:r>
                  <a:rPr lang="en-US" sz="2800" dirty="0">
                    <a:solidFill>
                      <a:srgbClr val="000000"/>
                    </a:solidFill>
                  </a:rPr>
                  <a:t>___________________</a:t>
                </a:r>
              </a:p>
            </p:txBody>
          </p:sp>
        </mc:Choice>
        <mc:Fallback xmlns="">
          <p:sp>
            <p:nvSpPr>
              <p:cNvPr id="9" name="Text Placeholder 2">
                <a:extLst>
                  <a:ext uri="{FF2B5EF4-FFF2-40B4-BE49-F238E27FC236}">
                    <a16:creationId xmlns:a16="http://schemas.microsoft.com/office/drawing/2014/main" id="{C2FA9ABC-48BD-8140-C744-48CF8348875E}"/>
                  </a:ext>
                </a:extLst>
              </p:cNvPr>
              <p:cNvSpPr txBox="1">
                <a:spLocks noRot="1" noChangeAspect="1" noMove="1" noResize="1" noEditPoints="1" noAdjustHandles="1" noChangeArrowheads="1" noChangeShapeType="1" noTextEdit="1"/>
              </p:cNvSpPr>
              <p:nvPr/>
            </p:nvSpPr>
            <p:spPr>
              <a:xfrm>
                <a:off x="777240" y="1611086"/>
                <a:ext cx="5317967" cy="3918857"/>
              </a:xfrm>
              <a:prstGeom prst="rect">
                <a:avLst/>
              </a:prstGeom>
              <a:blipFill>
                <a:blip r:embed="rId3"/>
                <a:stretch>
                  <a:fillRect l="-2408" b="-933"/>
                </a:stretch>
              </a:blipFill>
            </p:spPr>
            <p:txBody>
              <a:bodyPr/>
              <a:lstStyle/>
              <a:p>
                <a:r>
                  <a:rPr lang="en-US">
                    <a:noFill/>
                  </a:rPr>
                  <a:t> </a:t>
                </a:r>
              </a:p>
            </p:txBody>
          </p:sp>
        </mc:Fallback>
      </mc:AlternateContent>
      <p:pic>
        <p:nvPicPr>
          <p:cNvPr id="6" name="Picture 5" descr="A coordinate plane.">
            <a:extLst>
              <a:ext uri="{FF2B5EF4-FFF2-40B4-BE49-F238E27FC236}">
                <a16:creationId xmlns:a16="http://schemas.microsoft.com/office/drawing/2014/main" id="{A131305C-5B56-C143-184B-6F72480AA1A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095206" y="1662802"/>
            <a:ext cx="3897829" cy="3815423"/>
          </a:xfrm>
          <a:prstGeom prst="rect">
            <a:avLst/>
          </a:prstGeom>
        </p:spPr>
      </p:pic>
      <p:sp>
        <p:nvSpPr>
          <p:cNvPr id="10" name="Answer 10"/>
          <p:cNvSpPr txBox="1"/>
          <p:nvPr/>
        </p:nvSpPr>
        <p:spPr>
          <a:xfrm>
            <a:off x="2679700" y="2324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All real numbers</a:t>
            </a:r>
          </a:p>
        </p:txBody>
      </p:sp>
      <p:sp>
        <p:nvSpPr>
          <p:cNvPr id="11" name="Answer 11"/>
          <p:cNvSpPr txBox="1"/>
          <p:nvPr/>
        </p:nvSpPr>
        <p:spPr>
          <a:xfrm>
            <a:off x="2451100" y="2755900"/>
            <a:ext cx="2667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All real numbers</a:t>
            </a:r>
          </a:p>
        </p:txBody>
      </p:sp>
      <p:sp>
        <p:nvSpPr>
          <p:cNvPr id="12" name="Answer 12"/>
          <p:cNvSpPr txBox="1"/>
          <p:nvPr/>
        </p:nvSpPr>
        <p:spPr>
          <a:xfrm>
            <a:off x="3124200" y="3187700"/>
            <a:ext cx="190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(7.5, 0)</a:t>
            </a:r>
          </a:p>
        </p:txBody>
      </p:sp>
      <p:sp>
        <p:nvSpPr>
          <p:cNvPr id="13" name="Answer 13"/>
          <p:cNvSpPr txBox="1"/>
          <p:nvPr/>
        </p:nvSpPr>
        <p:spPr>
          <a:xfrm>
            <a:off x="3124200" y="3619500"/>
            <a:ext cx="190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(0, 5)</a:t>
            </a:r>
          </a:p>
        </p:txBody>
      </p:sp>
      <p:sp>
        <p:nvSpPr>
          <p:cNvPr id="14" name="Answer 14"/>
          <p:cNvSpPr txBox="1"/>
          <p:nvPr/>
        </p:nvSpPr>
        <p:spPr>
          <a:xfrm>
            <a:off x="2349500" y="4051300"/>
            <a:ext cx="1905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−2/3</a:t>
            </a:r>
          </a:p>
        </p:txBody>
      </p:sp>
      <p:sp>
        <p:nvSpPr>
          <p:cNvPr id="15" name="Answer 15"/>
          <p:cNvSpPr txBox="1"/>
          <p:nvPr/>
        </p:nvSpPr>
        <p:spPr>
          <a:xfrm>
            <a:off x="1371600" y="4902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Decreasing</a:t>
            </a:r>
          </a:p>
        </p:txBody>
      </p:sp>
      <p:sp>
        <p:nvSpPr>
          <p:cNvPr id="16" name="Answer 16"/>
          <p:cNvSpPr txBox="1"/>
          <p:nvPr/>
        </p:nvSpPr>
        <p:spPr>
          <a:xfrm>
            <a:off x="10096500" y="1778000"/>
            <a:ext cx="19685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h(x): through (0, 5) and (3, 3)</a:t>
            </a:r>
          </a:p>
        </p:txBody>
      </p:sp>
    </p:spTree>
    <p:extLst>
      <p:ext uri="{BB962C8B-B14F-4D97-AF65-F5344CB8AC3E}">
        <p14:creationId xmlns:p14="http://schemas.microsoft.com/office/powerpoint/2010/main" val="263765261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(3 of 4)</a:t>
            </a:r>
          </a:p>
        </p:txBody>
      </p:sp>
      <p:sp>
        <p:nvSpPr>
          <p:cNvPr id="9" name="Text Placeholder 2">
            <a:extLst>
              <a:ext uri="{FF2B5EF4-FFF2-40B4-BE49-F238E27FC236}">
                <a16:creationId xmlns:a16="http://schemas.microsoft.com/office/drawing/2014/main" id="{0224E92D-72C0-6DF3-2985-6F8E2D67E2FE}"/>
              </a:ext>
            </a:extLst>
          </p:cNvPr>
          <p:cNvSpPr txBox="1">
            <a:spLocks/>
          </p:cNvSpPr>
          <p:nvPr/>
        </p:nvSpPr>
        <p:spPr>
          <a:xfrm>
            <a:off x="777240" y="1616140"/>
            <a:ext cx="9902597"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the Getting Started!</a:t>
            </a:r>
          </a:p>
        </p:txBody>
      </p:sp>
      <p:pic>
        <p:nvPicPr>
          <p:cNvPr id="3" name="Picture 2">
            <a:extLst>
              <a:ext uri="{FF2B5EF4-FFF2-40B4-BE49-F238E27FC236}">
                <a16:creationId xmlns:a16="http://schemas.microsoft.com/office/drawing/2014/main" id="{83CFE51C-FECE-9C46-8848-6BF918D18E2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2981204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64592-7F7B-1973-FE4F-D5A02DADEC2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A00826-C6A3-00C8-7B57-63206214E632}"/>
              </a:ext>
            </a:extLst>
          </p:cNvPr>
          <p:cNvSpPr>
            <a:spLocks noGrp="1"/>
          </p:cNvSpPr>
          <p:nvPr>
            <p:ph type="title"/>
          </p:nvPr>
        </p:nvSpPr>
        <p:spPr/>
        <p:txBody>
          <a:bodyPr/>
          <a:lstStyle/>
          <a:p>
            <a:pPr algn="l"/>
            <a:r>
              <a:rPr lang="en-US" b="1" dirty="0"/>
              <a:t>Hey, I Remember This! </a:t>
            </a:r>
            <a:r>
              <a:rPr lang="en-US" sz="2000" b="1" dirty="0">
                <a:solidFill>
                  <a:schemeClr val="bg1"/>
                </a:solidFill>
              </a:rPr>
              <a:t>(4 of 4)</a:t>
            </a:r>
          </a:p>
        </p:txBody>
      </p:sp>
      <p:sp>
        <p:nvSpPr>
          <p:cNvPr id="9" name="Text Placeholder 2">
            <a:extLst>
              <a:ext uri="{FF2B5EF4-FFF2-40B4-BE49-F238E27FC236}">
                <a16:creationId xmlns:a16="http://schemas.microsoft.com/office/drawing/2014/main" id="{0224E92D-72C0-6DF3-2985-6F8E2D67E2FE}"/>
              </a:ext>
              <a:ext uri="{C183D7F6-B498-43B3-948B-1728B52AA6E4}">
                <adec:decorative xmlns:adec="http://schemas.microsoft.com/office/drawing/2017/decorative" val="1"/>
              </a:ext>
            </a:extLst>
          </p:cNvPr>
          <p:cNvSpPr txBox="1">
            <a:spLocks/>
          </p:cNvSpPr>
          <p:nvPr/>
        </p:nvSpPr>
        <p:spPr>
          <a:xfrm>
            <a:off x="777240" y="1616140"/>
            <a:ext cx="9900285"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a:p>
            <a:pPr marL="0" indent="0" algn="ctr">
              <a:buNone/>
            </a:pPr>
            <a:endParaRPr lang="en-US" sz="2800" dirty="0">
              <a:solidFill>
                <a:schemeClr val="bg2">
                  <a:lumMod val="25000"/>
                </a:schemeClr>
              </a:solidFill>
            </a:endParaRPr>
          </a:p>
        </p:txBody>
      </p:sp>
    </p:spTree>
    <p:extLst>
      <p:ext uri="{BB962C8B-B14F-4D97-AF65-F5344CB8AC3E}">
        <p14:creationId xmlns:p14="http://schemas.microsoft.com/office/powerpoint/2010/main" val="27434752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5F7022-D266-6CB6-8FDC-29242A2ED071}"/>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Activity 2.1</a:t>
            </a:r>
          </a:p>
        </p:txBody>
      </p:sp>
      <p:sp>
        <p:nvSpPr>
          <p:cNvPr id="3" name="Text Placeholder 2" descr="30 to 35 minutes">
            <a:extLst>
              <a:ext uri="{FF2B5EF4-FFF2-40B4-BE49-F238E27FC236}">
                <a16:creationId xmlns:a16="http://schemas.microsoft.com/office/drawing/2014/main" id="{BA063AF9-8F8B-5444-6AEC-5E8501EC7698}"/>
              </a:ext>
            </a:extLst>
          </p:cNvPr>
          <p:cNvSpPr>
            <a:spLocks noGrp="1"/>
          </p:cNvSpPr>
          <p:nvPr>
            <p:ph type="body" sz="quarter" idx="12"/>
          </p:nvPr>
        </p:nvSpPr>
        <p:spPr>
          <a:xfrm>
            <a:off x="10614990" y="5779693"/>
            <a:ext cx="863947" cy="795338"/>
          </a:xfrm>
        </p:spPr>
        <p:txBody>
          <a:bodyPr/>
          <a:lstStyle/>
          <a:p>
            <a:r>
              <a:rPr lang="en-US" b="1" dirty="0"/>
              <a:t>30–35</a:t>
            </a:r>
          </a:p>
        </p:txBody>
      </p:sp>
      <p:sp>
        <p:nvSpPr>
          <p:cNvPr id="2" name="Text Placeholder 1">
            <a:extLst>
              <a:ext uri="{FF2B5EF4-FFF2-40B4-BE49-F238E27FC236}">
                <a16:creationId xmlns:a16="http://schemas.microsoft.com/office/drawing/2014/main" id="{3D1465A3-2914-1151-1A78-CFD3B2A423BE}"/>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2.1</a:t>
            </a:r>
          </a:p>
        </p:txBody>
      </p:sp>
    </p:spTree>
    <p:extLst>
      <p:ext uri="{BB962C8B-B14F-4D97-AF65-F5344CB8AC3E}">
        <p14:creationId xmlns:p14="http://schemas.microsoft.com/office/powerpoint/2010/main" val="42504594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9FB43-679B-E397-30E3-50A521E99F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49FA50D-5DB0-765E-2A80-183E705A899F}"/>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 of 17)</a:t>
            </a:r>
          </a:p>
        </p:txBody>
      </p:sp>
      <p:sp>
        <p:nvSpPr>
          <p:cNvPr id="9" name="Text Placeholder 2">
            <a:extLst>
              <a:ext uri="{FF2B5EF4-FFF2-40B4-BE49-F238E27FC236}">
                <a16:creationId xmlns:a16="http://schemas.microsoft.com/office/drawing/2014/main" id="{AEE2E1EC-37FF-202A-334C-24D7800D23D2}"/>
              </a:ext>
            </a:extLst>
          </p:cNvPr>
          <p:cNvSpPr txBox="1">
            <a:spLocks/>
          </p:cNvSpPr>
          <p:nvPr/>
        </p:nvSpPr>
        <p:spPr>
          <a:xfrm>
            <a:off x="777240" y="1339864"/>
            <a:ext cx="9899469" cy="107936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Let’s determine how translations impact the graph of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a:t>
            </a:r>
          </a:p>
        </p:txBody>
      </p:sp>
      <p:sp>
        <p:nvSpPr>
          <p:cNvPr id="2" name="Rectangle: Rounded Corners 1">
            <a:extLst>
              <a:ext uri="{FF2B5EF4-FFF2-40B4-BE49-F238E27FC236}">
                <a16:creationId xmlns:a16="http://schemas.microsoft.com/office/drawing/2014/main" id="{14F741DA-13F4-54D4-AB4A-FC46710ED29D}"/>
              </a:ext>
              <a:ext uri="{C183D7F6-B498-43B3-948B-1728B52AA6E4}">
                <adec:decorative xmlns:adec="http://schemas.microsoft.com/office/drawing/2017/decorative" val="1"/>
              </a:ext>
            </a:extLst>
          </p:cNvPr>
          <p:cNvSpPr/>
          <p:nvPr/>
        </p:nvSpPr>
        <p:spPr>
          <a:xfrm>
            <a:off x="1384954" y="2713430"/>
            <a:ext cx="9513532" cy="3971491"/>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C55B2E17-FE55-E5C3-D533-EE3957144B6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36511" y="2495902"/>
            <a:ext cx="2758679" cy="426757"/>
          </a:xfrm>
          <a:prstGeom prst="rect">
            <a:avLst/>
          </a:prstGeom>
        </p:spPr>
      </p:pic>
      <p:sp>
        <p:nvSpPr>
          <p:cNvPr id="8" name="TextBox 7">
            <a:extLst>
              <a:ext uri="{FF2B5EF4-FFF2-40B4-BE49-F238E27FC236}">
                <a16:creationId xmlns:a16="http://schemas.microsoft.com/office/drawing/2014/main" id="{9950399A-4CF0-B573-06FA-33DDD0229D5C}"/>
              </a:ext>
            </a:extLst>
          </p:cNvPr>
          <p:cNvSpPr txBox="1"/>
          <p:nvPr/>
        </p:nvSpPr>
        <p:spPr>
          <a:xfrm>
            <a:off x="1632145" y="3131888"/>
            <a:ext cx="9110169" cy="3046988"/>
          </a:xfrm>
          <a:prstGeom prst="rect">
            <a:avLst/>
          </a:prstGeom>
          <a:noFill/>
        </p:spPr>
        <p:txBody>
          <a:bodyPr wrap="square">
            <a:spAutoFit/>
          </a:bodyPr>
          <a:lstStyle/>
          <a:p>
            <a:r>
              <a:rPr lang="en-US" sz="2400" dirty="0">
                <a:solidFill>
                  <a:srgbClr val="000000"/>
                </a:solidFill>
              </a:rPr>
              <a:t>You can translate the graph of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to the right 5 units by moving each point 5 units to the right. The transformed graph is labeled as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a:t>
            </a:r>
          </a:p>
          <a:p>
            <a:endParaRPr lang="en-US" sz="2400" dirty="0">
              <a:solidFill>
                <a:srgbClr val="000000"/>
              </a:solidFill>
            </a:endParaRPr>
          </a:p>
          <a:p>
            <a:r>
              <a:rPr lang="en-US" sz="2400" dirty="0">
                <a:solidFill>
                  <a:srgbClr val="000000"/>
                </a:solidFill>
              </a:rPr>
              <a:t>To translate the point (−2, −2)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add 5 units to the input value, or </a:t>
            </a:r>
            <a:r>
              <a:rPr lang="en-US" sz="2400" i="1" dirty="0">
                <a:solidFill>
                  <a:srgbClr val="000000"/>
                </a:solidFill>
              </a:rPr>
              <a:t>x</a:t>
            </a:r>
            <a:r>
              <a:rPr lang="en-US" sz="2400" dirty="0">
                <a:solidFill>
                  <a:srgbClr val="000000"/>
                </a:solidFill>
              </a:rPr>
              <a:t>-value. The output value, or </a:t>
            </a:r>
            <a:r>
              <a:rPr lang="en-US" sz="2400" i="1" dirty="0">
                <a:solidFill>
                  <a:srgbClr val="000000"/>
                </a:solidFill>
              </a:rPr>
              <a:t>y</a:t>
            </a:r>
            <a:r>
              <a:rPr lang="en-US" sz="2400" dirty="0">
                <a:solidFill>
                  <a:srgbClr val="000000"/>
                </a:solidFill>
              </a:rPr>
              <a:t>-value, remains unchanged. </a:t>
            </a:r>
            <a:br>
              <a:rPr lang="en-US" sz="2400" dirty="0">
                <a:solidFill>
                  <a:srgbClr val="000000"/>
                </a:solidFill>
              </a:rPr>
            </a:br>
            <a:r>
              <a:rPr lang="en-US" sz="2400" dirty="0">
                <a:solidFill>
                  <a:srgbClr val="000000"/>
                </a:solidFill>
              </a:rPr>
              <a:t>The coordinates of the translated point on </a:t>
            </a:r>
            <a:r>
              <a:rPr lang="en-US" sz="2400" i="1" dirty="0">
                <a:solidFill>
                  <a:srgbClr val="000000"/>
                </a:solidFill>
              </a:rPr>
              <a:t>m</a:t>
            </a:r>
            <a:r>
              <a:rPr lang="en-US" sz="2400" dirty="0">
                <a:solidFill>
                  <a:srgbClr val="000000"/>
                </a:solidFill>
              </a:rPr>
              <a:t>(</a:t>
            </a:r>
            <a:r>
              <a:rPr lang="en-US" sz="2400" i="1" dirty="0">
                <a:solidFill>
                  <a:srgbClr val="000000"/>
                </a:solidFill>
              </a:rPr>
              <a:t>x</a:t>
            </a:r>
            <a:r>
              <a:rPr lang="en-US" sz="2400" dirty="0">
                <a:solidFill>
                  <a:srgbClr val="000000"/>
                </a:solidFill>
              </a:rPr>
              <a:t>) are (3, −2).</a:t>
            </a:r>
            <a:br>
              <a:rPr lang="en-US" sz="2400" dirty="0">
                <a:solidFill>
                  <a:srgbClr val="000000"/>
                </a:solidFill>
              </a:rPr>
            </a:br>
            <a:br>
              <a:rPr lang="en-US" sz="2400" dirty="0">
                <a:solidFill>
                  <a:srgbClr val="000000"/>
                </a:solidFill>
              </a:rPr>
            </a:br>
            <a:r>
              <a:rPr lang="en-US" sz="2400" dirty="0">
                <a:solidFill>
                  <a:srgbClr val="000000"/>
                </a:solidFill>
              </a:rPr>
              <a:t>The coordinates of four additional points on </a:t>
            </a:r>
            <a:r>
              <a:rPr lang="en-US" sz="2400" i="1" dirty="0">
                <a:solidFill>
                  <a:srgbClr val="000000"/>
                </a:solidFill>
              </a:rPr>
              <a:t>f</a:t>
            </a:r>
            <a:r>
              <a:rPr lang="en-US" sz="2400" dirty="0">
                <a:solidFill>
                  <a:srgbClr val="000000"/>
                </a:solidFill>
              </a:rPr>
              <a:t>(</a:t>
            </a:r>
            <a:r>
              <a:rPr lang="en-US" sz="2400" i="1" dirty="0">
                <a:solidFill>
                  <a:srgbClr val="000000"/>
                </a:solidFill>
              </a:rPr>
              <a:t>x</a:t>
            </a:r>
            <a:r>
              <a:rPr lang="en-US" sz="2400" dirty="0">
                <a:solidFill>
                  <a:srgbClr val="000000"/>
                </a:solidFill>
              </a:rPr>
              <a:t>) are translated for you. </a:t>
            </a:r>
          </a:p>
        </p:txBody>
      </p:sp>
    </p:spTree>
    <p:extLst>
      <p:ext uri="{BB962C8B-B14F-4D97-AF65-F5344CB8AC3E}">
        <p14:creationId xmlns:p14="http://schemas.microsoft.com/office/powerpoint/2010/main" val="411380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C6C9-3147-A4B0-52D6-51D6CE2744C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1DCD52-9B7E-7F69-73E6-C5261C510AE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(2 of 17)</a:t>
            </a:r>
          </a:p>
        </p:txBody>
      </p:sp>
      <p:sp>
        <p:nvSpPr>
          <p:cNvPr id="2" name="Rectangle: Rounded Corners 1">
            <a:extLst>
              <a:ext uri="{FF2B5EF4-FFF2-40B4-BE49-F238E27FC236}">
                <a16:creationId xmlns:a16="http://schemas.microsoft.com/office/drawing/2014/main" id="{5633705D-AC24-5776-B265-9191073F774D}"/>
              </a:ext>
              <a:ext uri="{C183D7F6-B498-43B3-948B-1728B52AA6E4}">
                <adec:decorative xmlns:adec="http://schemas.microsoft.com/office/drawing/2017/decorative" val="1"/>
              </a:ext>
            </a:extLst>
          </p:cNvPr>
          <p:cNvSpPr/>
          <p:nvPr/>
        </p:nvSpPr>
        <p:spPr>
          <a:xfrm>
            <a:off x="1772489" y="2035640"/>
            <a:ext cx="8645434" cy="4305300"/>
          </a:xfrm>
          <a:prstGeom prst="roundRect">
            <a:avLst/>
          </a:prstGeom>
          <a:noFill/>
          <a:ln w="50800" cmpd="dbl">
            <a:solidFill>
              <a:schemeClr val="bg2">
                <a:lumMod val="50000"/>
              </a:schemeClr>
            </a:solidFill>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Worked Example">
            <a:extLst>
              <a:ext uri="{FF2B5EF4-FFF2-40B4-BE49-F238E27FC236}">
                <a16:creationId xmlns:a16="http://schemas.microsoft.com/office/drawing/2014/main" id="{336FED03-4878-F915-4FF3-B6FD9433900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490831" y="1822261"/>
            <a:ext cx="2758679" cy="426757"/>
          </a:xfrm>
          <a:prstGeom prst="rect">
            <a:avLst/>
          </a:prstGeom>
        </p:spPr>
      </p:pic>
      <p:pic>
        <p:nvPicPr>
          <p:cNvPr id="6" name="Picture 5" descr="A graph of two lines on the coordinate plane. The line f of x = x rises from left to right through the points from the table, including the points (0, 0) and (2, 2). The line m of x rises from left to right through the points from the table, including the points (5, 0) and (7, 2). Horizontal arrows extend 5 units from each point on line f of x to a point to its right on line m of x.">
            <a:extLst>
              <a:ext uri="{FF2B5EF4-FFF2-40B4-BE49-F238E27FC236}">
                <a16:creationId xmlns:a16="http://schemas.microsoft.com/office/drawing/2014/main" id="{609D671B-D26F-C43D-0530-F5BB965901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2032119" y="2488493"/>
            <a:ext cx="3399594" cy="3399594"/>
          </a:xfrm>
          <a:prstGeom prst="rect">
            <a:avLst/>
          </a:prstGeom>
        </p:spPr>
      </p:pic>
      <p:graphicFrame>
        <p:nvGraphicFramePr>
          <p:cNvPr id="12" name="Table 11">
            <a:extLst>
              <a:ext uri="{FF2B5EF4-FFF2-40B4-BE49-F238E27FC236}">
                <a16:creationId xmlns:a16="http://schemas.microsoft.com/office/drawing/2014/main" id="{7C5CE905-0B86-4DE6-88DD-C215FBA0B8D2}"/>
              </a:ext>
            </a:extLst>
          </p:cNvPr>
          <p:cNvGraphicFramePr>
            <a:graphicFrameLocks noGrp="1"/>
          </p:cNvGraphicFramePr>
          <p:nvPr>
            <p:extLst>
              <p:ext uri="{D42A27DB-BD31-4B8C-83A1-F6EECF244321}">
                <p14:modId xmlns:p14="http://schemas.microsoft.com/office/powerpoint/2010/main" val="3293728079"/>
              </p:ext>
            </p:extLst>
          </p:nvPr>
        </p:nvGraphicFramePr>
        <p:xfrm>
          <a:off x="6170384" y="278892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3" name="Table 12">
            <a:extLst>
              <a:ext uri="{FF2B5EF4-FFF2-40B4-BE49-F238E27FC236}">
                <a16:creationId xmlns:a16="http://schemas.microsoft.com/office/drawing/2014/main" id="{423E4679-A917-2A22-87D1-484542BDBEC9}"/>
              </a:ext>
            </a:extLst>
          </p:cNvPr>
          <p:cNvGraphicFramePr>
            <a:graphicFrameLocks noGrp="1"/>
          </p:cNvGraphicFramePr>
          <p:nvPr>
            <p:extLst>
              <p:ext uri="{D42A27DB-BD31-4B8C-83A1-F6EECF244321}">
                <p14:modId xmlns:p14="http://schemas.microsoft.com/office/powerpoint/2010/main" val="4173684594"/>
              </p:ext>
            </p:extLst>
          </p:nvPr>
        </p:nvGraphicFramePr>
        <p:xfrm>
          <a:off x="6170384" y="342820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4" name="Table 13">
            <a:extLst>
              <a:ext uri="{FF2B5EF4-FFF2-40B4-BE49-F238E27FC236}">
                <a16:creationId xmlns:a16="http://schemas.microsoft.com/office/drawing/2014/main" id="{D81F7ED0-E3E3-9FB5-DA04-5B44FAC53D26}"/>
              </a:ext>
            </a:extLst>
          </p:cNvPr>
          <p:cNvGraphicFramePr>
            <a:graphicFrameLocks noGrp="1"/>
          </p:cNvGraphicFramePr>
          <p:nvPr>
            <p:extLst>
              <p:ext uri="{D42A27DB-BD31-4B8C-83A1-F6EECF244321}">
                <p14:modId xmlns:p14="http://schemas.microsoft.com/office/powerpoint/2010/main" val="491469192"/>
              </p:ext>
            </p:extLst>
          </p:nvPr>
        </p:nvGraphicFramePr>
        <p:xfrm>
          <a:off x="7854970" y="278892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5" name="Table 14">
            <a:extLst>
              <a:ext uri="{FF2B5EF4-FFF2-40B4-BE49-F238E27FC236}">
                <a16:creationId xmlns:a16="http://schemas.microsoft.com/office/drawing/2014/main" id="{3673AD31-9098-A952-D40B-AD54AC8B8ABA}"/>
              </a:ext>
            </a:extLst>
          </p:cNvPr>
          <p:cNvGraphicFramePr>
            <a:graphicFrameLocks noGrp="1"/>
          </p:cNvGraphicFramePr>
          <p:nvPr>
            <p:extLst>
              <p:ext uri="{D42A27DB-BD31-4B8C-83A1-F6EECF244321}">
                <p14:modId xmlns:p14="http://schemas.microsoft.com/office/powerpoint/2010/main" val="2063392956"/>
              </p:ext>
            </p:extLst>
          </p:nvPr>
        </p:nvGraphicFramePr>
        <p:xfrm>
          <a:off x="7854970" y="342820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Tree>
    <p:extLst>
      <p:ext uri="{BB962C8B-B14F-4D97-AF65-F5344CB8AC3E}">
        <p14:creationId xmlns:p14="http://schemas.microsoft.com/office/powerpoint/2010/main" val="1406127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95889-D664-8184-F94E-0FE2455638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E02C674-4E27-96CA-0E0F-7F8305F3BAE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(3 of 17)</a:t>
            </a:r>
          </a:p>
        </p:txBody>
      </p:sp>
      <p:sp>
        <p:nvSpPr>
          <p:cNvPr id="9" name="Text Placeholder 2">
            <a:extLst>
              <a:ext uri="{FF2B5EF4-FFF2-40B4-BE49-F238E27FC236}">
                <a16:creationId xmlns:a16="http://schemas.microsoft.com/office/drawing/2014/main" id="{5E39975E-3E22-4C65-6D1F-F0848B17DE15}"/>
              </a:ext>
            </a:extLst>
          </p:cNvPr>
          <p:cNvSpPr txBox="1">
            <a:spLocks/>
          </p:cNvSpPr>
          <p:nvPr/>
        </p:nvSpPr>
        <p:spPr>
          <a:xfrm>
            <a:off x="620487" y="1392382"/>
            <a:ext cx="10787742" cy="19330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a:pPr>
            <a:r>
              <a:rPr lang="en-US" sz="2800" dirty="0">
                <a:solidFill>
                  <a:srgbClr val="000000"/>
                </a:solidFill>
              </a:rPr>
              <a:t>Given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complete the following transformations.</a:t>
            </a:r>
          </a:p>
          <a:p>
            <a:pPr marL="1027113" lvl="1" indent="-514350">
              <a:buFont typeface="+mj-lt"/>
              <a:buAutoNum type="alphaLcPeriod"/>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left 3 units. Label your graph as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04A645F1-E207-350D-E527-D5B808F74C4D}"/>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433581" y="3325391"/>
            <a:ext cx="3516288" cy="3523899"/>
          </a:xfrm>
          <a:prstGeom prst="rect">
            <a:avLst/>
          </a:prstGeom>
        </p:spPr>
      </p:pic>
      <p:graphicFrame>
        <p:nvGraphicFramePr>
          <p:cNvPr id="2" name="Table 1">
            <a:extLst>
              <a:ext uri="{FF2B5EF4-FFF2-40B4-BE49-F238E27FC236}">
                <a16:creationId xmlns:a16="http://schemas.microsoft.com/office/drawing/2014/main" id="{D9A5C554-1F6C-1AE6-8FB5-3ACAEFEA9C44}"/>
              </a:ext>
            </a:extLst>
          </p:cNvPr>
          <p:cNvGraphicFramePr>
            <a:graphicFrameLocks noGrp="1"/>
          </p:cNvGraphicFramePr>
          <p:nvPr>
            <p:extLst>
              <p:ext uri="{D42A27DB-BD31-4B8C-83A1-F6EECF244321}">
                <p14:modId xmlns:p14="http://schemas.microsoft.com/office/powerpoint/2010/main" val="3093084375"/>
              </p:ext>
            </p:extLst>
          </p:nvPr>
        </p:nvGraphicFramePr>
        <p:xfrm>
          <a:off x="5909127" y="3655177"/>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600AA2FF-35F8-D4F1-6E7B-4B4E150D7430}"/>
              </a:ext>
            </a:extLst>
          </p:cNvPr>
          <p:cNvGraphicFramePr>
            <a:graphicFrameLocks noGrp="1"/>
          </p:cNvGraphicFramePr>
          <p:nvPr>
            <p:extLst>
              <p:ext uri="{D42A27DB-BD31-4B8C-83A1-F6EECF244321}">
                <p14:modId xmlns:p14="http://schemas.microsoft.com/office/powerpoint/2010/main" val="4083269458"/>
              </p:ext>
            </p:extLst>
          </p:nvPr>
        </p:nvGraphicFramePr>
        <p:xfrm>
          <a:off x="5909127" y="4294464"/>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0AD4A73C-EBB5-33C1-2A75-97591894821F}"/>
              </a:ext>
            </a:extLst>
          </p:cNvPr>
          <p:cNvGraphicFramePr>
            <a:graphicFrameLocks noGrp="1"/>
          </p:cNvGraphicFramePr>
          <p:nvPr>
            <p:extLst>
              <p:ext uri="{D42A27DB-BD31-4B8C-83A1-F6EECF244321}">
                <p14:modId xmlns:p14="http://schemas.microsoft.com/office/powerpoint/2010/main" val="584093244"/>
              </p:ext>
            </p:extLst>
          </p:nvPr>
        </p:nvGraphicFramePr>
        <p:xfrm>
          <a:off x="7593713" y="3655177"/>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488741A6-B54A-AAA9-BF08-77EE2E06ADFB}"/>
              </a:ext>
            </a:extLst>
          </p:cNvPr>
          <p:cNvGraphicFramePr>
            <a:graphicFrameLocks noGrp="1"/>
          </p:cNvGraphicFramePr>
          <p:nvPr>
            <p:extLst>
              <p:ext uri="{D42A27DB-BD31-4B8C-83A1-F6EECF244321}">
                <p14:modId xmlns:p14="http://schemas.microsoft.com/office/powerpoint/2010/main" val="931829329"/>
              </p:ext>
            </p:extLst>
          </p:nvPr>
        </p:nvGraphicFramePr>
        <p:xfrm>
          <a:off x="7593713" y="4294464"/>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t</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0" name="Answer 10"/>
          <p:cNvSpPr txBox="1"/>
          <p:nvPr/>
        </p:nvSpPr>
        <p:spPr>
          <a:xfrm>
            <a:off x="75946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1" name="Answer 11"/>
          <p:cNvSpPr txBox="1"/>
          <p:nvPr/>
        </p:nvSpPr>
        <p:spPr>
          <a:xfrm>
            <a:off x="75946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2" name="Answer 12"/>
          <p:cNvSpPr txBox="1"/>
          <p:nvPr/>
        </p:nvSpPr>
        <p:spPr>
          <a:xfrm>
            <a:off x="75946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3" name="Answer 13"/>
          <p:cNvSpPr txBox="1"/>
          <p:nvPr/>
        </p:nvSpPr>
        <p:spPr>
          <a:xfrm>
            <a:off x="75946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4" name="Answer 14"/>
          <p:cNvSpPr txBox="1"/>
          <p:nvPr/>
        </p:nvSpPr>
        <p:spPr>
          <a:xfrm>
            <a:off x="75946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5" name="Answer 15"/>
          <p:cNvSpPr txBox="1"/>
          <p:nvPr/>
        </p:nvSpPr>
        <p:spPr>
          <a:xfrm>
            <a:off x="8331200" y="4660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6" name="Answer 16"/>
          <p:cNvSpPr txBox="1"/>
          <p:nvPr/>
        </p:nvSpPr>
        <p:spPr>
          <a:xfrm>
            <a:off x="8331200" y="5029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7" name="Answer 17"/>
          <p:cNvSpPr txBox="1"/>
          <p:nvPr/>
        </p:nvSpPr>
        <p:spPr>
          <a:xfrm>
            <a:off x="8331200" y="5397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8" name="Answer 18"/>
          <p:cNvSpPr txBox="1"/>
          <p:nvPr/>
        </p:nvSpPr>
        <p:spPr>
          <a:xfrm>
            <a:off x="8331200" y="5765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9" name="Answer 19"/>
          <p:cNvSpPr txBox="1"/>
          <p:nvPr/>
        </p:nvSpPr>
        <p:spPr>
          <a:xfrm>
            <a:off x="8331200" y="6134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20" name="Answer 20"/>
          <p:cNvSpPr txBox="1"/>
          <p:nvPr/>
        </p:nvSpPr>
        <p:spPr>
          <a:xfrm>
            <a:off x="9207500" y="4660900"/>
            <a:ext cx="2794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t(x): through (−3, 0) and (0, 3)</a:t>
            </a:r>
          </a:p>
        </p:txBody>
      </p:sp>
    </p:spTree>
    <p:extLst>
      <p:ext uri="{BB962C8B-B14F-4D97-AF65-F5344CB8AC3E}">
        <p14:creationId xmlns:p14="http://schemas.microsoft.com/office/powerpoint/2010/main" val="3900736815"/>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DC2F5-1AF4-C8AD-96A6-2C203AFF6C5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F781291-2D12-F181-9C7C-183658D864CA}"/>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(4 of 17)</a:t>
            </a:r>
          </a:p>
        </p:txBody>
      </p:sp>
      <p:sp>
        <p:nvSpPr>
          <p:cNvPr id="9" name="Text Placeholder 2">
            <a:extLst>
              <a:ext uri="{FF2B5EF4-FFF2-40B4-BE49-F238E27FC236}">
                <a16:creationId xmlns:a16="http://schemas.microsoft.com/office/drawing/2014/main" id="{A0858383-C46F-D5B0-38E5-AB1ACC51AEB3}"/>
              </a:ext>
            </a:extLst>
          </p:cNvPr>
          <p:cNvSpPr txBox="1">
            <a:spLocks/>
          </p:cNvSpPr>
          <p:nvPr/>
        </p:nvSpPr>
        <p:spPr>
          <a:xfrm>
            <a:off x="611779" y="1610097"/>
            <a:ext cx="10787742" cy="88753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2"/>
            </a:pPr>
            <a:r>
              <a:rPr lang="en-US" dirty="0">
                <a:solidFill>
                  <a:srgbClr val="000000"/>
                </a:solidFill>
              </a:rPr>
              <a:t>Translate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up 3 units. Label your graph as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Complete the table of corresponding points on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a:t>
            </a:r>
          </a:p>
        </p:txBody>
      </p:sp>
      <p:sp>
        <p:nvSpPr>
          <p:cNvPr id="2" name="Speech Bubble: Rectangle with Corners Rounded 1">
            <a:extLst>
              <a:ext uri="{FF2B5EF4-FFF2-40B4-BE49-F238E27FC236}">
                <a16:creationId xmlns:a16="http://schemas.microsoft.com/office/drawing/2014/main" id="{D1512133-38D2-C1A5-0129-4F74E86149C9}"/>
              </a:ext>
            </a:extLst>
          </p:cNvPr>
          <p:cNvSpPr/>
          <p:nvPr/>
        </p:nvSpPr>
        <p:spPr>
          <a:xfrm>
            <a:off x="518760" y="4931229"/>
            <a:ext cx="2102520" cy="1550306"/>
          </a:xfrm>
          <a:prstGeom prst="wedgeRoundRectCallout">
            <a:avLst>
              <a:gd name="adj1" fmla="val -30166"/>
              <a:gd name="adj2" fmla="val -65415"/>
              <a:gd name="adj3" fmla="val 16667"/>
            </a:avLst>
          </a:prstGeom>
          <a:ln>
            <a:solidFill>
              <a:srgbClr val="2B8147"/>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solidFill>
                  <a:srgbClr val="2B8147"/>
                </a:solidFill>
              </a:rPr>
              <a:t>Ask Yourself…</a:t>
            </a:r>
          </a:p>
          <a:p>
            <a:r>
              <a:rPr lang="en-US" sz="2000" dirty="0">
                <a:solidFill>
                  <a:srgbClr val="000000"/>
                </a:solidFill>
              </a:rPr>
              <a:t>What observations can you make? </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71EB44FC-5BC7-2B83-1979-1637F1B6431C}"/>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3062084" y="2844538"/>
            <a:ext cx="3516288" cy="3523899"/>
          </a:xfrm>
          <a:prstGeom prst="rect">
            <a:avLst/>
          </a:prstGeom>
        </p:spPr>
      </p:pic>
      <p:graphicFrame>
        <p:nvGraphicFramePr>
          <p:cNvPr id="6" name="Table 5">
            <a:extLst>
              <a:ext uri="{FF2B5EF4-FFF2-40B4-BE49-F238E27FC236}">
                <a16:creationId xmlns:a16="http://schemas.microsoft.com/office/drawing/2014/main" id="{9EC4522A-E51F-51CD-09F4-C545002ACDCA}"/>
              </a:ext>
            </a:extLst>
          </p:cNvPr>
          <p:cNvGraphicFramePr>
            <a:graphicFrameLocks noGrp="1"/>
          </p:cNvGraphicFramePr>
          <p:nvPr>
            <p:extLst>
              <p:ext uri="{D42A27DB-BD31-4B8C-83A1-F6EECF244321}">
                <p14:modId xmlns:p14="http://schemas.microsoft.com/office/powerpoint/2010/main" val="2424319434"/>
              </p:ext>
            </p:extLst>
          </p:nvPr>
        </p:nvGraphicFramePr>
        <p:xfrm>
          <a:off x="7537630" y="3174324"/>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3328A676-A009-689C-3059-5F66A3D69D1E}"/>
              </a:ext>
            </a:extLst>
          </p:cNvPr>
          <p:cNvGraphicFramePr>
            <a:graphicFrameLocks noGrp="1"/>
          </p:cNvGraphicFramePr>
          <p:nvPr>
            <p:extLst>
              <p:ext uri="{D42A27DB-BD31-4B8C-83A1-F6EECF244321}">
                <p14:modId xmlns:p14="http://schemas.microsoft.com/office/powerpoint/2010/main" val="2691117658"/>
              </p:ext>
            </p:extLst>
          </p:nvPr>
        </p:nvGraphicFramePr>
        <p:xfrm>
          <a:off x="7537630" y="3813611"/>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BFB4B816-9F69-F93D-113E-F34A800322ED}"/>
              </a:ext>
            </a:extLst>
          </p:cNvPr>
          <p:cNvGraphicFramePr>
            <a:graphicFrameLocks noGrp="1"/>
          </p:cNvGraphicFramePr>
          <p:nvPr>
            <p:extLst>
              <p:ext uri="{D42A27DB-BD31-4B8C-83A1-F6EECF244321}">
                <p14:modId xmlns:p14="http://schemas.microsoft.com/office/powerpoint/2010/main" val="4036392088"/>
              </p:ext>
            </p:extLst>
          </p:nvPr>
        </p:nvGraphicFramePr>
        <p:xfrm>
          <a:off x="9222216" y="3174324"/>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E10D2668-62E4-8D92-8DEF-9891FC869E2C}"/>
              </a:ext>
            </a:extLst>
          </p:cNvPr>
          <p:cNvGraphicFramePr>
            <a:graphicFrameLocks noGrp="1"/>
          </p:cNvGraphicFramePr>
          <p:nvPr>
            <p:extLst>
              <p:ext uri="{D42A27DB-BD31-4B8C-83A1-F6EECF244321}">
                <p14:modId xmlns:p14="http://schemas.microsoft.com/office/powerpoint/2010/main" val="760825230"/>
              </p:ext>
            </p:extLst>
          </p:nvPr>
        </p:nvGraphicFramePr>
        <p:xfrm>
          <a:off x="9222216" y="3813611"/>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w</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2" name="Answer 12"/>
          <p:cNvSpPr txBox="1"/>
          <p:nvPr/>
        </p:nvSpPr>
        <p:spPr>
          <a:xfrm>
            <a:off x="92202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3" name="Answer 13"/>
          <p:cNvSpPr txBox="1"/>
          <p:nvPr/>
        </p:nvSpPr>
        <p:spPr>
          <a:xfrm>
            <a:off x="92202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4" name="Answer 14"/>
          <p:cNvSpPr txBox="1"/>
          <p:nvPr/>
        </p:nvSpPr>
        <p:spPr>
          <a:xfrm>
            <a:off x="92202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5" name="Answer 15"/>
          <p:cNvSpPr txBox="1"/>
          <p:nvPr/>
        </p:nvSpPr>
        <p:spPr>
          <a:xfrm>
            <a:off x="92202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6" name="Answer 16"/>
          <p:cNvSpPr txBox="1"/>
          <p:nvPr/>
        </p:nvSpPr>
        <p:spPr>
          <a:xfrm>
            <a:off x="92202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7" name="Answer 17"/>
          <p:cNvSpPr txBox="1"/>
          <p:nvPr/>
        </p:nvSpPr>
        <p:spPr>
          <a:xfrm>
            <a:off x="9956800" y="418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8" name="Answer 18"/>
          <p:cNvSpPr txBox="1"/>
          <p:nvPr/>
        </p:nvSpPr>
        <p:spPr>
          <a:xfrm>
            <a:off x="9956800" y="455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9" name="Answer 19"/>
          <p:cNvSpPr txBox="1"/>
          <p:nvPr/>
        </p:nvSpPr>
        <p:spPr>
          <a:xfrm>
            <a:off x="9956800" y="4921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20" name="Answer 20"/>
          <p:cNvSpPr txBox="1"/>
          <p:nvPr/>
        </p:nvSpPr>
        <p:spPr>
          <a:xfrm>
            <a:off x="9956800" y="5289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21" name="Answer 21"/>
          <p:cNvSpPr txBox="1"/>
          <p:nvPr/>
        </p:nvSpPr>
        <p:spPr>
          <a:xfrm>
            <a:off x="9956800" y="5657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22" name="Answer 22"/>
          <p:cNvSpPr txBox="1"/>
          <p:nvPr/>
        </p:nvSpPr>
        <p:spPr>
          <a:xfrm>
            <a:off x="520700" y="2667000"/>
            <a:ext cx="2413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w(x): through (0, 3) and (−3, 0). It is the same line as t(x).</a:t>
            </a:r>
          </a:p>
        </p:txBody>
      </p:sp>
    </p:spTree>
    <p:extLst>
      <p:ext uri="{BB962C8B-B14F-4D97-AF65-F5344CB8AC3E}">
        <p14:creationId xmlns:p14="http://schemas.microsoft.com/office/powerpoint/2010/main" val="220961929"/>
      </p:ext>
    </p:extLst>
  </p:cSld>
  <p:clrMapOvr>
    <a:masterClrMapping/>
  </p:clrMapOvr>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8A05F-5C90-F1F2-CB2A-B0F4F2A36B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6348D7-528A-BBE0-5790-60DA1F91402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(5 of 17)</a:t>
            </a:r>
          </a:p>
        </p:txBody>
      </p:sp>
      <p:sp>
        <p:nvSpPr>
          <p:cNvPr id="9" name="Text Placeholder 2">
            <a:extLst>
              <a:ext uri="{FF2B5EF4-FFF2-40B4-BE49-F238E27FC236}">
                <a16:creationId xmlns:a16="http://schemas.microsoft.com/office/drawing/2014/main" id="{6F6D7115-DA8F-5094-784C-AD5332CE06B4}"/>
              </a:ext>
            </a:extLst>
          </p:cNvPr>
          <p:cNvSpPr txBox="1">
            <a:spLocks/>
          </p:cNvSpPr>
          <p:nvPr/>
        </p:nvSpPr>
        <p:spPr>
          <a:xfrm>
            <a:off x="620487" y="1602376"/>
            <a:ext cx="10787742" cy="456491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horizontal translation?</a:t>
            </a: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lphaLcPeriod" startAt="3"/>
            </a:pPr>
            <a:r>
              <a:rPr lang="en-US" dirty="0">
                <a:solidFill>
                  <a:srgbClr val="000000"/>
                </a:solidFill>
              </a:rPr>
              <a:t>Compare the table of values for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Are the input values or output values affected by this vertical translation?</a:t>
            </a: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lphaLcPeriod" startAt="3"/>
            </a:pPr>
            <a:r>
              <a:rPr lang="en-US" dirty="0">
                <a:solidFill>
                  <a:srgbClr val="000000"/>
                </a:solidFill>
              </a:rPr>
              <a:t>Compare the graphs and tables of values for </a:t>
            </a:r>
            <a:r>
              <a:rPr lang="en-US" i="1" dirty="0">
                <a:solidFill>
                  <a:srgbClr val="000000"/>
                </a:solidFill>
              </a:rPr>
              <a:t>t</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w</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10" name="Answer 10"/>
          <p:cNvSpPr txBox="1"/>
          <p:nvPr/>
        </p:nvSpPr>
        <p:spPr>
          <a:xfrm>
            <a:off x="774700" y="24130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input values. The output values stay the same.</a:t>
            </a:r>
          </a:p>
        </p:txBody>
      </p:sp>
      <p:sp>
        <p:nvSpPr>
          <p:cNvPr id="11" name="Answer 11"/>
          <p:cNvSpPr txBox="1"/>
          <p:nvPr/>
        </p:nvSpPr>
        <p:spPr>
          <a:xfrm>
            <a:off x="774700" y="3543300"/>
            <a:ext cx="107950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output values. The input values stay the same.</a:t>
            </a:r>
          </a:p>
        </p:txBody>
      </p:sp>
      <p:sp>
        <p:nvSpPr>
          <p:cNvPr id="12" name="Answer 12"/>
          <p:cNvSpPr txBox="1"/>
          <p:nvPr/>
        </p:nvSpPr>
        <p:spPr>
          <a:xfrm>
            <a:off x="774700" y="4673600"/>
            <a:ext cx="10795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of t(x) and w(x) are the same line, y = x + 3, but their tables of values are different.</a:t>
            </a:r>
          </a:p>
        </p:txBody>
      </p:sp>
    </p:spTree>
    <p:extLst>
      <p:ext uri="{BB962C8B-B14F-4D97-AF65-F5344CB8AC3E}">
        <p14:creationId xmlns:p14="http://schemas.microsoft.com/office/powerpoint/2010/main" val="2994871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3010E-8AFA-0986-93F9-FC66AB3C9D9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55C9B82-9604-07DE-74F2-56EC89BD3A2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(6 of 17)</a:t>
            </a:r>
          </a:p>
        </p:txBody>
      </p:sp>
      <p:sp>
        <p:nvSpPr>
          <p:cNvPr id="9" name="Text Placeholder 2">
            <a:extLst>
              <a:ext uri="{FF2B5EF4-FFF2-40B4-BE49-F238E27FC236}">
                <a16:creationId xmlns:a16="http://schemas.microsoft.com/office/drawing/2014/main" id="{360BFC95-E711-EDD8-464B-EA00FE689DE4}"/>
              </a:ext>
            </a:extLst>
          </p:cNvPr>
          <p:cNvSpPr txBox="1">
            <a:spLocks/>
          </p:cNvSpPr>
          <p:nvPr/>
        </p:nvSpPr>
        <p:spPr>
          <a:xfrm>
            <a:off x="777239" y="1687288"/>
            <a:ext cx="11118670"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input values of the corresponding points on the transformed function?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rabicPeriod" startAt="2"/>
            </a:pPr>
            <a:r>
              <a:rPr lang="en-US" dirty="0">
                <a:solidFill>
                  <a:srgbClr val="000000"/>
                </a:solidFill>
              </a:rPr>
              <a:t>Which transformation(s) of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affect the output values of the corresponding points on the transformed function?</a:t>
            </a:r>
          </a:p>
        </p:txBody>
      </p:sp>
      <p:sp>
        <p:nvSpPr>
          <p:cNvPr id="10" name="Answer 10"/>
          <p:cNvSpPr txBox="1"/>
          <p:nvPr/>
        </p:nvSpPr>
        <p:spPr>
          <a:xfrm>
            <a:off x="774700" y="2540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Horizontal translations, y = f(x − c). The output values of the corresponding points stay the same.</a:t>
            </a:r>
          </a:p>
        </p:txBody>
      </p:sp>
      <p:sp>
        <p:nvSpPr>
          <p:cNvPr id="11" name="Answer 11"/>
          <p:cNvSpPr txBox="1"/>
          <p:nvPr/>
        </p:nvSpPr>
        <p:spPr>
          <a:xfrm>
            <a:off x="774700" y="40386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Vertical translations, y = f(x) + d. The input values of the corresponding points stay the same.</a:t>
            </a:r>
          </a:p>
        </p:txBody>
      </p:sp>
    </p:spTree>
    <p:extLst>
      <p:ext uri="{BB962C8B-B14F-4D97-AF65-F5344CB8AC3E}">
        <p14:creationId xmlns:p14="http://schemas.microsoft.com/office/powerpoint/2010/main" val="31067373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D3833-12EF-FCCF-A972-47B31CC6835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7BD5890-2403-8CAF-8DEF-09E1DE46673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(7 of 17)</a:t>
            </a:r>
          </a:p>
        </p:txBody>
      </p:sp>
      <p:sp>
        <p:nvSpPr>
          <p:cNvPr id="9" name="Text Placeholder 2">
            <a:extLst>
              <a:ext uri="{FF2B5EF4-FFF2-40B4-BE49-F238E27FC236}">
                <a16:creationId xmlns:a16="http://schemas.microsoft.com/office/drawing/2014/main" id="{51CFB8DF-8110-5078-BCFA-13F8C6C435BE}"/>
              </a:ext>
            </a:extLst>
          </p:cNvPr>
          <p:cNvSpPr txBox="1">
            <a:spLocks/>
          </p:cNvSpPr>
          <p:nvPr/>
        </p:nvSpPr>
        <p:spPr>
          <a:xfrm>
            <a:off x="777239" y="1687288"/>
            <a:ext cx="11075127"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rabicPeriod" startAt="4"/>
            </a:pPr>
            <a:r>
              <a:rPr lang="en-US" dirty="0">
                <a:solidFill>
                  <a:srgbClr val="000000"/>
                </a:solidFill>
              </a:rPr>
              <a:t>Based on your observations, horizontally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right </a:t>
            </a:r>
            <a:r>
              <a:rPr lang="en-US" i="1" dirty="0">
                <a:solidFill>
                  <a:srgbClr val="000000"/>
                </a:solidFill>
              </a:rPr>
              <a:t>n</a:t>
            </a:r>
            <a:r>
              <a:rPr lang="en-US" dirty="0">
                <a:solidFill>
                  <a:srgbClr val="000000"/>
                </a:solidFill>
              </a:rPr>
              <a:t> units is equivalent to what other transformation?</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14350">
              <a:buFont typeface="+mj-lt"/>
              <a:buAutoNum type="arabicPeriod" startAt="4"/>
            </a:pPr>
            <a:r>
              <a:rPr lang="en-US" dirty="0">
                <a:solidFill>
                  <a:srgbClr val="000000"/>
                </a:solidFill>
              </a:rPr>
              <a:t>Based on your observations, vertically translating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 </a:t>
            </a:r>
            <a:r>
              <a:rPr lang="en-US" dirty="0">
                <a:solidFill>
                  <a:srgbClr val="000000"/>
                </a:solidFill>
              </a:rPr>
              <a:t>up </a:t>
            </a:r>
            <a:r>
              <a:rPr lang="en-US" i="1" dirty="0">
                <a:solidFill>
                  <a:srgbClr val="000000"/>
                </a:solidFill>
              </a:rPr>
              <a:t>n</a:t>
            </a:r>
            <a:r>
              <a:rPr lang="en-US" dirty="0">
                <a:solidFill>
                  <a:srgbClr val="000000"/>
                </a:solidFill>
              </a:rPr>
              <a:t> units is equivalent to what other transformation? </a:t>
            </a:r>
          </a:p>
        </p:txBody>
      </p:sp>
      <p:sp>
        <p:nvSpPr>
          <p:cNvPr id="10" name="Answer 10"/>
          <p:cNvSpPr txBox="1"/>
          <p:nvPr/>
        </p:nvSpPr>
        <p:spPr>
          <a:xfrm>
            <a:off x="774700" y="25400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vertical translation down n units.</a:t>
            </a:r>
          </a:p>
        </p:txBody>
      </p:sp>
      <p:sp>
        <p:nvSpPr>
          <p:cNvPr id="11" name="Answer 11"/>
          <p:cNvSpPr txBox="1"/>
          <p:nvPr/>
        </p:nvSpPr>
        <p:spPr>
          <a:xfrm>
            <a:off x="774700" y="4038600"/>
            <a:ext cx="1079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horizontal translation left n units.</a:t>
            </a:r>
          </a:p>
        </p:txBody>
      </p:sp>
    </p:spTree>
    <p:extLst>
      <p:ext uri="{BB962C8B-B14F-4D97-AF65-F5344CB8AC3E}">
        <p14:creationId xmlns:p14="http://schemas.microsoft.com/office/powerpoint/2010/main" val="72375266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55CC2-EEBB-86B3-9956-D0EA3243AFA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487BF38-1C66-E861-7CA9-91C1EB06DA4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(8 of 17)</a:t>
            </a:r>
          </a:p>
        </p:txBody>
      </p:sp>
      <p:sp>
        <p:nvSpPr>
          <p:cNvPr id="9" name="Text Placeholder 2">
            <a:extLst>
              <a:ext uri="{FF2B5EF4-FFF2-40B4-BE49-F238E27FC236}">
                <a16:creationId xmlns:a16="http://schemas.microsoft.com/office/drawing/2014/main" id="{8ACD7616-0BF0-EEC6-82ED-1BA560FD8AD2}"/>
              </a:ext>
            </a:extLst>
          </p:cNvPr>
          <p:cNvSpPr txBox="1">
            <a:spLocks/>
          </p:cNvSpPr>
          <p:nvPr/>
        </p:nvSpPr>
        <p:spPr>
          <a:xfrm>
            <a:off x="777240" y="1643744"/>
            <a:ext cx="10056223" cy="458885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c</a:t>
            </a:r>
            <a:r>
              <a:rPr lang="en-US" dirty="0">
                <a:solidFill>
                  <a:srgbClr val="000000"/>
                </a:solidFill>
              </a:rPr>
              <a:t>) affects the input values, or </a:t>
            </a:r>
            <a:r>
              <a:rPr lang="en-US" i="1" dirty="0">
                <a:solidFill>
                  <a:srgbClr val="000000"/>
                </a:solidFill>
              </a:rPr>
              <a:t>x</a:t>
            </a:r>
            <a:r>
              <a:rPr lang="en-US" dirty="0">
                <a:solidFill>
                  <a:srgbClr val="000000"/>
                </a:solidFill>
              </a:rPr>
              <a:t>-values, of the function. For </a:t>
            </a:r>
            <a:r>
              <a:rPr lang="en-US" i="1" dirty="0">
                <a:solidFill>
                  <a:srgbClr val="000000"/>
                </a:solidFill>
              </a:rPr>
              <a:t>c</a:t>
            </a:r>
            <a:r>
              <a:rPr lang="en-US" dirty="0">
                <a:solidFill>
                  <a:srgbClr val="000000"/>
                </a:solidFill>
              </a:rPr>
              <a:t> &gt; 0, the resulting graph horizontally shifts right </a:t>
            </a:r>
            <a:r>
              <a:rPr lang="en-US" i="1" dirty="0">
                <a:solidFill>
                  <a:srgbClr val="000000"/>
                </a:solidFill>
              </a:rPr>
              <a:t>c</a:t>
            </a:r>
            <a:r>
              <a:rPr lang="en-US" dirty="0">
                <a:solidFill>
                  <a:srgbClr val="000000"/>
                </a:solidFill>
              </a:rPr>
              <a:t> units. For </a:t>
            </a:r>
            <a:r>
              <a:rPr lang="en-US" i="1" dirty="0">
                <a:solidFill>
                  <a:srgbClr val="000000"/>
                </a:solidFill>
              </a:rPr>
              <a:t>c</a:t>
            </a:r>
            <a:r>
              <a:rPr lang="en-US" dirty="0">
                <a:solidFill>
                  <a:srgbClr val="000000"/>
                </a:solidFill>
              </a:rPr>
              <a:t> &lt; 0, the resulting graph horizontally shifts left </a:t>
            </a:r>
            <a:r>
              <a:rPr lang="en-US" i="1" dirty="0">
                <a:solidFill>
                  <a:srgbClr val="000000"/>
                </a:solidFill>
              </a:rPr>
              <a:t>c</a:t>
            </a:r>
            <a:r>
              <a:rPr lang="en-US" dirty="0">
                <a:solidFill>
                  <a:srgbClr val="000000"/>
                </a:solidFill>
              </a:rPr>
              <a:t> units. </a:t>
            </a:r>
            <a:br>
              <a:rPr lang="en-US" dirty="0">
                <a:solidFill>
                  <a:srgbClr val="000000"/>
                </a:solidFill>
              </a:rPr>
            </a:br>
            <a:br>
              <a:rPr lang="en-US" dirty="0">
                <a:solidFill>
                  <a:srgbClr val="000000"/>
                </a:solidFill>
              </a:rPr>
            </a:b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affects the output values, or </a:t>
            </a:r>
            <a:r>
              <a:rPr lang="en-US" i="1" dirty="0">
                <a:solidFill>
                  <a:srgbClr val="000000"/>
                </a:solidFill>
              </a:rPr>
              <a:t>y</a:t>
            </a:r>
            <a:r>
              <a:rPr lang="en-US" dirty="0">
                <a:solidFill>
                  <a:srgbClr val="000000"/>
                </a:solidFill>
              </a:rPr>
              <a:t>-values, of the function. For </a:t>
            </a:r>
            <a:r>
              <a:rPr lang="en-US" i="1" dirty="0">
                <a:solidFill>
                  <a:srgbClr val="000000"/>
                </a:solidFill>
              </a:rPr>
              <a:t>d</a:t>
            </a:r>
            <a:r>
              <a:rPr lang="en-US" dirty="0">
                <a:solidFill>
                  <a:srgbClr val="000000"/>
                </a:solidFill>
              </a:rPr>
              <a:t> &gt; 0, the resulting graph vertically shifts up </a:t>
            </a:r>
            <a:r>
              <a:rPr lang="en-US" i="1" dirty="0">
                <a:solidFill>
                  <a:srgbClr val="000000"/>
                </a:solidFill>
              </a:rPr>
              <a:t>d</a:t>
            </a:r>
            <a:r>
              <a:rPr lang="en-US" dirty="0">
                <a:solidFill>
                  <a:srgbClr val="000000"/>
                </a:solidFill>
              </a:rPr>
              <a:t> units. For </a:t>
            </a:r>
            <a:r>
              <a:rPr lang="en-US" i="1" dirty="0">
                <a:solidFill>
                  <a:srgbClr val="000000"/>
                </a:solidFill>
              </a:rPr>
              <a:t>d</a:t>
            </a:r>
            <a:r>
              <a:rPr lang="en-US" dirty="0">
                <a:solidFill>
                  <a:srgbClr val="000000"/>
                </a:solidFill>
              </a:rPr>
              <a:t> &lt; 0, the resulting graph vertically shifts down </a:t>
            </a:r>
            <a:r>
              <a:rPr lang="en-US" i="1" dirty="0">
                <a:solidFill>
                  <a:srgbClr val="000000"/>
                </a:solidFill>
              </a:rPr>
              <a:t>d</a:t>
            </a:r>
            <a:r>
              <a:rPr lang="en-US" dirty="0">
                <a:solidFill>
                  <a:srgbClr val="000000"/>
                </a:solidFill>
              </a:rPr>
              <a:t> units.</a:t>
            </a:r>
          </a:p>
        </p:txBody>
      </p:sp>
    </p:spTree>
    <p:extLst>
      <p:ext uri="{BB962C8B-B14F-4D97-AF65-F5344CB8AC3E}">
        <p14:creationId xmlns:p14="http://schemas.microsoft.com/office/powerpoint/2010/main" val="13645773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3E3DF-482E-D5D3-B6D2-B82A524302E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680AFAD-B559-A09E-8710-46E306E781C3}"/>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(9 of 17)</a:t>
            </a:r>
          </a:p>
        </p:txBody>
      </p:sp>
      <p:sp>
        <p:nvSpPr>
          <p:cNvPr id="9" name="Text Placeholder 2">
            <a:extLst>
              <a:ext uri="{FF2B5EF4-FFF2-40B4-BE49-F238E27FC236}">
                <a16:creationId xmlns:a16="http://schemas.microsoft.com/office/drawing/2014/main" id="{EB107844-27B2-D414-6459-39E718E2CAEF}"/>
              </a:ext>
            </a:extLst>
          </p:cNvPr>
          <p:cNvSpPr txBox="1">
            <a:spLocks/>
          </p:cNvSpPr>
          <p:nvPr/>
        </p:nvSpPr>
        <p:spPr>
          <a:xfrm>
            <a:off x="777239" y="1611086"/>
            <a:ext cx="10578738" cy="4621517"/>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lvl="1" indent="0">
              <a:buNone/>
            </a:pPr>
            <a:r>
              <a:rPr lang="en-US" dirty="0">
                <a:solidFill>
                  <a:srgbClr val="000000"/>
                </a:solidFill>
              </a:rPr>
              <a:t>You have determined that 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a horizontal translation right </a:t>
            </a:r>
            <a:r>
              <a:rPr lang="en-US" i="1" dirty="0">
                <a:solidFill>
                  <a:srgbClr val="000000"/>
                </a:solidFill>
              </a:rPr>
              <a:t>n</a:t>
            </a:r>
            <a:r>
              <a:rPr lang="en-US" dirty="0">
                <a:solidFill>
                  <a:srgbClr val="000000"/>
                </a:solidFill>
              </a:rPr>
              <a:t> units produces the same graph as a vertical translation down </a:t>
            </a:r>
            <a:r>
              <a:rPr lang="en-US" i="1" dirty="0">
                <a:solidFill>
                  <a:srgbClr val="000000"/>
                </a:solidFill>
              </a:rPr>
              <a:t>n</a:t>
            </a:r>
            <a:r>
              <a:rPr lang="en-US" dirty="0">
                <a:solidFill>
                  <a:srgbClr val="000000"/>
                </a:solidFill>
              </a:rPr>
              <a:t> units. In addition, a horizontal translation left </a:t>
            </a:r>
            <a:r>
              <a:rPr lang="en-US" i="1" dirty="0">
                <a:solidFill>
                  <a:srgbClr val="000000"/>
                </a:solidFill>
              </a:rPr>
              <a:t>n</a:t>
            </a:r>
            <a:r>
              <a:rPr lang="en-US" dirty="0">
                <a:solidFill>
                  <a:srgbClr val="000000"/>
                </a:solidFill>
              </a:rPr>
              <a:t> units produces the same graph as a vertical translation up </a:t>
            </a:r>
            <a:r>
              <a:rPr lang="en-US" i="1" dirty="0">
                <a:solidFill>
                  <a:srgbClr val="000000"/>
                </a:solidFill>
              </a:rPr>
              <a:t>n</a:t>
            </a:r>
            <a:r>
              <a:rPr lang="en-US" dirty="0">
                <a:solidFill>
                  <a:srgbClr val="000000"/>
                </a:solidFill>
              </a:rPr>
              <a:t> units.</a:t>
            </a:r>
          </a:p>
          <a:p>
            <a:pPr marL="0" lvl="1" indent="0">
              <a:buNone/>
            </a:pPr>
            <a:endParaRPr lang="en-US" dirty="0">
              <a:solidFill>
                <a:srgbClr val="000000"/>
              </a:solidFill>
            </a:endParaRPr>
          </a:p>
          <a:p>
            <a:pPr marL="0" lvl="1" indent="0">
              <a:buNone/>
            </a:pPr>
            <a:r>
              <a:rPr lang="en-US" dirty="0">
                <a:solidFill>
                  <a:srgbClr val="000000"/>
                </a:solidFill>
              </a:rPr>
              <a:t>Let’s see whether these translations have similar effects on the graph of any linear function.</a:t>
            </a:r>
          </a:p>
          <a:p>
            <a:pPr marL="400050" lvl="1" indent="0">
              <a:buNone/>
            </a:pPr>
            <a:endParaRPr lang="en-US" dirty="0">
              <a:solidFill>
                <a:srgbClr val="000000"/>
              </a:solidFill>
            </a:endParaRPr>
          </a:p>
        </p:txBody>
      </p:sp>
    </p:spTree>
    <p:extLst>
      <p:ext uri="{BB962C8B-B14F-4D97-AF65-F5344CB8AC3E}">
        <p14:creationId xmlns:p14="http://schemas.microsoft.com/office/powerpoint/2010/main" val="3778433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ABFF4-3428-E9FF-7AD6-626185EA9F4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6133201-522E-F5AE-753F-78AA9FDA7135}"/>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(10 of 17)</a:t>
            </a:r>
          </a:p>
        </p:txBody>
      </p:sp>
      <p:sp>
        <p:nvSpPr>
          <p:cNvPr id="9" name="Text Placeholder 2">
            <a:extLst>
              <a:ext uri="{FF2B5EF4-FFF2-40B4-BE49-F238E27FC236}">
                <a16:creationId xmlns:a16="http://schemas.microsoft.com/office/drawing/2014/main" id="{4BAEF445-59A0-33D4-F362-E9054540B22B}"/>
              </a:ext>
            </a:extLst>
          </p:cNvPr>
          <p:cNvSpPr txBox="1">
            <a:spLocks/>
          </p:cNvSpPr>
          <p:nvPr/>
        </p:nvSpPr>
        <p:spPr>
          <a:xfrm>
            <a:off x="777240" y="1375954"/>
            <a:ext cx="6198326" cy="52686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spcAft>
                <a:spcPts val="600"/>
              </a:spcAft>
              <a:buFont typeface="+mj-lt"/>
              <a:buAutoNum type="arabicPeriod" startAt="6"/>
            </a:pPr>
            <a:r>
              <a:rPr lang="en-US" dirty="0">
                <a:solidFill>
                  <a:srgbClr val="000000"/>
                </a:solidFill>
              </a:rPr>
              <a:t>Consider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 2</a:t>
            </a:r>
            <a:r>
              <a:rPr lang="en-US" i="1" dirty="0">
                <a:solidFill>
                  <a:srgbClr val="000000"/>
                </a:solidFill>
              </a:rPr>
              <a:t>x</a:t>
            </a:r>
            <a:r>
              <a:rPr lang="en-US" dirty="0">
                <a:solidFill>
                  <a:srgbClr val="000000"/>
                </a:solidFill>
              </a:rPr>
              <a:t> − 1.</a:t>
            </a: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up 4 units. Label the graph as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in 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br>
              <a:rPr lang="en-US" sz="2800" dirty="0">
                <a:solidFill>
                  <a:srgbClr val="000000"/>
                </a:solidFill>
              </a:rPr>
            </a:br>
            <a:endParaRPr lang="en-US" sz="2800" dirty="0">
              <a:solidFill>
                <a:srgbClr val="000000"/>
              </a:solidFill>
            </a:endParaRPr>
          </a:p>
          <a:p>
            <a:pPr marL="1027113" lvl="2" indent="-514350">
              <a:buFont typeface="+mj-lt"/>
              <a:buAutoNum type="alphaLcPeriod"/>
            </a:pPr>
            <a:r>
              <a:rPr lang="en-US" sz="2800" dirty="0">
                <a:solidFill>
                  <a:srgbClr val="000000"/>
                </a:solidFill>
              </a:rPr>
              <a:t>Sketch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shifted left 4 units. Label the graph as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a:t>
            </a:r>
          </a:p>
          <a:p>
            <a:pPr marL="1027113" lvl="2" indent="-514350">
              <a:buFont typeface="+mj-lt"/>
              <a:buAutoNum type="alphaLcPeriod"/>
            </a:pPr>
            <a:r>
              <a:rPr lang="en-US" sz="2800" dirty="0">
                <a:solidFill>
                  <a:srgbClr val="000000"/>
                </a:solidFill>
              </a:rPr>
              <a:t>Write an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in</a:t>
            </a:r>
            <a:br>
              <a:rPr lang="en-US" sz="2800" dirty="0">
                <a:solidFill>
                  <a:srgbClr val="000000"/>
                </a:solidFill>
              </a:rPr>
            </a:br>
            <a:r>
              <a:rPr lang="en-US" sz="2800" dirty="0">
                <a:solidFill>
                  <a:srgbClr val="000000"/>
                </a:solidFill>
              </a:rPr>
              <a:t>terms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6" name="Picture 5"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1B4FD381-E3AD-8419-F8EB-A98DC645B56A}"/>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7267983" y="1524006"/>
            <a:ext cx="4301943" cy="4389738"/>
          </a:xfrm>
          <a:prstGeom prst="rect">
            <a:avLst/>
          </a:prstGeom>
        </p:spPr>
      </p:pic>
      <p:sp>
        <p:nvSpPr>
          <p:cNvPr id="10" name="Answer 10"/>
          <p:cNvSpPr txBox="1"/>
          <p:nvPr/>
        </p:nvSpPr>
        <p:spPr>
          <a:xfrm>
            <a:off x="774700" y="6000750"/>
            <a:ext cx="5461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q(x) = j(x) + 4</a:t>
            </a:r>
          </a:p>
          <a:p>
            <a:pPr marL="0" indent="0" algn="l">
              <a:spcBef>
                <a:spcPts val="0"/>
              </a:spcBef>
              <a:spcAft>
                <a:spcPts val="300"/>
              </a:spcAft>
              <a:buNone/>
            </a:pPr>
            <a:r>
              <a:rPr lang="en-US" sz="1800" dirty="0">
                <a:solidFill>
                  <a:srgbClr val="FF0000"/>
                </a:solidFill>
              </a:rPr>
              <a:t>Graph q(x): through (0, 3), slope 2</a:t>
            </a:r>
          </a:p>
        </p:txBody>
      </p:sp>
      <p:sp>
        <p:nvSpPr>
          <p:cNvPr id="11" name="Answer 11"/>
          <p:cNvSpPr txBox="1"/>
          <p:nvPr/>
        </p:nvSpPr>
        <p:spPr>
          <a:xfrm>
            <a:off x="6286500" y="6000750"/>
            <a:ext cx="571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d. r(x) = j(x + 4)</a:t>
            </a:r>
          </a:p>
          <a:p>
            <a:pPr marL="0" indent="0" algn="l">
              <a:spcBef>
                <a:spcPts val="0"/>
              </a:spcBef>
              <a:spcAft>
                <a:spcPts val="300"/>
              </a:spcAft>
              <a:buNone/>
            </a:pPr>
            <a:r>
              <a:rPr lang="en-US" sz="1800" dirty="0">
                <a:solidFill>
                  <a:srgbClr val="FF0000"/>
                </a:solidFill>
              </a:rPr>
              <a:t>Graph r(x): through (0, 7), slope 2</a:t>
            </a:r>
          </a:p>
        </p:txBody>
      </p:sp>
    </p:spTree>
    <p:extLst>
      <p:ext uri="{BB962C8B-B14F-4D97-AF65-F5344CB8AC3E}">
        <p14:creationId xmlns:p14="http://schemas.microsoft.com/office/powerpoint/2010/main" val="24138027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B0BBA-E4C1-1CBA-5C2D-B0D69297D4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46ACC0-FD1E-587B-6338-59E259B42410}"/>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(11 of 17)</a:t>
            </a:r>
          </a:p>
        </p:txBody>
      </p:sp>
      <p:sp>
        <p:nvSpPr>
          <p:cNvPr id="9" name="Text Placeholder 2">
            <a:extLst>
              <a:ext uri="{FF2B5EF4-FFF2-40B4-BE49-F238E27FC236}">
                <a16:creationId xmlns:a16="http://schemas.microsoft.com/office/drawing/2014/main" id="{60ED846D-150F-C573-18D0-0BE21C5ADB52}"/>
              </a:ext>
            </a:extLst>
          </p:cNvPr>
          <p:cNvSpPr txBox="1">
            <a:spLocks/>
          </p:cNvSpPr>
          <p:nvPr/>
        </p:nvSpPr>
        <p:spPr>
          <a:xfrm>
            <a:off x="777240" y="1602377"/>
            <a:ext cx="10587444" cy="504879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2" indent="-514350">
              <a:buFont typeface="+mj-lt"/>
              <a:buAutoNum type="alphaLcPeriod" startAt="5"/>
            </a:pPr>
            <a:r>
              <a:rPr lang="en-US" sz="2800" dirty="0">
                <a:solidFill>
                  <a:srgbClr val="000000"/>
                </a:solidFill>
              </a:rPr>
              <a:t>Compare the graphs of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and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lvl="2" indent="-514350">
              <a:spcAft>
                <a:spcPts val="1200"/>
              </a:spcAft>
              <a:buFont typeface="+mj-lt"/>
              <a:buAutoNum type="alphaLcPeriod" startAt="5"/>
            </a:pPr>
            <a:r>
              <a:rPr lang="en-US" sz="2800" dirty="0">
                <a:solidFill>
                  <a:srgbClr val="000000"/>
                </a:solidFill>
              </a:rPr>
              <a:t>The equation for </a:t>
            </a: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is simplified for you. Simplify the equation for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What do you notice?</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+ 4			</a:t>
            </a:r>
            <a:r>
              <a:rPr lang="en-US" sz="2800" i="1" dirty="0">
                <a:solidFill>
                  <a:srgbClr val="000000"/>
                </a:solidFill>
              </a:rPr>
              <a:t>r</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j</a:t>
            </a:r>
            <a:r>
              <a:rPr lang="en-US" sz="2800">
                <a:solidFill>
                  <a:srgbClr val="000000"/>
                </a:solidFill>
              </a:rPr>
              <a:t>(</a:t>
            </a:r>
            <a:r>
              <a:rPr lang="en-US" sz="2800" i="1">
                <a:solidFill>
                  <a:srgbClr val="000000"/>
                </a:solidFill>
              </a:rPr>
              <a:t>x </a:t>
            </a:r>
            <a:r>
              <a:rPr lang="en-US" sz="2800">
                <a:solidFill>
                  <a:srgbClr val="000000"/>
                </a:solidFill>
              </a:rPr>
              <a:t>+ 4)</a:t>
            </a:r>
            <a:endParaRPr lang="en-US" sz="2800" dirty="0">
              <a:solidFill>
                <a:srgbClr val="000000"/>
              </a:solidFill>
            </a:endParaRPr>
          </a:p>
          <a:p>
            <a:pPr marL="0" lvl="2" indent="0">
              <a:buNone/>
            </a:pPr>
            <a:r>
              <a:rPr lang="en-US" sz="2800" dirty="0">
                <a:solidFill>
                  <a:srgbClr val="000000"/>
                </a:solidFill>
              </a:rPr>
              <a:t>	   = 2</a:t>
            </a:r>
            <a:r>
              <a:rPr lang="en-US" sz="2800" i="1" dirty="0">
                <a:solidFill>
                  <a:srgbClr val="000000"/>
                </a:solidFill>
              </a:rPr>
              <a:t>x</a:t>
            </a:r>
            <a:r>
              <a:rPr lang="en-US" sz="2800" dirty="0">
                <a:solidFill>
                  <a:srgbClr val="000000"/>
                </a:solidFill>
              </a:rPr>
              <a:t> − 1 + 4</a:t>
            </a:r>
          </a:p>
          <a:p>
            <a:pPr marL="514350" lvl="2" indent="0">
              <a:buNone/>
            </a:pPr>
            <a:r>
              <a:rPr lang="en-US" sz="2800" i="1" dirty="0">
                <a:solidFill>
                  <a:srgbClr val="000000"/>
                </a:solidFill>
              </a:rPr>
              <a:t>q</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+ 3</a:t>
            </a:r>
          </a:p>
        </p:txBody>
      </p:sp>
      <p:sp>
        <p:nvSpPr>
          <p:cNvPr id="10" name="Answer 10"/>
          <p:cNvSpPr txBox="1"/>
          <p:nvPr/>
        </p:nvSpPr>
        <p:spPr>
          <a:xfrm>
            <a:off x="774700" y="21336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The graphs are not the same. They are parallel lines with different y-intercepts.</a:t>
            </a:r>
          </a:p>
        </p:txBody>
      </p:sp>
      <p:sp>
        <p:nvSpPr>
          <p:cNvPr id="11" name="Answer 11"/>
          <p:cNvSpPr txBox="1"/>
          <p:nvPr/>
        </p:nvSpPr>
        <p:spPr>
          <a:xfrm>
            <a:off x="5080000" y="3556000"/>
            <a:ext cx="6858000" cy="165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r(x) = j(x + 4) = 2(x + 4) − 1 = 2x + 8 − 1</a:t>
            </a:r>
          </a:p>
          <a:p>
            <a:pPr marL="0" indent="0" algn="l">
              <a:spcBef>
                <a:spcPts val="0"/>
              </a:spcBef>
              <a:spcAft>
                <a:spcPts val="300"/>
              </a:spcAft>
              <a:buNone/>
            </a:pPr>
            <a:r>
              <a:rPr lang="en-US" sz="2000" dirty="0">
                <a:solidFill>
                  <a:srgbClr val="FF0000"/>
                </a:solidFill>
              </a:rPr>
              <a:t>r(x) = 2x + 7</a:t>
            </a:r>
          </a:p>
          <a:p>
            <a:pPr marL="0" indent="0" algn="l">
              <a:spcBef>
                <a:spcPts val="0"/>
              </a:spcBef>
              <a:spcAft>
                <a:spcPts val="300"/>
              </a:spcAft>
              <a:buNone/>
            </a:pPr>
            <a:r>
              <a:rPr lang="en-US" sz="2000" dirty="0">
                <a:solidFill>
                  <a:srgbClr val="FF0000"/>
                </a:solidFill>
              </a:rPr>
              <a:t>The equations for q(x) and r(x) are not the same.</a:t>
            </a:r>
          </a:p>
        </p:txBody>
      </p:sp>
    </p:spTree>
    <p:extLst>
      <p:ext uri="{BB962C8B-B14F-4D97-AF65-F5344CB8AC3E}">
        <p14:creationId xmlns:p14="http://schemas.microsoft.com/office/powerpoint/2010/main" val="381786311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56A8BB-9759-A51E-A88F-B4C18A4C6BBA}"/>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CE6106A-FFB5-DED9-2A6F-76433D23CBAE}"/>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(12 of 17)</a:t>
            </a:r>
          </a:p>
        </p:txBody>
      </p:sp>
      <p:sp>
        <p:nvSpPr>
          <p:cNvPr id="9" name="Text Placeholder 2">
            <a:extLst>
              <a:ext uri="{FF2B5EF4-FFF2-40B4-BE49-F238E27FC236}">
                <a16:creationId xmlns:a16="http://schemas.microsoft.com/office/drawing/2014/main" id="{E7BCD052-DAAC-23DE-B4CD-19E8B9640011}"/>
              </a:ext>
            </a:extLst>
          </p:cNvPr>
          <p:cNvSpPr txBox="1">
            <a:spLocks/>
          </p:cNvSpPr>
          <p:nvPr/>
        </p:nvSpPr>
        <p:spPr>
          <a:xfrm>
            <a:off x="777240" y="1375954"/>
            <a:ext cx="9908178" cy="141078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buFont typeface="+mj-lt"/>
              <a:buAutoNum type="arabicPeriod" startAt="7"/>
            </a:pPr>
            <a:r>
              <a:rPr lang="en-US" sz="2800" dirty="0">
                <a:solidFill>
                  <a:srgbClr val="000000"/>
                </a:solidFill>
              </a:rPr>
              <a:t>Again, consider the graph of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2</a:t>
            </a:r>
            <a:r>
              <a:rPr lang="en-US" sz="2800" i="1" dirty="0">
                <a:solidFill>
                  <a:srgbClr val="000000"/>
                </a:solidFill>
              </a:rPr>
              <a:t>x</a:t>
            </a:r>
            <a:r>
              <a:rPr lang="en-US" sz="2800" dirty="0">
                <a:solidFill>
                  <a:srgbClr val="000000"/>
                </a:solidFill>
              </a:rPr>
              <a:t> − 1.</a:t>
            </a:r>
          </a:p>
          <a:p>
            <a:pPr marL="1027113" lvl="1" indent="-514350">
              <a:buFont typeface="+mj-lt"/>
              <a:buAutoNum type="alphaLcPeriod"/>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right 2 units. Label the graph as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p:txBody>
      </p:sp>
      <p:pic>
        <p:nvPicPr>
          <p:cNvPr id="3" name="Picture 2"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F01EF138-AA5A-0CAD-86EF-6A63E5B51E1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672901"/>
            <a:ext cx="3189134" cy="3074828"/>
          </a:xfrm>
          <a:prstGeom prst="rect">
            <a:avLst/>
          </a:prstGeom>
        </p:spPr>
      </p:pic>
      <p:sp>
        <p:nvSpPr>
          <p:cNvPr id="2" name="Text Placeholder 2">
            <a:extLst>
              <a:ext uri="{FF2B5EF4-FFF2-40B4-BE49-F238E27FC236}">
                <a16:creationId xmlns:a16="http://schemas.microsoft.com/office/drawing/2014/main" id="{F75586EF-D79A-C216-A5F7-0E47E3B7DB14}"/>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1027113" lvl="1" indent="-514350">
              <a:buFont typeface="+mj-lt"/>
              <a:buAutoNum type="alphaLcPeriod" startAt="2"/>
            </a:pPr>
            <a:r>
              <a:rPr lang="en-US" dirty="0">
                <a:solidFill>
                  <a:srgbClr val="000000"/>
                </a:solidFill>
              </a:rPr>
              <a:t>Write an equation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 name="Answer 10"/>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−5) and (2.5, 0), slope 2</a:t>
            </a:r>
          </a:p>
        </p:txBody>
      </p:sp>
      <p:sp>
        <p:nvSpPr>
          <p:cNvPr id="11" name="Answer 11"/>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b(x) = j(x − 2)</a:t>
            </a:r>
          </a:p>
        </p:txBody>
      </p:sp>
    </p:spTree>
    <p:extLst>
      <p:ext uri="{BB962C8B-B14F-4D97-AF65-F5344CB8AC3E}">
        <p14:creationId xmlns:p14="http://schemas.microsoft.com/office/powerpoint/2010/main" val="385964361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34941-D585-16E4-1FE7-1F24B53508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F70D9FD-BC00-DD4C-870B-31FD1CABB01D}"/>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(13 of 17)</a:t>
            </a:r>
          </a:p>
        </p:txBody>
      </p:sp>
      <p:sp>
        <p:nvSpPr>
          <p:cNvPr id="9" name="Text Placeholder 2">
            <a:extLst>
              <a:ext uri="{FF2B5EF4-FFF2-40B4-BE49-F238E27FC236}">
                <a16:creationId xmlns:a16="http://schemas.microsoft.com/office/drawing/2014/main" id="{FF14E6A9-459C-3603-176F-E66E3F0C93B1}"/>
              </a:ext>
            </a:extLst>
          </p:cNvPr>
          <p:cNvSpPr txBox="1">
            <a:spLocks/>
          </p:cNvSpPr>
          <p:nvPr/>
        </p:nvSpPr>
        <p:spPr>
          <a:xfrm>
            <a:off x="777240" y="1602378"/>
            <a:ext cx="9890760" cy="93118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lphaLcPeriod" startAt="3"/>
            </a:pPr>
            <a:r>
              <a:rPr lang="en-US" dirty="0">
                <a:solidFill>
                  <a:srgbClr val="000000"/>
                </a:solidFill>
              </a:rPr>
              <a:t>Sketch the graph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shifted down 2 units. Label the graph</a:t>
            </a:r>
            <a:br>
              <a:rPr lang="en-US" dirty="0">
                <a:solidFill>
                  <a:srgbClr val="000000"/>
                </a:solidFill>
              </a:rPr>
            </a:br>
            <a:r>
              <a:rPr lang="en-US" dirty="0">
                <a:solidFill>
                  <a:srgbClr val="000000"/>
                </a:solidFill>
              </a:rPr>
              <a:t>as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br>
              <a:rPr lang="en-US" dirty="0">
                <a:solidFill>
                  <a:srgbClr val="000000"/>
                </a:solidFill>
              </a:rPr>
            </a:br>
            <a:endParaRPr lang="en-US" dirty="0">
              <a:solidFill>
                <a:srgbClr val="000000"/>
              </a:solidFill>
            </a:endParaRPr>
          </a:p>
        </p:txBody>
      </p:sp>
      <p:pic>
        <p:nvPicPr>
          <p:cNvPr id="2" name="Picture 1" descr="A graph of line j of x = 2 x minus 1 on the coordinate plane. The line rises from left to right through the points from the table, including the points (0, negative 1) and (1, 1).">
            <a:extLst>
              <a:ext uri="{FF2B5EF4-FFF2-40B4-BE49-F238E27FC236}">
                <a16:creationId xmlns:a16="http://schemas.microsoft.com/office/drawing/2014/main" id="{711449EC-50FC-5D99-BE87-9A42CCB15EB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833605" y="2533563"/>
            <a:ext cx="3189134" cy="3074828"/>
          </a:xfrm>
          <a:prstGeom prst="rect">
            <a:avLst/>
          </a:prstGeom>
        </p:spPr>
      </p:pic>
      <p:sp>
        <p:nvSpPr>
          <p:cNvPr id="3" name="Text Placeholder 2">
            <a:extLst>
              <a:ext uri="{FF2B5EF4-FFF2-40B4-BE49-F238E27FC236}">
                <a16:creationId xmlns:a16="http://schemas.microsoft.com/office/drawing/2014/main" id="{33F9FBFF-24CF-8318-59C9-20D44B566895}"/>
              </a:ext>
            </a:extLst>
          </p:cNvPr>
          <p:cNvSpPr txBox="1">
            <a:spLocks/>
          </p:cNvSpPr>
          <p:nvPr/>
        </p:nvSpPr>
        <p:spPr>
          <a:xfrm>
            <a:off x="777240" y="5720977"/>
            <a:ext cx="9908178" cy="674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4"/>
            </a:pPr>
            <a:r>
              <a:rPr lang="en-US" dirty="0">
                <a:solidFill>
                  <a:srgbClr val="000000"/>
                </a:solidFill>
              </a:rPr>
              <a:t>Write an equation for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in terms of </a:t>
            </a:r>
            <a:r>
              <a:rPr lang="en-US" i="1" dirty="0">
                <a:solidFill>
                  <a:srgbClr val="000000"/>
                </a:solidFill>
              </a:rPr>
              <a:t>j</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 name="Answer 10"/>
          <p:cNvSpPr txBox="1"/>
          <p:nvPr/>
        </p:nvSpPr>
        <p:spPr>
          <a:xfrm>
            <a:off x="7175500" y="2857500"/>
            <a:ext cx="4826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v(x): through (0, −3) and (1.5, 0), slope 2</a:t>
            </a:r>
          </a:p>
        </p:txBody>
      </p:sp>
      <p:sp>
        <p:nvSpPr>
          <p:cNvPr id="11" name="Answer 11"/>
          <p:cNvSpPr txBox="1"/>
          <p:nvPr/>
        </p:nvSpPr>
        <p:spPr>
          <a:xfrm>
            <a:off x="7302500" y="5810250"/>
            <a:ext cx="469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v(x) = j(x) − 2</a:t>
            </a:r>
          </a:p>
        </p:txBody>
      </p:sp>
    </p:spTree>
    <p:extLst>
      <p:ext uri="{BB962C8B-B14F-4D97-AF65-F5344CB8AC3E}">
        <p14:creationId xmlns:p14="http://schemas.microsoft.com/office/powerpoint/2010/main" val="359446504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E898C-D804-8C0A-0FA4-0A8F5312967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CD66064-11F0-FFFA-6440-C02B23AD1978}"/>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(14 of 17)</a:t>
            </a:r>
          </a:p>
        </p:txBody>
      </p:sp>
      <p:sp>
        <p:nvSpPr>
          <p:cNvPr id="9" name="Text Placeholder 2">
            <a:extLst>
              <a:ext uri="{FF2B5EF4-FFF2-40B4-BE49-F238E27FC236}">
                <a16:creationId xmlns:a16="http://schemas.microsoft.com/office/drawing/2014/main" id="{AFF37724-D55B-2D04-A046-F95F054BDBD1}"/>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14350">
              <a:buFont typeface="+mj-lt"/>
              <a:buAutoNum type="alphaLcPeriod" startAt="5"/>
            </a:pPr>
            <a:r>
              <a:rPr lang="en-US" dirty="0">
                <a:solidFill>
                  <a:srgbClr val="000000"/>
                </a:solidFill>
              </a:rPr>
              <a:t>Compare the graphs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endParaRPr lang="en-US" dirty="0">
              <a:solidFill>
                <a:srgbClr val="000000"/>
              </a:solidFill>
            </a:endParaRPr>
          </a:p>
          <a:p>
            <a:pPr marL="514350" lvl="1" indent="-509588">
              <a:buFont typeface="+mj-lt"/>
              <a:buAutoNum type="alphaLcPeriod" startAt="5"/>
            </a:pPr>
            <a:r>
              <a:rPr lang="en-US" dirty="0">
                <a:solidFill>
                  <a:srgbClr val="000000"/>
                </a:solidFill>
              </a:rPr>
              <a:t>Simplify the equations for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What do you notice?</a:t>
            </a:r>
            <a:br>
              <a:rPr lang="en-US" dirty="0">
                <a:solidFill>
                  <a:srgbClr val="000000"/>
                </a:solidFill>
              </a:rPr>
            </a:br>
            <a:br>
              <a:rPr lang="en-US" dirty="0">
                <a:solidFill>
                  <a:srgbClr val="000000"/>
                </a:solidFill>
              </a:rPr>
            </a:b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v</a:t>
            </a:r>
            <a:r>
              <a:rPr lang="en-US" dirty="0">
                <a:solidFill>
                  <a:srgbClr val="000000"/>
                </a:solidFill>
              </a:rPr>
              <a:t>(</a:t>
            </a:r>
            <a:r>
              <a:rPr lang="en-US" i="1" dirty="0">
                <a:solidFill>
                  <a:srgbClr val="000000"/>
                </a:solidFill>
              </a:rPr>
              <a:t>x</a:t>
            </a:r>
            <a:r>
              <a:rPr lang="en-US" dirty="0">
                <a:solidFill>
                  <a:srgbClr val="000000"/>
                </a:solidFill>
              </a:rPr>
              <a:t>) =</a:t>
            </a:r>
          </a:p>
        </p:txBody>
      </p:sp>
      <p:sp>
        <p:nvSpPr>
          <p:cNvPr id="10" name="Answer 10"/>
          <p:cNvSpPr txBox="1"/>
          <p:nvPr/>
        </p:nvSpPr>
        <p:spPr>
          <a:xfrm>
            <a:off x="774700" y="2190750"/>
            <a:ext cx="10795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graphs are not the same. They are parallel lines with different y-intercepts.</a:t>
            </a:r>
          </a:p>
        </p:txBody>
      </p:sp>
      <p:sp>
        <p:nvSpPr>
          <p:cNvPr id="11" name="Answer 11"/>
          <p:cNvSpPr txBox="1"/>
          <p:nvPr/>
        </p:nvSpPr>
        <p:spPr>
          <a:xfrm>
            <a:off x="774700" y="381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b(x) = j(x − 2) = 2(x − 2) − 1 = 2x − 5</a:t>
            </a:r>
          </a:p>
          <a:p>
            <a:pPr marL="0" indent="0" algn="l">
              <a:spcBef>
                <a:spcPts val="0"/>
              </a:spcBef>
              <a:spcAft>
                <a:spcPts val="300"/>
              </a:spcAft>
              <a:buNone/>
            </a:pPr>
            <a:r>
              <a:rPr lang="en-US" sz="2200" dirty="0">
                <a:solidFill>
                  <a:srgbClr val="FF0000"/>
                </a:solidFill>
              </a:rPr>
              <a:t>v(x) = j(x) − 2 = 2x − 1 − 2 = 2x − 3</a:t>
            </a:r>
          </a:p>
          <a:p>
            <a:pPr marL="0" indent="0" algn="l">
              <a:spcBef>
                <a:spcPts val="0"/>
              </a:spcBef>
              <a:spcAft>
                <a:spcPts val="300"/>
              </a:spcAft>
              <a:buNone/>
            </a:pPr>
            <a:r>
              <a:rPr lang="en-US" sz="2200" dirty="0">
                <a:solidFill>
                  <a:srgbClr val="FF0000"/>
                </a:solidFill>
              </a:rPr>
              <a:t>The equations for b(x) and v(x) are not the same.</a:t>
            </a:r>
          </a:p>
        </p:txBody>
      </p:sp>
    </p:spTree>
    <p:extLst>
      <p:ext uri="{BB962C8B-B14F-4D97-AF65-F5344CB8AC3E}">
        <p14:creationId xmlns:p14="http://schemas.microsoft.com/office/powerpoint/2010/main" val="412294743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E6344B-3476-A2CB-A783-D5699BDD0E7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140E01F-5438-131E-CD7C-28B759CDB8C6}"/>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(15 of 17)</a:t>
            </a:r>
          </a:p>
        </p:txBody>
      </p:sp>
      <p:sp>
        <p:nvSpPr>
          <p:cNvPr id="9" name="Text Placeholder 2">
            <a:extLst>
              <a:ext uri="{FF2B5EF4-FFF2-40B4-BE49-F238E27FC236}">
                <a16:creationId xmlns:a16="http://schemas.microsoft.com/office/drawing/2014/main" id="{048C6955-1EEF-9EE7-DF51-530A44F72435}"/>
              </a:ext>
            </a:extLst>
          </p:cNvPr>
          <p:cNvSpPr txBox="1">
            <a:spLocks/>
          </p:cNvSpPr>
          <p:nvPr/>
        </p:nvSpPr>
        <p:spPr>
          <a:xfrm>
            <a:off x="777239" y="1639614"/>
            <a:ext cx="10630989" cy="452767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buFont typeface="+mj-lt"/>
              <a:buAutoNum type="arabicPeriod" startAt="8"/>
            </a:pPr>
            <a:r>
              <a:rPr lang="en-US" dirty="0">
                <a:solidFill>
                  <a:srgbClr val="000000"/>
                </a:solidFill>
              </a:rPr>
              <a:t>For any linear function, does a horizontal translation right </a:t>
            </a:r>
            <a:r>
              <a:rPr lang="en-US" i="1" dirty="0">
                <a:solidFill>
                  <a:srgbClr val="000000"/>
                </a:solidFill>
              </a:rPr>
              <a:t>n</a:t>
            </a:r>
            <a:r>
              <a:rPr lang="en-US" dirty="0">
                <a:solidFill>
                  <a:srgbClr val="000000"/>
                </a:solidFill>
              </a:rPr>
              <a:t> units produce the same graph as a vertical translation down </a:t>
            </a:r>
            <a:r>
              <a:rPr lang="en-US" i="1" dirty="0">
                <a:solidFill>
                  <a:srgbClr val="000000"/>
                </a:solidFill>
              </a:rPr>
              <a:t>n</a:t>
            </a:r>
            <a:r>
              <a:rPr lang="en-US" dirty="0">
                <a:solidFill>
                  <a:srgbClr val="000000"/>
                </a:solidFill>
              </a:rPr>
              <a:t> units?</a:t>
            </a:r>
            <a:br>
              <a:rPr lang="en-US" dirty="0">
                <a:solidFill>
                  <a:srgbClr val="000000"/>
                </a:solidFill>
              </a:rPr>
            </a:br>
            <a:br>
              <a:rPr lang="en-US" dirty="0">
                <a:solidFill>
                  <a:srgbClr val="000000"/>
                </a:solidFill>
              </a:rPr>
            </a:br>
            <a:br>
              <a:rPr lang="en-US" dirty="0">
                <a:solidFill>
                  <a:srgbClr val="000000"/>
                </a:solidFill>
              </a:rPr>
            </a:br>
            <a:endParaRPr lang="en-US" dirty="0">
              <a:solidFill>
                <a:srgbClr val="000000"/>
              </a:solidFill>
            </a:endParaRPr>
          </a:p>
          <a:p>
            <a:pPr marL="514350" lvl="1" indent="-509588">
              <a:buFont typeface="+mj-lt"/>
              <a:buAutoNum type="arabicPeriod" startAt="8"/>
            </a:pPr>
            <a:r>
              <a:rPr lang="en-US" dirty="0">
                <a:solidFill>
                  <a:srgbClr val="000000"/>
                </a:solidFill>
              </a:rPr>
              <a:t>For any linear function, does a horizontal translation left </a:t>
            </a:r>
            <a:r>
              <a:rPr lang="en-US" i="1" dirty="0">
                <a:solidFill>
                  <a:srgbClr val="000000"/>
                </a:solidFill>
              </a:rPr>
              <a:t>n</a:t>
            </a:r>
            <a:r>
              <a:rPr lang="en-US" dirty="0">
                <a:solidFill>
                  <a:srgbClr val="000000"/>
                </a:solidFill>
              </a:rPr>
              <a:t> units produce the same graph as a vertical translation up </a:t>
            </a:r>
            <a:r>
              <a:rPr lang="en-US" i="1" dirty="0">
                <a:solidFill>
                  <a:srgbClr val="000000"/>
                </a:solidFill>
              </a:rPr>
              <a:t>n</a:t>
            </a:r>
            <a:r>
              <a:rPr lang="en-US" dirty="0">
                <a:solidFill>
                  <a:srgbClr val="000000"/>
                </a:solidFill>
              </a:rPr>
              <a:t> units?</a:t>
            </a:r>
          </a:p>
        </p:txBody>
      </p:sp>
      <p:sp>
        <p:nvSpPr>
          <p:cNvPr id="10" name="Answer 10"/>
          <p:cNvSpPr txBox="1"/>
          <p:nvPr/>
        </p:nvSpPr>
        <p:spPr>
          <a:xfrm>
            <a:off x="774700" y="250825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f(x) = x. For j(x) = 2x − 1, right 2 gives 2x − 5 but down 2 gives 2x − 3.</a:t>
            </a:r>
          </a:p>
        </p:txBody>
      </p:sp>
      <p:sp>
        <p:nvSpPr>
          <p:cNvPr id="11" name="Answer 11"/>
          <p:cNvSpPr txBox="1"/>
          <p:nvPr/>
        </p:nvSpPr>
        <p:spPr>
          <a:xfrm>
            <a:off x="774700" y="40005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For j(x) = 2x − 1, left 4 gives r(x) = 2x + 7 but up 4 gives q(x) = 2x + 3.</a:t>
            </a:r>
          </a:p>
        </p:txBody>
      </p:sp>
    </p:spTree>
    <p:extLst>
      <p:ext uri="{BB962C8B-B14F-4D97-AF65-F5344CB8AC3E}">
        <p14:creationId xmlns:p14="http://schemas.microsoft.com/office/powerpoint/2010/main" val="2166457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(16 of 17)</a:t>
            </a:r>
          </a:p>
        </p:txBody>
      </p:sp>
      <p:sp>
        <p:nvSpPr>
          <p:cNvPr id="9" name="Text Placeholder 2">
            <a:extLst>
              <a:ext uri="{FF2B5EF4-FFF2-40B4-BE49-F238E27FC236}">
                <a16:creationId xmlns:a16="http://schemas.microsoft.com/office/drawing/2014/main" id="{1E3F3D64-7D3E-6B78-AAE0-10266D78BD13}"/>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revisit the Essential Question and summarize our learning from Activity 2.1!</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a:t>
            </a:r>
            <a:r>
              <a:rPr lang="en-US" sz="2800" dirty="0">
                <a:solidFill>
                  <a:srgbClr val="000000"/>
                </a:solidFill>
              </a:rPr>
              <a:t> What effect do horizontal transformations have on linear functions? How do they compare to vertical transformations? </a:t>
            </a:r>
          </a:p>
        </p:txBody>
      </p:sp>
      <p:pic>
        <p:nvPicPr>
          <p:cNvPr id="2" name="Picture 1">
            <a:extLst>
              <a:ext uri="{FF2B5EF4-FFF2-40B4-BE49-F238E27FC236}">
                <a16:creationId xmlns:a16="http://schemas.microsoft.com/office/drawing/2014/main" id="{98440FB1-39B9-061D-40CB-0A334D956407}"/>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287235" y="372494"/>
            <a:ext cx="1501270" cy="518205"/>
          </a:xfrm>
          <a:prstGeom prst="rect">
            <a:avLst/>
          </a:prstGeom>
        </p:spPr>
      </p:pic>
    </p:spTree>
    <p:extLst>
      <p:ext uri="{BB962C8B-B14F-4D97-AF65-F5344CB8AC3E}">
        <p14:creationId xmlns:p14="http://schemas.microsoft.com/office/powerpoint/2010/main" val="40058835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A2B8-E7A5-239A-AB90-27F851486FF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31D3B88-0F9E-47D9-4A39-F7295D961309}"/>
              </a:ext>
            </a:extLst>
          </p:cNvPr>
          <p:cNvSpPr>
            <a:spLocks noGrp="1"/>
          </p:cNvSpPr>
          <p:nvPr>
            <p:ph type="title"/>
          </p:nvPr>
        </p:nvSpPr>
        <p:spPr/>
        <p:txBody>
          <a:bodyPr/>
          <a:lstStyle/>
          <a:p>
            <a:pPr algn="l"/>
            <a:r>
              <a:rPr lang="en-US" sz="3200" b="1" dirty="0"/>
              <a:t>Comparing Vertical and Horizontal Translations </a:t>
            </a:r>
            <a:r>
              <a:rPr lang="en-US" sz="2000" b="1" dirty="0">
                <a:solidFill>
                  <a:schemeClr val="bg1"/>
                </a:solidFill>
              </a:rPr>
              <a:t>(17 of 17)</a:t>
            </a:r>
          </a:p>
        </p:txBody>
      </p:sp>
      <p:sp>
        <p:nvSpPr>
          <p:cNvPr id="9" name="Text Placeholder 2">
            <a:extLst>
              <a:ext uri="{FF2B5EF4-FFF2-40B4-BE49-F238E27FC236}">
                <a16:creationId xmlns:a16="http://schemas.microsoft.com/office/drawing/2014/main" id="{1E3F3D64-7D3E-6B78-AAE0-10266D78BD13}"/>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88807186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C23B1-A7C4-B510-11E0-844AB53675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E40077-E9EB-22FE-3669-DBAB21E52430}"/>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Day 2</a:t>
            </a:r>
          </a:p>
        </p:txBody>
      </p:sp>
      <p:sp>
        <p:nvSpPr>
          <p:cNvPr id="4" name="Text Placeholder 3">
            <a:extLst>
              <a:ext uri="{FF2B5EF4-FFF2-40B4-BE49-F238E27FC236}">
                <a16:creationId xmlns:a16="http://schemas.microsoft.com/office/drawing/2014/main" id="{0121904A-B8B4-6752-A102-C93D57D6149D}"/>
              </a:ext>
              <a:ext uri="{C183D7F6-B498-43B3-948B-1728B52AA6E4}">
                <adec:decorative xmlns:adec="http://schemas.microsoft.com/office/drawing/2017/decorative" val="1"/>
              </a:ext>
            </a:extLst>
          </p:cNvPr>
          <p:cNvSpPr>
            <a:spLocks noGrp="1"/>
          </p:cNvSpPr>
          <p:nvPr>
            <p:ph type="body" sz="quarter" idx="11"/>
          </p:nvPr>
        </p:nvSpPr>
        <p:spPr>
          <a:xfrm>
            <a:off x="6658975" y="2832927"/>
            <a:ext cx="1061883" cy="1071562"/>
          </a:xfrm>
        </p:spPr>
        <p:txBody>
          <a:bodyPr/>
          <a:lstStyle/>
          <a:p>
            <a:pPr marL="0" indent="0">
              <a:buNone/>
            </a:pPr>
            <a:r>
              <a:rPr lang="en-US" sz="7500" b="1" dirty="0">
                <a:solidFill>
                  <a:srgbClr val="000000"/>
                </a:solidFill>
                <a:latin typeface="Calibri" panose="020F0502020204030204" pitchFamily="34" charset="0"/>
                <a:ea typeface="Calibri" panose="020F0502020204030204" pitchFamily="34" charset="0"/>
                <a:cs typeface="Calibri" panose="020F0502020204030204" pitchFamily="34" charset="0"/>
              </a:rPr>
              <a:t>2</a:t>
            </a:r>
          </a:p>
        </p:txBody>
      </p:sp>
    </p:spTree>
    <p:extLst>
      <p:ext uri="{BB962C8B-B14F-4D97-AF65-F5344CB8AC3E}">
        <p14:creationId xmlns:p14="http://schemas.microsoft.com/office/powerpoint/2010/main" val="3401305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39297-DC1A-EE1B-1BCD-85B926A0626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9B73218-8467-BB46-14F9-C712C34E5D9D}"/>
              </a:ext>
            </a:extLst>
          </p:cNvPr>
          <p:cNvSpPr>
            <a:spLocks noGrp="1"/>
          </p:cNvSpPr>
          <p:nvPr>
            <p:ph type="title"/>
          </p:nvPr>
        </p:nvSpPr>
        <p:spPr/>
        <p:txBody>
          <a:bodyPr/>
          <a:lstStyle/>
          <a:p>
            <a:pPr algn="l"/>
            <a:r>
              <a:rPr lang="en-US" b="1" dirty="0"/>
              <a:t>Essential Question </a:t>
            </a:r>
            <a:r>
              <a:rPr lang="en-US" sz="2000" b="1" dirty="0">
                <a:solidFill>
                  <a:schemeClr val="bg1"/>
                </a:solidFill>
              </a:rPr>
              <a:t>(2 of 2)</a:t>
            </a:r>
          </a:p>
        </p:txBody>
      </p:sp>
      <p:sp>
        <p:nvSpPr>
          <p:cNvPr id="2" name="Text Placeholder 2">
            <a:extLst>
              <a:ext uri="{FF2B5EF4-FFF2-40B4-BE49-F238E27FC236}">
                <a16:creationId xmlns:a16="http://schemas.microsoft.com/office/drawing/2014/main" id="{92FDB5BD-B6FE-FA4D-9B15-7B3949553616}"/>
              </a:ext>
            </a:extLst>
          </p:cNvPr>
          <p:cNvSpPr txBox="1">
            <a:spLocks/>
          </p:cNvSpPr>
          <p:nvPr/>
        </p:nvSpPr>
        <p:spPr>
          <a:xfrm>
            <a:off x="777240" y="1611086"/>
            <a:ext cx="10515600" cy="43562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24"/>
              </a:spcBef>
              <a:buNone/>
            </a:pPr>
            <a:r>
              <a:rPr lang="en-US" sz="2800" dirty="0">
                <a:solidFill>
                  <a:srgbClr val="000000"/>
                </a:solidFill>
              </a:rPr>
              <a:t>What effect do horizontal transformations have on linear functions? How do they compare to vertical transformations?</a:t>
            </a:r>
          </a:p>
        </p:txBody>
      </p:sp>
      <p:sp>
        <p:nvSpPr>
          <p:cNvPr id="5" name="Answer 5"/>
          <p:cNvSpPr txBox="1"/>
          <p:nvPr/>
        </p:nvSpPr>
        <p:spPr>
          <a:xfrm>
            <a:off x="774700" y="3937000"/>
            <a:ext cx="10731500" cy="241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When f(x) is replaced by a·f(b(x − c)) + d, b and c affect the input values (horizontal transformations), while a and d affect the output values (vertical transformations).</a:t>
            </a:r>
          </a:p>
          <a:p>
            <a:pPr marL="0" indent="0" algn="l">
              <a:spcBef>
                <a:spcPts val="0"/>
              </a:spcBef>
              <a:spcAft>
                <a:spcPts val="300"/>
              </a:spcAft>
              <a:buNone/>
            </a:pPr>
            <a:r>
              <a:rPr lang="en-US" sz="2000" dirty="0">
                <a:solidFill>
                  <a:srgbClr val="FF0000"/>
                </a:solidFill>
              </a:rPr>
              <a:t>For f(x) = x, a translation right n gives the same graph as a translation down n, and a horizontal dilation by n gives the same graph as a vertical dilation by 1/n. For other linear functions these pairs are not the same.</a:t>
            </a:r>
          </a:p>
        </p:txBody>
      </p:sp>
    </p:spTree>
    <p:extLst>
      <p:ext uri="{BB962C8B-B14F-4D97-AF65-F5344CB8AC3E}">
        <p14:creationId xmlns:p14="http://schemas.microsoft.com/office/powerpoint/2010/main" val="281496941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6A8CAF8-33A1-73A0-1DF9-85DF59BD096A}"/>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2.2</a:t>
            </a:r>
          </a:p>
        </p:txBody>
      </p:sp>
      <p:sp>
        <p:nvSpPr>
          <p:cNvPr id="3" name="Text Placeholder 2" descr="15 to 20 minutes">
            <a:extLst>
              <a:ext uri="{FF2B5EF4-FFF2-40B4-BE49-F238E27FC236}">
                <a16:creationId xmlns:a16="http://schemas.microsoft.com/office/drawing/2014/main" id="{3CD62AF3-8219-7AEB-1717-BB4B2CD0985B}"/>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7EB81C6C-A8E6-CE4C-2D52-7AD639B7578C}"/>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2.2</a:t>
            </a:r>
          </a:p>
        </p:txBody>
      </p:sp>
    </p:spTree>
    <p:extLst>
      <p:ext uri="{BB962C8B-B14F-4D97-AF65-F5344CB8AC3E}">
        <p14:creationId xmlns:p14="http://schemas.microsoft.com/office/powerpoint/2010/main" val="2191594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3B986-D4B8-867F-1186-EB6DEF0A29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383C9EA-1C4E-4C57-E6F2-D4F4B147F14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 of 13)</a:t>
            </a:r>
          </a:p>
        </p:txBody>
      </p:sp>
      <p:sp>
        <p:nvSpPr>
          <p:cNvPr id="9" name="Text Placeholder 2">
            <a:extLst>
              <a:ext uri="{FF2B5EF4-FFF2-40B4-BE49-F238E27FC236}">
                <a16:creationId xmlns:a16="http://schemas.microsoft.com/office/drawing/2014/main" id="{D6D453E8-F348-6E02-CE7D-F60E96A5EB3D}"/>
              </a:ext>
            </a:extLst>
          </p:cNvPr>
          <p:cNvSpPr txBox="1">
            <a:spLocks/>
          </p:cNvSpPr>
          <p:nvPr/>
        </p:nvSpPr>
        <p:spPr>
          <a:xfrm>
            <a:off x="777240" y="1602377"/>
            <a:ext cx="10927080" cy="135853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3000"/>
              </a:lnSpc>
              <a:spcBef>
                <a:spcPts val="0"/>
              </a:spcBef>
              <a:spcAft>
                <a:spcPts val="600"/>
              </a:spcAft>
              <a:buFont typeface="+mj-lt"/>
              <a:buAutoNum type="arabicPeriod"/>
            </a:pPr>
            <a:r>
              <a:rPr lang="en-US" sz="2800" dirty="0">
                <a:solidFill>
                  <a:srgbClr val="000000"/>
                </a:solidFill>
              </a:rPr>
              <a:t>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a:t>
            </a:r>
          </a:p>
          <a:p>
            <a:pPr marL="1027113" lvl="1" indent="-509588">
              <a:lnSpc>
                <a:spcPts val="3000"/>
              </a:lnSpc>
              <a:spcBef>
                <a:spcPts val="0"/>
              </a:spcBef>
              <a:buFont typeface="+mj-lt"/>
              <a:buAutoNum type="alphaLcPeriod"/>
            </a:pPr>
            <a:r>
              <a:rPr lang="en-US" dirty="0">
                <a:solidFill>
                  <a:srgbClr val="000000"/>
                </a:solidFill>
              </a:rPr>
              <a:t>Sketch the graph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are changed by a factor of 2. Complete the table of corresponding points on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1B4E1DDA-17B0-5AAA-0AAE-77B8401A9D72}"/>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243854" y="3068545"/>
            <a:ext cx="3256689" cy="3248687"/>
          </a:xfrm>
          <a:prstGeom prst="rect">
            <a:avLst/>
          </a:prstGeom>
        </p:spPr>
      </p:pic>
      <p:graphicFrame>
        <p:nvGraphicFramePr>
          <p:cNvPr id="6" name="Table 5">
            <a:extLst>
              <a:ext uri="{FF2B5EF4-FFF2-40B4-BE49-F238E27FC236}">
                <a16:creationId xmlns:a16="http://schemas.microsoft.com/office/drawing/2014/main" id="{378991D4-621C-D46A-3235-02AD3B1F769A}"/>
              </a:ext>
            </a:extLst>
          </p:cNvPr>
          <p:cNvGraphicFramePr>
            <a:graphicFrameLocks noGrp="1"/>
          </p:cNvGraphicFramePr>
          <p:nvPr>
            <p:extLst>
              <p:ext uri="{D42A27DB-BD31-4B8C-83A1-F6EECF244321}">
                <p14:modId xmlns:p14="http://schemas.microsoft.com/office/powerpoint/2010/main" val="336596801"/>
              </p:ext>
            </p:extLst>
          </p:nvPr>
        </p:nvGraphicFramePr>
        <p:xfrm>
          <a:off x="5841694" y="3304950"/>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A4C12E69-5FE9-82F5-7D95-A4FDA08322E2}"/>
              </a:ext>
            </a:extLst>
          </p:cNvPr>
          <p:cNvGraphicFramePr>
            <a:graphicFrameLocks noGrp="1"/>
          </p:cNvGraphicFramePr>
          <p:nvPr>
            <p:extLst>
              <p:ext uri="{D42A27DB-BD31-4B8C-83A1-F6EECF244321}">
                <p14:modId xmlns:p14="http://schemas.microsoft.com/office/powerpoint/2010/main" val="1671130107"/>
              </p:ext>
            </p:extLst>
          </p:nvPr>
        </p:nvGraphicFramePr>
        <p:xfrm>
          <a:off x="5841694" y="3944237"/>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AABD714C-2E96-89D3-BE3B-C44CE9575758}"/>
              </a:ext>
            </a:extLst>
          </p:cNvPr>
          <p:cNvGraphicFramePr>
            <a:graphicFrameLocks noGrp="1"/>
          </p:cNvGraphicFramePr>
          <p:nvPr>
            <p:extLst>
              <p:ext uri="{D42A27DB-BD31-4B8C-83A1-F6EECF244321}">
                <p14:modId xmlns:p14="http://schemas.microsoft.com/office/powerpoint/2010/main" val="2324454918"/>
              </p:ext>
            </p:extLst>
          </p:nvPr>
        </p:nvGraphicFramePr>
        <p:xfrm>
          <a:off x="7526280" y="3304950"/>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D2E30F6C-80AA-BA65-563B-88E971BA9A39}"/>
              </a:ext>
            </a:extLst>
          </p:cNvPr>
          <p:cNvGraphicFramePr>
            <a:graphicFrameLocks noGrp="1"/>
          </p:cNvGraphicFramePr>
          <p:nvPr>
            <p:extLst>
              <p:ext uri="{D42A27DB-BD31-4B8C-83A1-F6EECF244321}">
                <p14:modId xmlns:p14="http://schemas.microsoft.com/office/powerpoint/2010/main" val="2009692548"/>
              </p:ext>
            </p:extLst>
          </p:nvPr>
        </p:nvGraphicFramePr>
        <p:xfrm>
          <a:off x="7526280" y="3944237"/>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2" name="Answer 12"/>
          <p:cNvSpPr txBox="1"/>
          <p:nvPr/>
        </p:nvSpPr>
        <p:spPr>
          <a:xfrm>
            <a:off x="8261350" y="4311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3" name="Answer 13"/>
          <p:cNvSpPr txBox="1"/>
          <p:nvPr/>
        </p:nvSpPr>
        <p:spPr>
          <a:xfrm>
            <a:off x="8261350" y="4679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4" name="Answer 14"/>
          <p:cNvSpPr txBox="1"/>
          <p:nvPr/>
        </p:nvSpPr>
        <p:spPr>
          <a:xfrm>
            <a:off x="8261350" y="50482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5" name="Answer 15"/>
          <p:cNvSpPr txBox="1"/>
          <p:nvPr/>
        </p:nvSpPr>
        <p:spPr>
          <a:xfrm>
            <a:off x="8261350" y="54165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a:t>
            </a:r>
          </a:p>
        </p:txBody>
      </p:sp>
      <p:sp>
        <p:nvSpPr>
          <p:cNvPr id="16" name="Answer 16"/>
          <p:cNvSpPr txBox="1"/>
          <p:nvPr/>
        </p:nvSpPr>
        <p:spPr>
          <a:xfrm>
            <a:off x="8261350" y="57848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 name="Answer 17"/>
          <p:cNvSpPr txBox="1"/>
          <p:nvPr/>
        </p:nvSpPr>
        <p:spPr>
          <a:xfrm>
            <a:off x="9144000" y="43180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2)</a:t>
            </a:r>
          </a:p>
        </p:txBody>
      </p:sp>
    </p:spTree>
    <p:extLst>
      <p:ext uri="{BB962C8B-B14F-4D97-AF65-F5344CB8AC3E}">
        <p14:creationId xmlns:p14="http://schemas.microsoft.com/office/powerpoint/2010/main" val="3407321271"/>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5F2929-24F5-761A-2E4E-0E972B4A328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D95D66A-7762-9EB3-8A2B-D1EAED054E1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(2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E9BD0CB5-9585-7EF9-006F-C3AF2D3546E8}"/>
                  </a:ext>
                </a:extLst>
              </p:cNvPr>
              <p:cNvSpPr txBox="1">
                <a:spLocks/>
              </p:cNvSpPr>
              <p:nvPr/>
            </p:nvSpPr>
            <p:spPr>
              <a:xfrm>
                <a:off x="777240" y="1576644"/>
                <a:ext cx="10796450" cy="1263191"/>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lvl="1" indent="-509588">
                  <a:spcBef>
                    <a:spcPts val="24"/>
                  </a:spcBef>
                  <a:buFont typeface="+mj-lt"/>
                  <a:buAutoNum type="alphaLcPeriod" startAt="2"/>
                </a:pPr>
                <a:r>
                  <a:rPr lang="en-US" dirty="0">
                    <a:solidFill>
                      <a:srgbClr val="000000"/>
                    </a:solidFill>
                  </a:rPr>
                  <a:t>Sketch the graph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if the input values of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2</m:t>
                        </m:r>
                      </m:den>
                    </m:f>
                  </m:oMath>
                </a14:m>
                <a:r>
                  <a:rPr lang="en-US" dirty="0">
                    <a:solidFill>
                      <a:srgbClr val="000000"/>
                    </a:solidFill>
                  </a:rPr>
                  <a:t>. Complete the table of corresponding points on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E9BD0CB5-9585-7EF9-006F-C3AF2D3546E8}"/>
                  </a:ext>
                </a:extLst>
              </p:cNvPr>
              <p:cNvSpPr txBox="1">
                <a:spLocks noRot="1" noChangeAspect="1" noMove="1" noResize="1" noEditPoints="1" noAdjustHandles="1" noChangeArrowheads="1" noChangeShapeType="1" noTextEdit="1"/>
              </p:cNvSpPr>
              <p:nvPr/>
            </p:nvSpPr>
            <p:spPr>
              <a:xfrm>
                <a:off x="777240" y="1576644"/>
                <a:ext cx="10796450" cy="1263191"/>
              </a:xfrm>
              <a:prstGeom prst="rect">
                <a:avLst/>
              </a:prstGeom>
              <a:blipFill>
                <a:blip r:embed="rId3"/>
                <a:stretch>
                  <a:fillRect l="-1129" t="-5314"/>
                </a:stretch>
              </a:blipFill>
            </p:spPr>
            <p:txBody>
              <a:bodyPr/>
              <a:lstStyle/>
              <a:p>
                <a:r>
                  <a:rPr lang="en-US">
                    <a:noFill/>
                  </a:rPr>
                  <a:t> </a:t>
                </a:r>
              </a:p>
            </p:txBody>
          </p:sp>
        </mc:Fallback>
      </mc:AlternateContent>
      <p:pic>
        <p:nvPicPr>
          <p:cNvPr id="5" name="Picture 4" descr="A graph of line f of x = x on the coordinate plane. The line rises from left to right through the points from the table, including the points (0, 0) and (2, 2).">
            <a:extLst>
              <a:ext uri="{FF2B5EF4-FFF2-40B4-BE49-F238E27FC236}">
                <a16:creationId xmlns:a16="http://schemas.microsoft.com/office/drawing/2014/main" id="{33BB4C20-5D20-4F6D-94E7-1E21DAEB756A}"/>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235145" y="3007577"/>
            <a:ext cx="3256689" cy="3248687"/>
          </a:xfrm>
          <a:prstGeom prst="rect">
            <a:avLst/>
          </a:prstGeom>
        </p:spPr>
      </p:pic>
      <p:graphicFrame>
        <p:nvGraphicFramePr>
          <p:cNvPr id="6" name="Table 5">
            <a:extLst>
              <a:ext uri="{FF2B5EF4-FFF2-40B4-BE49-F238E27FC236}">
                <a16:creationId xmlns:a16="http://schemas.microsoft.com/office/drawing/2014/main" id="{58ED7CAF-B150-36AC-9C73-FB2236A34144}"/>
              </a:ext>
            </a:extLst>
          </p:cNvPr>
          <p:cNvGraphicFramePr>
            <a:graphicFrameLocks noGrp="1"/>
          </p:cNvGraphicFramePr>
          <p:nvPr>
            <p:extLst>
              <p:ext uri="{D42A27DB-BD31-4B8C-83A1-F6EECF244321}">
                <p14:modId xmlns:p14="http://schemas.microsoft.com/office/powerpoint/2010/main" val="893297766"/>
              </p:ext>
            </p:extLst>
          </p:nvPr>
        </p:nvGraphicFramePr>
        <p:xfrm>
          <a:off x="5832985" y="324398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19953F14-C02C-599D-AF5B-7EB54D2D2713}"/>
              </a:ext>
            </a:extLst>
          </p:cNvPr>
          <p:cNvGraphicFramePr>
            <a:graphicFrameLocks noGrp="1"/>
          </p:cNvGraphicFramePr>
          <p:nvPr>
            <p:extLst>
              <p:ext uri="{D42A27DB-BD31-4B8C-83A1-F6EECF244321}">
                <p14:modId xmlns:p14="http://schemas.microsoft.com/office/powerpoint/2010/main" val="1839483982"/>
              </p:ext>
            </p:extLst>
          </p:nvPr>
        </p:nvGraphicFramePr>
        <p:xfrm>
          <a:off x="5832985" y="388326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D511CB08-8A35-F2A8-8838-9E3879E007FC}"/>
              </a:ext>
            </a:extLst>
          </p:cNvPr>
          <p:cNvGraphicFramePr>
            <a:graphicFrameLocks noGrp="1"/>
          </p:cNvGraphicFramePr>
          <p:nvPr>
            <p:extLst>
              <p:ext uri="{D42A27DB-BD31-4B8C-83A1-F6EECF244321}">
                <p14:modId xmlns:p14="http://schemas.microsoft.com/office/powerpoint/2010/main" val="2809332899"/>
              </p:ext>
            </p:extLst>
          </p:nvPr>
        </p:nvGraphicFramePr>
        <p:xfrm>
          <a:off x="7517571" y="324398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79E6D00E-32B0-DA54-E7FB-D5C35C26AF60}"/>
              </a:ext>
            </a:extLst>
          </p:cNvPr>
          <p:cNvGraphicFramePr>
            <a:graphicFrameLocks noGrp="1"/>
          </p:cNvGraphicFramePr>
          <p:nvPr>
            <p:extLst>
              <p:ext uri="{D42A27DB-BD31-4B8C-83A1-F6EECF244321}">
                <p14:modId xmlns:p14="http://schemas.microsoft.com/office/powerpoint/2010/main" val="3286159858"/>
              </p:ext>
            </p:extLst>
          </p:nvPr>
        </p:nvGraphicFramePr>
        <p:xfrm>
          <a:off x="7517571" y="388326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2" name="Answer 12"/>
          <p:cNvSpPr txBox="1"/>
          <p:nvPr/>
        </p:nvSpPr>
        <p:spPr>
          <a:xfrm>
            <a:off x="7518400" y="4254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3" name="Answer 13"/>
          <p:cNvSpPr txBox="1"/>
          <p:nvPr/>
        </p:nvSpPr>
        <p:spPr>
          <a:xfrm>
            <a:off x="7518400" y="4622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4" name="Answer 14"/>
          <p:cNvSpPr txBox="1"/>
          <p:nvPr/>
        </p:nvSpPr>
        <p:spPr>
          <a:xfrm>
            <a:off x="7518400" y="4991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5" name="Answer 15"/>
          <p:cNvSpPr txBox="1"/>
          <p:nvPr/>
        </p:nvSpPr>
        <p:spPr>
          <a:xfrm>
            <a:off x="7518400" y="5359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1/2</a:t>
            </a:r>
          </a:p>
        </p:txBody>
      </p:sp>
      <p:sp>
        <p:nvSpPr>
          <p:cNvPr id="16" name="Answer 16"/>
          <p:cNvSpPr txBox="1"/>
          <p:nvPr/>
        </p:nvSpPr>
        <p:spPr>
          <a:xfrm>
            <a:off x="7518400" y="57277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1</a:t>
            </a:r>
          </a:p>
        </p:txBody>
      </p:sp>
      <p:sp>
        <p:nvSpPr>
          <p:cNvPr id="17" name="Answer 17"/>
          <p:cNvSpPr txBox="1"/>
          <p:nvPr/>
        </p:nvSpPr>
        <p:spPr>
          <a:xfrm>
            <a:off x="9144000" y="4254500"/>
            <a:ext cx="28575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(1, 2), the same line as a(x)</a:t>
            </a:r>
          </a:p>
        </p:txBody>
      </p:sp>
    </p:spTree>
    <p:extLst>
      <p:ext uri="{BB962C8B-B14F-4D97-AF65-F5344CB8AC3E}">
        <p14:creationId xmlns:p14="http://schemas.microsoft.com/office/powerpoint/2010/main" val="3832071582"/>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D7DE7-CD51-93E4-623D-502C7561A0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3CEFF23-AF8A-E4A5-C85A-E4F17E18217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(3 of 13)</a:t>
            </a:r>
          </a:p>
        </p:txBody>
      </p:sp>
      <p:sp>
        <p:nvSpPr>
          <p:cNvPr id="2" name="Text Placeholder 2">
            <a:extLst>
              <a:ext uri="{FF2B5EF4-FFF2-40B4-BE49-F238E27FC236}">
                <a16:creationId xmlns:a16="http://schemas.microsoft.com/office/drawing/2014/main" id="{2029DEF1-8ECB-4816-A554-783154CDEDF4}"/>
              </a:ext>
            </a:extLst>
          </p:cNvPr>
          <p:cNvSpPr txBox="1">
            <a:spLocks/>
          </p:cNvSpPr>
          <p:nvPr/>
        </p:nvSpPr>
        <p:spPr>
          <a:xfrm>
            <a:off x="777240" y="1602378"/>
            <a:ext cx="9899469"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a</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5" name="Answer 5"/>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a(x) and b(x) are the same line, y = 2x, but their tables of values are different.</a:t>
            </a:r>
          </a:p>
        </p:txBody>
      </p:sp>
    </p:spTree>
    <p:extLst>
      <p:ext uri="{BB962C8B-B14F-4D97-AF65-F5344CB8AC3E}">
        <p14:creationId xmlns:p14="http://schemas.microsoft.com/office/powerpoint/2010/main" val="288999503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FF78C-B592-E6D0-AD84-9903B3667E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21C7E8F-BC39-B160-18D6-173D75AC3D23}"/>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(4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0C5DCC94-43A3-2E02-4C0D-288E5EBEFCF8}"/>
                  </a:ext>
                </a:extLst>
              </p:cNvPr>
              <p:cNvSpPr txBox="1">
                <a:spLocks/>
              </p:cNvSpPr>
              <p:nvPr/>
            </p:nvSpPr>
            <p:spPr>
              <a:xfrm>
                <a:off x="777240" y="1602377"/>
                <a:ext cx="10918371" cy="1645920"/>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spcBef>
                    <a:spcPts val="0"/>
                  </a:spcBef>
                  <a:spcAft>
                    <a:spcPts val="600"/>
                  </a:spcAft>
                  <a:buFont typeface="+mj-lt"/>
                  <a:buAutoNum type="arabicPeriod" startAt="2"/>
                </a:pPr>
                <a:r>
                  <a:rPr lang="en-US" sz="2800" dirty="0">
                    <a:solidFill>
                      <a:srgbClr val="000000"/>
                    </a:solidFill>
                  </a:rPr>
                  <a:t>Again, the graph and a table of values for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are provided for you. </a:t>
                </a:r>
              </a:p>
              <a:p>
                <a:pPr marL="1027113" lvl="1" indent="-514350">
                  <a:spcBef>
                    <a:spcPts val="0"/>
                  </a:spcBef>
                  <a:buFont typeface="+mj-lt"/>
                  <a:buAutoNum type="alphaLcPeriod"/>
                </a:pPr>
                <a:r>
                  <a:rPr lang="en-US" dirty="0">
                    <a:solidFill>
                      <a:srgbClr val="000000"/>
                    </a:solidFill>
                  </a:rPr>
                  <a:t>Sketch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if the output values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are changed by a factor of </a:t>
                </a:r>
                <a14:m>
                  <m:oMath xmlns:m="http://schemas.openxmlformats.org/officeDocument/2006/math">
                    <m:f>
                      <m:fPr>
                        <m:ctrlPr>
                          <a:rPr lang="en-US"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4</m:t>
                        </m:r>
                      </m:num>
                      <m:den>
                        <m:r>
                          <a:rPr lang="en-US" b="0" i="1" smtClean="0">
                            <a:solidFill>
                              <a:srgbClr val="000000"/>
                            </a:solidFill>
                            <a:latin typeface="Cambria Math" panose="02040503050406030204" pitchFamily="18" charset="0"/>
                          </a:rPr>
                          <m:t>5</m:t>
                        </m:r>
                      </m:den>
                    </m:f>
                  </m:oMath>
                </a14:m>
                <a:r>
                  <a:rPr lang="en-US" dirty="0">
                    <a:solidFill>
                      <a:srgbClr val="000000"/>
                    </a:solidFill>
                  </a:rPr>
                  <a:t>. Complete the table of corresponding points on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a:t>
                </a:r>
              </a:p>
            </p:txBody>
          </p:sp>
        </mc:Choice>
        <mc:Fallback xmlns="">
          <p:sp>
            <p:nvSpPr>
              <p:cNvPr id="9" name="Text Placeholder 2">
                <a:extLst>
                  <a:ext uri="{FF2B5EF4-FFF2-40B4-BE49-F238E27FC236}">
                    <a16:creationId xmlns:a16="http://schemas.microsoft.com/office/drawing/2014/main" id="{0C5DCC94-43A3-2E02-4C0D-288E5EBEFCF8}"/>
                  </a:ext>
                </a:extLst>
              </p:cNvPr>
              <p:cNvSpPr txBox="1">
                <a:spLocks noRot="1" noChangeAspect="1" noMove="1" noResize="1" noEditPoints="1" noAdjustHandles="1" noChangeArrowheads="1" noChangeShapeType="1" noTextEdit="1"/>
              </p:cNvSpPr>
              <p:nvPr/>
            </p:nvSpPr>
            <p:spPr>
              <a:xfrm>
                <a:off x="777240" y="1602377"/>
                <a:ext cx="10918371" cy="1645920"/>
              </a:xfrm>
              <a:prstGeom prst="rect">
                <a:avLst/>
              </a:prstGeom>
              <a:blipFill>
                <a:blip r:embed="rId3"/>
                <a:stretch>
                  <a:fillRect l="-1173" t="-4074" r="-1061" b="-4815"/>
                </a:stretch>
              </a:blipFill>
            </p:spPr>
            <p:txBody>
              <a:bodyPr/>
              <a:lstStyle/>
              <a:p>
                <a:r>
                  <a:rPr lang="en-US">
                    <a:noFill/>
                  </a:rPr>
                  <a:t> </a:t>
                </a:r>
              </a:p>
            </p:txBody>
          </p:sp>
        </mc:Fallback>
      </mc:AlternateContent>
      <p:pic>
        <p:nvPicPr>
          <p:cNvPr id="2" name="Picture 1" descr="A graph of line f of x = x on the coordinate plane. The line rises from left to right through the points from the table, including the points (0, 0) and (2, 2).">
            <a:extLst>
              <a:ext uri="{FF2B5EF4-FFF2-40B4-BE49-F238E27FC236}">
                <a16:creationId xmlns:a16="http://schemas.microsoft.com/office/drawing/2014/main" id="{5CB7F967-BEAD-D416-FC4A-7861DD494CCB}"/>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82893" y="3248297"/>
            <a:ext cx="3256689" cy="3248687"/>
          </a:xfrm>
          <a:prstGeom prst="rect">
            <a:avLst/>
          </a:prstGeom>
        </p:spPr>
      </p:pic>
      <p:graphicFrame>
        <p:nvGraphicFramePr>
          <p:cNvPr id="5" name="Table 4">
            <a:extLst>
              <a:ext uri="{FF2B5EF4-FFF2-40B4-BE49-F238E27FC236}">
                <a16:creationId xmlns:a16="http://schemas.microsoft.com/office/drawing/2014/main" id="{F5B3E666-6A49-A8E3-7F2F-178AC50F35DE}"/>
              </a:ext>
            </a:extLst>
          </p:cNvPr>
          <p:cNvGraphicFramePr>
            <a:graphicFrameLocks noGrp="1"/>
          </p:cNvGraphicFramePr>
          <p:nvPr>
            <p:extLst>
              <p:ext uri="{D42A27DB-BD31-4B8C-83A1-F6EECF244321}">
                <p14:modId xmlns:p14="http://schemas.microsoft.com/office/powerpoint/2010/main" val="218983121"/>
              </p:ext>
            </p:extLst>
          </p:nvPr>
        </p:nvGraphicFramePr>
        <p:xfrm>
          <a:off x="5780733" y="3484702"/>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F155E92F-80D0-15E4-DC40-C50F206C0A64}"/>
              </a:ext>
            </a:extLst>
          </p:cNvPr>
          <p:cNvGraphicFramePr>
            <a:graphicFrameLocks noGrp="1"/>
          </p:cNvGraphicFramePr>
          <p:nvPr>
            <p:extLst>
              <p:ext uri="{D42A27DB-BD31-4B8C-83A1-F6EECF244321}">
                <p14:modId xmlns:p14="http://schemas.microsoft.com/office/powerpoint/2010/main" val="315734030"/>
              </p:ext>
            </p:extLst>
          </p:nvPr>
        </p:nvGraphicFramePr>
        <p:xfrm>
          <a:off x="5780733" y="4123989"/>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7" name="Table 6">
            <a:extLst>
              <a:ext uri="{FF2B5EF4-FFF2-40B4-BE49-F238E27FC236}">
                <a16:creationId xmlns:a16="http://schemas.microsoft.com/office/drawing/2014/main" id="{8E8F4CF8-D436-4C2A-354D-993BAE565360}"/>
              </a:ext>
            </a:extLst>
          </p:cNvPr>
          <p:cNvGraphicFramePr>
            <a:graphicFrameLocks noGrp="1"/>
          </p:cNvGraphicFramePr>
          <p:nvPr>
            <p:extLst>
              <p:ext uri="{D42A27DB-BD31-4B8C-83A1-F6EECF244321}">
                <p14:modId xmlns:p14="http://schemas.microsoft.com/office/powerpoint/2010/main" val="306911311"/>
              </p:ext>
            </p:extLst>
          </p:nvPr>
        </p:nvGraphicFramePr>
        <p:xfrm>
          <a:off x="7465319" y="3484702"/>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0" name="Table 9">
            <a:extLst>
              <a:ext uri="{FF2B5EF4-FFF2-40B4-BE49-F238E27FC236}">
                <a16:creationId xmlns:a16="http://schemas.microsoft.com/office/drawing/2014/main" id="{F8CAAED0-5B8B-407F-DFED-B19E7F5F9D42}"/>
              </a:ext>
            </a:extLst>
          </p:cNvPr>
          <p:cNvGraphicFramePr>
            <a:graphicFrameLocks noGrp="1"/>
          </p:cNvGraphicFramePr>
          <p:nvPr>
            <p:extLst>
              <p:ext uri="{D42A27DB-BD31-4B8C-83A1-F6EECF244321}">
                <p14:modId xmlns:p14="http://schemas.microsoft.com/office/powerpoint/2010/main" val="2005368622"/>
              </p:ext>
            </p:extLst>
          </p:nvPr>
        </p:nvGraphicFramePr>
        <p:xfrm>
          <a:off x="7465319" y="4123989"/>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1" name="Answer 11"/>
          <p:cNvSpPr txBox="1"/>
          <p:nvPr/>
        </p:nvSpPr>
        <p:spPr>
          <a:xfrm>
            <a:off x="8204200" y="44894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2" name="Answer 12"/>
          <p:cNvSpPr txBox="1"/>
          <p:nvPr/>
        </p:nvSpPr>
        <p:spPr>
          <a:xfrm>
            <a:off x="8204200" y="4857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3" name="Answer 13"/>
          <p:cNvSpPr txBox="1"/>
          <p:nvPr/>
        </p:nvSpPr>
        <p:spPr>
          <a:xfrm>
            <a:off x="8204200" y="5226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4" name="Answer 14"/>
          <p:cNvSpPr txBox="1"/>
          <p:nvPr/>
        </p:nvSpPr>
        <p:spPr>
          <a:xfrm>
            <a:off x="8204200" y="5594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4/5</a:t>
            </a:r>
          </a:p>
        </p:txBody>
      </p:sp>
      <p:sp>
        <p:nvSpPr>
          <p:cNvPr id="15" name="Answer 15"/>
          <p:cNvSpPr txBox="1"/>
          <p:nvPr/>
        </p:nvSpPr>
        <p:spPr>
          <a:xfrm>
            <a:off x="8204200" y="5962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8/5</a:t>
            </a:r>
          </a:p>
        </p:txBody>
      </p:sp>
      <p:sp>
        <p:nvSpPr>
          <p:cNvPr id="16" name="Answer 16"/>
          <p:cNvSpPr txBox="1"/>
          <p:nvPr/>
        </p:nvSpPr>
        <p:spPr>
          <a:xfrm>
            <a:off x="9080500" y="448945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(5, 4)</a:t>
            </a:r>
          </a:p>
        </p:txBody>
      </p:sp>
    </p:spTree>
    <p:extLst>
      <p:ext uri="{BB962C8B-B14F-4D97-AF65-F5344CB8AC3E}">
        <p14:creationId xmlns:p14="http://schemas.microsoft.com/office/powerpoint/2010/main" val="1579904877"/>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173D6F-04C4-6917-45CE-1F46B515238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651412E-2B99-AA50-6CCE-814DA69E5B62}"/>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(5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A314ECAC-A242-ABFB-4DF0-22E0A461AA70}"/>
                  </a:ext>
                </a:extLst>
              </p:cNvPr>
              <p:cNvSpPr txBox="1">
                <a:spLocks/>
              </p:cNvSpPr>
              <p:nvPr/>
            </p:nvSpPr>
            <p:spPr>
              <a:xfrm>
                <a:off x="777240" y="1602376"/>
                <a:ext cx="10361022" cy="113774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lgn="l">
                  <a:lnSpc>
                    <a:spcPts val="4000"/>
                  </a:lnSpc>
                  <a:spcBef>
                    <a:spcPts val="0"/>
                  </a:spcBef>
                  <a:buFont typeface="+mj-lt"/>
                  <a:buAutoNum type="alphaLcPeriod" startAt="2"/>
                </a:pPr>
                <a:r>
                  <a:rPr lang="en-US" sz="2800" dirty="0">
                    <a:solidFill>
                      <a:srgbClr val="000000"/>
                    </a:solidFill>
                  </a:rPr>
                  <a:t>Sketch the graph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if the input values of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5</m:t>
                        </m:r>
                      </m:num>
                      <m:den>
                        <m:r>
                          <a:rPr lang="en-US" sz="2800" b="0" i="1" smtClean="0">
                            <a:solidFill>
                              <a:srgbClr val="000000"/>
                            </a:solidFill>
                            <a:latin typeface="Cambria Math" panose="02040503050406030204" pitchFamily="18" charset="0"/>
                          </a:rPr>
                          <m:t>4</m:t>
                        </m:r>
                      </m:den>
                    </m:f>
                  </m:oMath>
                </a14:m>
                <a:r>
                  <a:rPr lang="en-US" sz="2800" dirty="0">
                    <a:solidFill>
                      <a:srgbClr val="000000"/>
                    </a:solidFill>
                  </a:rPr>
                  <a:t>. Complete the table of corresponding points on </a:t>
                </a:r>
                <a:r>
                  <a:rPr lang="en-US" sz="2800" i="1" dirty="0">
                    <a:solidFill>
                      <a:srgbClr val="000000"/>
                    </a:solidFill>
                  </a:rPr>
                  <a:t>d</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mc:Choice>
        <mc:Fallback xmlns="">
          <p:sp>
            <p:nvSpPr>
              <p:cNvPr id="9" name="Text Placeholder 2">
                <a:extLst>
                  <a:ext uri="{FF2B5EF4-FFF2-40B4-BE49-F238E27FC236}">
                    <a16:creationId xmlns:a16="http://schemas.microsoft.com/office/drawing/2014/main" id="{A314ECAC-A242-ABFB-4DF0-22E0A461AA70}"/>
                  </a:ext>
                </a:extLst>
              </p:cNvPr>
              <p:cNvSpPr txBox="1">
                <a:spLocks noRot="1" noChangeAspect="1" noMove="1" noResize="1" noEditPoints="1" noAdjustHandles="1" noChangeArrowheads="1" noChangeShapeType="1" noTextEdit="1"/>
              </p:cNvSpPr>
              <p:nvPr/>
            </p:nvSpPr>
            <p:spPr>
              <a:xfrm>
                <a:off x="777240" y="1602376"/>
                <a:ext cx="10361022" cy="1137743"/>
              </a:xfrm>
              <a:prstGeom prst="rect">
                <a:avLst/>
              </a:prstGeom>
              <a:blipFill>
                <a:blip r:embed="rId3"/>
                <a:stretch>
                  <a:fillRect l="-1236" t="-1613" r="-59" b="-8065"/>
                </a:stretch>
              </a:blipFill>
            </p:spPr>
            <p:txBody>
              <a:bodyPr/>
              <a:lstStyle/>
              <a:p>
                <a:r>
                  <a:rPr lang="en-US">
                    <a:noFill/>
                  </a:rPr>
                  <a:t> </a:t>
                </a:r>
              </a:p>
            </p:txBody>
          </p:sp>
        </mc:Fallback>
      </mc:AlternateContent>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02127F41-1BD0-834A-77F8-E64A63268870}"/>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1174185" y="2945278"/>
            <a:ext cx="3256689" cy="3248687"/>
          </a:xfrm>
          <a:prstGeom prst="rect">
            <a:avLst/>
          </a:prstGeom>
        </p:spPr>
      </p:pic>
      <p:graphicFrame>
        <p:nvGraphicFramePr>
          <p:cNvPr id="6" name="Table 5">
            <a:extLst>
              <a:ext uri="{FF2B5EF4-FFF2-40B4-BE49-F238E27FC236}">
                <a16:creationId xmlns:a16="http://schemas.microsoft.com/office/drawing/2014/main" id="{B720DFE9-EB1A-3A32-7C30-9929575C46CD}"/>
              </a:ext>
            </a:extLst>
          </p:cNvPr>
          <p:cNvGraphicFramePr>
            <a:graphicFrameLocks noGrp="1"/>
          </p:cNvGraphicFramePr>
          <p:nvPr>
            <p:extLst>
              <p:ext uri="{D42A27DB-BD31-4B8C-83A1-F6EECF244321}">
                <p14:modId xmlns:p14="http://schemas.microsoft.com/office/powerpoint/2010/main" val="1690812873"/>
              </p:ext>
            </p:extLst>
          </p:nvPr>
        </p:nvGraphicFramePr>
        <p:xfrm>
          <a:off x="5772025" y="3181683"/>
          <a:ext cx="1365806" cy="640080"/>
        </p:xfrm>
        <a:graphic>
          <a:graphicData uri="http://schemas.openxmlformats.org/drawingml/2006/table">
            <a:tbl>
              <a:tblPr firstRow="1" bandRow="1"/>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FEA3B201-6AE3-542E-7CC4-2D6180D3F821}"/>
              </a:ext>
            </a:extLst>
          </p:cNvPr>
          <p:cNvGraphicFramePr>
            <a:graphicFrameLocks noGrp="1"/>
          </p:cNvGraphicFramePr>
          <p:nvPr>
            <p:extLst>
              <p:ext uri="{D42A27DB-BD31-4B8C-83A1-F6EECF244321}">
                <p14:modId xmlns:p14="http://schemas.microsoft.com/office/powerpoint/2010/main" val="1907949420"/>
              </p:ext>
            </p:extLst>
          </p:nvPr>
        </p:nvGraphicFramePr>
        <p:xfrm>
          <a:off x="5772025" y="3820970"/>
          <a:ext cx="1365806" cy="2225040"/>
        </p:xfrm>
        <a:graphic>
          <a:graphicData uri="http://schemas.openxmlformats.org/drawingml/2006/table">
            <a:tbl>
              <a:tblPr firstRow="1" bandRow="1"/>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0" name="Table 9">
            <a:extLst>
              <a:ext uri="{FF2B5EF4-FFF2-40B4-BE49-F238E27FC236}">
                <a16:creationId xmlns:a16="http://schemas.microsoft.com/office/drawing/2014/main" id="{126D3301-05A8-642A-399F-89A3F2E879D7}"/>
              </a:ext>
            </a:extLst>
          </p:cNvPr>
          <p:cNvGraphicFramePr>
            <a:graphicFrameLocks noGrp="1"/>
          </p:cNvGraphicFramePr>
          <p:nvPr>
            <p:extLst>
              <p:ext uri="{D42A27DB-BD31-4B8C-83A1-F6EECF244321}">
                <p14:modId xmlns:p14="http://schemas.microsoft.com/office/powerpoint/2010/main" val="4221220400"/>
              </p:ext>
            </p:extLst>
          </p:nvPr>
        </p:nvGraphicFramePr>
        <p:xfrm>
          <a:off x="7456611" y="3181683"/>
          <a:ext cx="1468284" cy="640080"/>
        </p:xfrm>
        <a:graphic>
          <a:graphicData uri="http://schemas.openxmlformats.org/drawingml/2006/table">
            <a:tbl>
              <a:tblPr firstRow="1" bandRow="1"/>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11" name="Table 10">
            <a:extLst>
              <a:ext uri="{FF2B5EF4-FFF2-40B4-BE49-F238E27FC236}">
                <a16:creationId xmlns:a16="http://schemas.microsoft.com/office/drawing/2014/main" id="{C89BC291-9E4A-2268-B7A5-55A56ECDAD71}"/>
              </a:ext>
            </a:extLst>
          </p:cNvPr>
          <p:cNvGraphicFramePr>
            <a:graphicFrameLocks noGrp="1"/>
          </p:cNvGraphicFramePr>
          <p:nvPr>
            <p:extLst>
              <p:ext uri="{D42A27DB-BD31-4B8C-83A1-F6EECF244321}">
                <p14:modId xmlns:p14="http://schemas.microsoft.com/office/powerpoint/2010/main" val="3450931126"/>
              </p:ext>
            </p:extLst>
          </p:nvPr>
        </p:nvGraphicFramePr>
        <p:xfrm>
          <a:off x="7456611" y="3820970"/>
          <a:ext cx="1468284" cy="2225040"/>
        </p:xfrm>
        <a:graphic>
          <a:graphicData uri="http://schemas.openxmlformats.org/drawingml/2006/table">
            <a:tbl>
              <a:tblPr firstRow="1" bandRow="1"/>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sp>
        <p:nvSpPr>
          <p:cNvPr id="12" name="Answer 12"/>
          <p:cNvSpPr txBox="1"/>
          <p:nvPr/>
        </p:nvSpPr>
        <p:spPr>
          <a:xfrm>
            <a:off x="7454900" y="41910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3" name="Answer 13"/>
          <p:cNvSpPr txBox="1"/>
          <p:nvPr/>
        </p:nvSpPr>
        <p:spPr>
          <a:xfrm>
            <a:off x="7454900" y="45593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4" name="Answer 14"/>
          <p:cNvSpPr txBox="1"/>
          <p:nvPr/>
        </p:nvSpPr>
        <p:spPr>
          <a:xfrm>
            <a:off x="74549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5" name="Answer 15"/>
          <p:cNvSpPr txBox="1"/>
          <p:nvPr/>
        </p:nvSpPr>
        <p:spPr>
          <a:xfrm>
            <a:off x="74549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5/4</a:t>
            </a:r>
          </a:p>
        </p:txBody>
      </p:sp>
      <p:sp>
        <p:nvSpPr>
          <p:cNvPr id="16" name="Answer 16"/>
          <p:cNvSpPr txBox="1"/>
          <p:nvPr/>
        </p:nvSpPr>
        <p:spPr>
          <a:xfrm>
            <a:off x="74549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5/2</a:t>
            </a:r>
          </a:p>
        </p:txBody>
      </p:sp>
      <p:sp>
        <p:nvSpPr>
          <p:cNvPr id="17" name="Answer 17"/>
          <p:cNvSpPr txBox="1"/>
          <p:nvPr/>
        </p:nvSpPr>
        <p:spPr>
          <a:xfrm>
            <a:off x="9080500" y="4191000"/>
            <a:ext cx="2921000" cy="952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d(x): through (0, 0) and (5, 4), the same line as c(x)</a:t>
            </a:r>
          </a:p>
        </p:txBody>
      </p:sp>
    </p:spTree>
    <p:extLst>
      <p:ext uri="{BB962C8B-B14F-4D97-AF65-F5344CB8AC3E}">
        <p14:creationId xmlns:p14="http://schemas.microsoft.com/office/powerpoint/2010/main" val="2120338304"/>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0D740-3E24-BB97-0D3D-31DCACB548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7BE6645-7386-D715-CA29-CD1A060638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(6 of 13)</a:t>
            </a:r>
          </a:p>
        </p:txBody>
      </p:sp>
      <p:sp>
        <p:nvSpPr>
          <p:cNvPr id="2" name="Text Placeholder 2">
            <a:extLst>
              <a:ext uri="{FF2B5EF4-FFF2-40B4-BE49-F238E27FC236}">
                <a16:creationId xmlns:a16="http://schemas.microsoft.com/office/drawing/2014/main" id="{85E9448E-3761-429E-57DC-DB3FA6ACED29}"/>
              </a:ext>
            </a:extLst>
          </p:cNvPr>
          <p:cNvSpPr txBox="1">
            <a:spLocks/>
          </p:cNvSpPr>
          <p:nvPr/>
        </p:nvSpPr>
        <p:spPr>
          <a:xfrm>
            <a:off x="777241" y="1602378"/>
            <a:ext cx="9864634" cy="97006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9112" lvl="1" indent="-514350">
              <a:spcBef>
                <a:spcPts val="0"/>
              </a:spcBef>
              <a:buFont typeface="+mj-lt"/>
              <a:buAutoNum type="alphaLcPeriod" startAt="3"/>
            </a:pPr>
            <a:r>
              <a:rPr lang="en-US" dirty="0">
                <a:solidFill>
                  <a:srgbClr val="000000"/>
                </a:solidFill>
              </a:rPr>
              <a:t>Compare the graphs and tables of values for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d</a:t>
            </a:r>
            <a:r>
              <a:rPr lang="en-US" dirty="0">
                <a:solidFill>
                  <a:srgbClr val="000000"/>
                </a:solidFill>
              </a:rPr>
              <a:t>(</a:t>
            </a:r>
            <a:r>
              <a:rPr lang="en-US" i="1" dirty="0">
                <a:solidFill>
                  <a:srgbClr val="000000"/>
                </a:solidFill>
              </a:rPr>
              <a:t>x</a:t>
            </a:r>
            <a:r>
              <a:rPr lang="en-US" dirty="0">
                <a:solidFill>
                  <a:srgbClr val="000000"/>
                </a:solidFill>
              </a:rPr>
              <a:t>). What do you notice?</a:t>
            </a:r>
          </a:p>
        </p:txBody>
      </p:sp>
      <p:sp>
        <p:nvSpPr>
          <p:cNvPr id="5" name="Answer 5"/>
          <p:cNvSpPr txBox="1"/>
          <p:nvPr/>
        </p:nvSpPr>
        <p:spPr>
          <a:xfrm>
            <a:off x="774700" y="2413000"/>
            <a:ext cx="107950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of c(x) and d(x) are the same line, y = (4/5)x, but their tables of values are different.</a:t>
            </a:r>
          </a:p>
        </p:txBody>
      </p:sp>
    </p:spTree>
    <p:extLst>
      <p:ext uri="{BB962C8B-B14F-4D97-AF65-F5344CB8AC3E}">
        <p14:creationId xmlns:p14="http://schemas.microsoft.com/office/powerpoint/2010/main" val="356555109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7495-09FD-B6B7-D45B-242C143BE6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20785A-14E7-5D85-BA3B-D2293521A01C}"/>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(7 of 13)</a:t>
            </a:r>
          </a:p>
        </p:txBody>
      </p:sp>
      <p:sp>
        <p:nvSpPr>
          <p:cNvPr id="9" name="Text Placeholder 2">
            <a:extLst>
              <a:ext uri="{FF2B5EF4-FFF2-40B4-BE49-F238E27FC236}">
                <a16:creationId xmlns:a16="http://schemas.microsoft.com/office/drawing/2014/main" id="{8817AB70-0D9B-5221-E51E-31C2B7DA0AF1}"/>
              </a:ext>
            </a:extLst>
          </p:cNvPr>
          <p:cNvSpPr txBox="1">
            <a:spLocks/>
          </p:cNvSpPr>
          <p:nvPr/>
        </p:nvSpPr>
        <p:spPr>
          <a:xfrm>
            <a:off x="777240" y="1602377"/>
            <a:ext cx="9890760" cy="423318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514350" indent="-514350">
              <a:spcBef>
                <a:spcPts val="0"/>
              </a:spcBef>
              <a:buFont typeface="+mj-lt"/>
              <a:buAutoNum type="alphaLcPeriod" startAt="4"/>
            </a:pPr>
            <a:r>
              <a:rPr lang="en-US" sz="2800" dirty="0">
                <a:solidFill>
                  <a:srgbClr val="000000"/>
                </a:solidFill>
              </a:rPr>
              <a:t>Based on your observations, changing the output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input values by what factor?</a:t>
            </a:r>
            <a:br>
              <a:rPr lang="en-US" sz="2800" dirty="0">
                <a:solidFill>
                  <a:srgbClr val="000000"/>
                </a:solidFill>
              </a:rPr>
            </a:br>
            <a:br>
              <a:rPr lang="en-US" sz="2800" dirty="0">
                <a:solidFill>
                  <a:srgbClr val="000000"/>
                </a:solidFill>
              </a:rPr>
            </a:br>
            <a:endParaRPr lang="en-US" sz="2800" dirty="0">
              <a:solidFill>
                <a:srgbClr val="000000"/>
              </a:solidFill>
            </a:endParaRPr>
          </a:p>
          <a:p>
            <a:pPr marL="514350" indent="-514350">
              <a:spcBef>
                <a:spcPts val="0"/>
              </a:spcBef>
              <a:buFont typeface="+mj-lt"/>
              <a:buAutoNum type="alphaLcPeriod" startAt="4"/>
            </a:pPr>
            <a:r>
              <a:rPr lang="en-US" sz="2800" dirty="0">
                <a:solidFill>
                  <a:srgbClr val="000000"/>
                </a:solidFill>
              </a:rPr>
              <a:t>Based on your observations, changing the input values of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by a factor of </a:t>
            </a:r>
            <a:r>
              <a:rPr lang="en-US" sz="2800" i="1" dirty="0">
                <a:solidFill>
                  <a:srgbClr val="000000"/>
                </a:solidFill>
              </a:rPr>
              <a:t>n</a:t>
            </a:r>
            <a:r>
              <a:rPr lang="en-US" sz="2800" dirty="0">
                <a:solidFill>
                  <a:srgbClr val="000000"/>
                </a:solidFill>
              </a:rPr>
              <a:t> units is equivalent to changing the output values by what factor?</a:t>
            </a:r>
          </a:p>
        </p:txBody>
      </p:sp>
      <p:sp>
        <p:nvSpPr>
          <p:cNvPr id="10" name="Answer 10"/>
          <p:cNvSpPr txBox="1"/>
          <p:nvPr/>
        </p:nvSpPr>
        <p:spPr>
          <a:xfrm>
            <a:off x="774700" y="2794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factor of 1/n.</a:t>
            </a:r>
          </a:p>
        </p:txBody>
      </p:sp>
      <p:sp>
        <p:nvSpPr>
          <p:cNvPr id="11" name="Answer 11"/>
          <p:cNvSpPr txBox="1"/>
          <p:nvPr/>
        </p:nvSpPr>
        <p:spPr>
          <a:xfrm>
            <a:off x="774700" y="4318000"/>
            <a:ext cx="10795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 factor of 1/n.</a:t>
            </a:r>
          </a:p>
        </p:txBody>
      </p:sp>
    </p:spTree>
    <p:extLst>
      <p:ext uri="{BB962C8B-B14F-4D97-AF65-F5344CB8AC3E}">
        <p14:creationId xmlns:p14="http://schemas.microsoft.com/office/powerpoint/2010/main" val="135312147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D34616-6F0A-B85F-CA50-7E6DB89DFC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D605A60-E7CE-196B-8E7A-8E1C03AB81A9}"/>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(8 of 13)</a:t>
            </a:r>
          </a:p>
        </p:txBody>
      </p:sp>
      <p:sp>
        <p:nvSpPr>
          <p:cNvPr id="9" name="Text Placeholder 2">
            <a:extLst>
              <a:ext uri="{FF2B5EF4-FFF2-40B4-BE49-F238E27FC236}">
                <a16:creationId xmlns:a16="http://schemas.microsoft.com/office/drawing/2014/main" id="{F857E01C-A721-FF1A-B36B-73F6B65115A7}"/>
              </a:ext>
            </a:extLst>
          </p:cNvPr>
          <p:cNvSpPr txBox="1">
            <a:spLocks/>
          </p:cNvSpPr>
          <p:nvPr/>
        </p:nvSpPr>
        <p:spPr>
          <a:xfrm>
            <a:off x="777240" y="1593669"/>
            <a:ext cx="10839994" cy="2751908"/>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err="1">
                <a:solidFill>
                  <a:srgbClr val="000000"/>
                </a:solidFill>
              </a:rPr>
              <a:t>af</a:t>
            </a:r>
            <a:r>
              <a:rPr lang="en-US" sz="2800" dirty="0">
                <a:solidFill>
                  <a:srgbClr val="000000"/>
                </a:solidFill>
              </a:rPr>
              <a:t>(</a:t>
            </a:r>
            <a:r>
              <a:rPr lang="en-US" sz="2800" i="1" dirty="0">
                <a:solidFill>
                  <a:srgbClr val="000000"/>
                </a:solidFill>
              </a:rPr>
              <a:t>x</a:t>
            </a:r>
            <a:r>
              <a:rPr lang="en-US" sz="2800" dirty="0">
                <a:solidFill>
                  <a:srgbClr val="000000"/>
                </a:solidFill>
              </a:rPr>
              <a:t>) affects the output values, or </a:t>
            </a:r>
            <a:r>
              <a:rPr lang="en-US" sz="2800" i="1" dirty="0">
                <a:solidFill>
                  <a:srgbClr val="000000"/>
                </a:solidFill>
              </a:rPr>
              <a:t>y</a:t>
            </a:r>
            <a:r>
              <a:rPr lang="en-US" sz="2800" dirty="0">
                <a:solidFill>
                  <a:srgbClr val="000000"/>
                </a:solidFill>
              </a:rPr>
              <a:t>-values, of the function. For |</a:t>
            </a:r>
            <a:r>
              <a:rPr lang="en-US" sz="2800" i="1" dirty="0">
                <a:solidFill>
                  <a:srgbClr val="000000"/>
                </a:solidFill>
              </a:rPr>
              <a:t>a</a:t>
            </a:r>
            <a:r>
              <a:rPr lang="en-US" sz="2800" dirty="0">
                <a:solidFill>
                  <a:srgbClr val="000000"/>
                </a:solidFill>
              </a:rPr>
              <a:t>| &gt; 1, the resulting graph vertically stretches by a factor of </a:t>
            </a:r>
            <a:r>
              <a:rPr lang="en-US" sz="2800" i="1" dirty="0">
                <a:solidFill>
                  <a:srgbClr val="000000"/>
                </a:solidFill>
              </a:rPr>
              <a:t>a</a:t>
            </a:r>
            <a:r>
              <a:rPr lang="en-US" sz="2800" dirty="0">
                <a:solidFill>
                  <a:srgbClr val="000000"/>
                </a:solidFill>
              </a:rPr>
              <a:t> units. For 0 &lt; |</a:t>
            </a:r>
            <a:r>
              <a:rPr lang="en-US" sz="2800" i="1" dirty="0">
                <a:solidFill>
                  <a:srgbClr val="000000"/>
                </a:solidFill>
              </a:rPr>
              <a:t>a</a:t>
            </a:r>
            <a:r>
              <a:rPr lang="en-US" sz="2800" dirty="0">
                <a:solidFill>
                  <a:srgbClr val="000000"/>
                </a:solidFill>
              </a:rPr>
              <a:t>| &lt; 1, the resulting graph vertically compresses by a factor of </a:t>
            </a:r>
            <a:r>
              <a:rPr lang="en-US" sz="2800" i="1" dirty="0">
                <a:solidFill>
                  <a:srgbClr val="000000"/>
                </a:solidFill>
              </a:rPr>
              <a:t>a</a:t>
            </a:r>
            <a:r>
              <a:rPr lang="en-US" sz="2800" dirty="0">
                <a:solidFill>
                  <a:srgbClr val="000000"/>
                </a:solidFill>
              </a:rPr>
              <a:t> units. For </a:t>
            </a:r>
            <a:r>
              <a:rPr lang="en-US" sz="2800" i="1" dirty="0">
                <a:solidFill>
                  <a:srgbClr val="000000"/>
                </a:solidFill>
              </a:rPr>
              <a:t>a</a:t>
            </a:r>
            <a:r>
              <a:rPr lang="en-US" sz="2800" dirty="0">
                <a:solidFill>
                  <a:srgbClr val="000000"/>
                </a:solidFill>
              </a:rPr>
              <a:t> &lt; 0, the resulting graph reflects across the </a:t>
            </a:r>
            <a:r>
              <a:rPr lang="en-US" sz="2800" i="1" dirty="0">
                <a:solidFill>
                  <a:srgbClr val="000000"/>
                </a:solidFill>
              </a:rPr>
              <a:t>x</a:t>
            </a:r>
            <a:r>
              <a:rPr lang="en-US" sz="2800" dirty="0">
                <a:solidFill>
                  <a:srgbClr val="000000"/>
                </a:solidFill>
              </a:rPr>
              <a:t>-axis.</a:t>
            </a:r>
          </a:p>
        </p:txBody>
      </p:sp>
    </p:spTree>
    <p:extLst>
      <p:ext uri="{BB962C8B-B14F-4D97-AF65-F5344CB8AC3E}">
        <p14:creationId xmlns:p14="http://schemas.microsoft.com/office/powerpoint/2010/main" val="67261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7797D0-9082-E90C-EDD4-9306A7233E3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157719-992D-0BFD-FD67-D0294086A3B1}"/>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(9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AA3AFFE-E602-3DF4-059F-F85BC3CD9A91}"/>
                  </a:ext>
                </a:extLst>
              </p:cNvPr>
              <p:cNvSpPr txBox="1">
                <a:spLocks/>
              </p:cNvSpPr>
              <p:nvPr/>
            </p:nvSpPr>
            <p:spPr>
              <a:xfrm>
                <a:off x="777240" y="1611085"/>
                <a:ext cx="10839994" cy="3666309"/>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the transformed function </a:t>
                </a:r>
                <a:r>
                  <a:rPr lang="en-US" sz="2800" i="1" dirty="0">
                    <a:solidFill>
                      <a:srgbClr val="000000"/>
                    </a:solidFill>
                  </a:rPr>
                  <a:t>y</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bx</a:t>
                </a:r>
                <a:r>
                  <a:rPr lang="en-US" sz="2800" dirty="0">
                    <a:solidFill>
                      <a:srgbClr val="000000"/>
                    </a:solidFill>
                  </a:rPr>
                  <a:t>) affects the input values, or </a:t>
                </a:r>
                <a:r>
                  <a:rPr lang="en-US" sz="2800" i="1" dirty="0">
                    <a:solidFill>
                      <a:srgbClr val="000000"/>
                    </a:solidFill>
                  </a:rPr>
                  <a:t>x</a:t>
                </a:r>
                <a:r>
                  <a:rPr lang="en-US" sz="2800" dirty="0">
                    <a:solidFill>
                      <a:srgbClr val="000000"/>
                    </a:solidFill>
                  </a:rPr>
                  <a:t>-values, of the function. For |</a:t>
                </a:r>
                <a:r>
                  <a:rPr lang="en-US" sz="2800" i="1" dirty="0">
                    <a:solidFill>
                      <a:srgbClr val="000000"/>
                    </a:solidFill>
                  </a:rPr>
                  <a:t>b</a:t>
                </a:r>
                <a:r>
                  <a:rPr lang="en-US" sz="2800" dirty="0">
                    <a:solidFill>
                      <a:srgbClr val="000000"/>
                    </a:solidFill>
                  </a:rPr>
                  <a:t>| &gt; 1, the resulting graph horizontally compresses by a factor of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d>
                          <m:dPr>
                            <m:begChr m:val="|"/>
                            <m:endChr m:val="|"/>
                            <m:ctrlPr>
                              <a:rPr lang="en-US" sz="2800" i="1" smtClean="0">
                                <a:solidFill>
                                  <a:srgbClr val="000000"/>
                                </a:solidFill>
                                <a:latin typeface="Cambria Math" panose="02040503050406030204" pitchFamily="18" charset="0"/>
                              </a:rPr>
                            </m:ctrlPr>
                          </m:dPr>
                          <m:e>
                            <m:r>
                              <a:rPr lang="en-US" sz="2800" b="0" i="1" smtClean="0">
                                <a:solidFill>
                                  <a:srgbClr val="000000"/>
                                </a:solidFill>
                                <a:latin typeface="Cambria Math" panose="02040503050406030204" pitchFamily="18" charset="0"/>
                              </a:rPr>
                              <m:t>𝑏</m:t>
                            </m:r>
                          </m:e>
                        </m:d>
                      </m:den>
                    </m:f>
                  </m:oMath>
                </a14:m>
                <a:r>
                  <a:rPr lang="en-US" sz="2800" dirty="0">
                    <a:solidFill>
                      <a:srgbClr val="000000"/>
                    </a:solidFill>
                  </a:rPr>
                  <a:t> units. For 0 &lt; |</a:t>
                </a:r>
                <a:r>
                  <a:rPr lang="en-US" sz="2800" i="1" dirty="0">
                    <a:solidFill>
                      <a:srgbClr val="000000"/>
                    </a:solidFill>
                  </a:rPr>
                  <a:t>b</a:t>
                </a:r>
                <a:r>
                  <a:rPr lang="en-US" sz="2800" dirty="0">
                    <a:solidFill>
                      <a:srgbClr val="000000"/>
                    </a:solidFill>
                  </a:rPr>
                  <a:t>| &lt; 1, the resulting graph horizontally stretches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d>
                          <m:dPr>
                            <m:begChr m:val="|"/>
                            <m:endChr m:val="|"/>
                            <m:ctrlPr>
                              <a:rPr lang="en-US" sz="2800" i="1">
                                <a:solidFill>
                                  <a:srgbClr val="000000"/>
                                </a:solidFill>
                                <a:latin typeface="Cambria Math" panose="02040503050406030204" pitchFamily="18" charset="0"/>
                              </a:rPr>
                            </m:ctrlPr>
                          </m:dPr>
                          <m:e>
                            <m:r>
                              <a:rPr lang="en-US" sz="2800" i="1">
                                <a:solidFill>
                                  <a:srgbClr val="000000"/>
                                </a:solidFill>
                                <a:latin typeface="Cambria Math" panose="02040503050406030204" pitchFamily="18" charset="0"/>
                              </a:rPr>
                              <m:t>𝑏</m:t>
                            </m:r>
                          </m:e>
                        </m:d>
                      </m:den>
                    </m:f>
                  </m:oMath>
                </a14:m>
                <a:r>
                  <a:rPr lang="en-US" sz="2800" dirty="0">
                    <a:solidFill>
                      <a:srgbClr val="000000"/>
                    </a:solidFill>
                  </a:rPr>
                  <a:t> units. For </a:t>
                </a:r>
                <a:r>
                  <a:rPr lang="en-US" sz="2800" i="1" dirty="0">
                    <a:solidFill>
                      <a:srgbClr val="000000"/>
                    </a:solidFill>
                  </a:rPr>
                  <a:t>b</a:t>
                </a:r>
                <a:r>
                  <a:rPr lang="en-US" sz="2800" dirty="0">
                    <a:solidFill>
                      <a:srgbClr val="000000"/>
                    </a:solidFill>
                  </a:rPr>
                  <a:t> &lt; 0, the resulting graph reflects across the </a:t>
                </a:r>
                <a:r>
                  <a:rPr lang="en-US" sz="2800" i="1" dirty="0">
                    <a:solidFill>
                      <a:srgbClr val="000000"/>
                    </a:solidFill>
                  </a:rPr>
                  <a:t>y</a:t>
                </a:r>
                <a:r>
                  <a:rPr lang="en-US" sz="2800" dirty="0">
                    <a:solidFill>
                      <a:srgbClr val="000000"/>
                    </a:solidFill>
                  </a:rPr>
                  <a:t>-axis.</a:t>
                </a:r>
              </a:p>
            </p:txBody>
          </p:sp>
        </mc:Choice>
        <mc:Fallback xmlns="">
          <p:sp>
            <p:nvSpPr>
              <p:cNvPr id="9" name="Text Placeholder 2">
                <a:extLst>
                  <a:ext uri="{FF2B5EF4-FFF2-40B4-BE49-F238E27FC236}">
                    <a16:creationId xmlns:a16="http://schemas.microsoft.com/office/drawing/2014/main" id="{8AA3AFFE-E602-3DF4-059F-F85BC3CD9A91}"/>
                  </a:ext>
                </a:extLst>
              </p:cNvPr>
              <p:cNvSpPr txBox="1">
                <a:spLocks noRot="1" noChangeAspect="1" noMove="1" noResize="1" noEditPoints="1" noAdjustHandles="1" noChangeArrowheads="1" noChangeShapeType="1" noTextEdit="1"/>
              </p:cNvSpPr>
              <p:nvPr/>
            </p:nvSpPr>
            <p:spPr>
              <a:xfrm>
                <a:off x="777240" y="1611085"/>
                <a:ext cx="10839994" cy="3666309"/>
              </a:xfrm>
              <a:prstGeom prst="rect">
                <a:avLst/>
              </a:prstGeom>
              <a:blipFill>
                <a:blip r:embed="rId3"/>
                <a:stretch>
                  <a:fillRect l="-1181" t="-1495" r="-1350"/>
                </a:stretch>
              </a:blipFill>
            </p:spPr>
            <p:txBody>
              <a:bodyPr/>
              <a:lstStyle/>
              <a:p>
                <a:r>
                  <a:rPr lang="en-US">
                    <a:noFill/>
                  </a:rPr>
                  <a:t> </a:t>
                </a:r>
              </a:p>
            </p:txBody>
          </p:sp>
        </mc:Fallback>
      </mc:AlternateContent>
    </p:spTree>
    <p:extLst>
      <p:ext uri="{BB962C8B-B14F-4D97-AF65-F5344CB8AC3E}">
        <p14:creationId xmlns:p14="http://schemas.microsoft.com/office/powerpoint/2010/main" val="94067585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39EC0-9581-A8B6-D257-28A3B8EA03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FAC1008-F435-52EA-D580-C3247835AFEA}"/>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(10 of 13)</a:t>
            </a:r>
          </a:p>
        </p:txBody>
      </p:sp>
      <mc:AlternateContent xmlns:mc="http://schemas.openxmlformats.org/markup-compatibility/2006" xmlns:a14="http://schemas.microsoft.com/office/drawing/2010/main">
        <mc:Choice Requires="a14">
          <p:sp>
            <p:nvSpPr>
              <p:cNvPr id="9" name="Text Placeholder 2">
                <a:extLst>
                  <a:ext uri="{FF2B5EF4-FFF2-40B4-BE49-F238E27FC236}">
                    <a16:creationId xmlns:a16="http://schemas.microsoft.com/office/drawing/2014/main" id="{8B8E0C41-EB8E-D172-56E5-51A4A3029F3C}"/>
                  </a:ext>
                </a:extLst>
              </p:cNvPr>
              <p:cNvSpPr txBox="1">
                <a:spLocks/>
              </p:cNvSpPr>
              <p:nvPr/>
            </p:nvSpPr>
            <p:spPr>
              <a:xfrm>
                <a:off x="777240" y="1424123"/>
                <a:ext cx="10291354" cy="4848225"/>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You have determined that for the parent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 vertical dilation by a factor of </a:t>
                </a:r>
                <a:r>
                  <a:rPr lang="en-US" sz="2800" i="1" dirty="0">
                    <a:solidFill>
                      <a:srgbClr val="000000"/>
                    </a:solidFill>
                  </a:rPr>
                  <a:t>n</a:t>
                </a:r>
                <a:r>
                  <a:rPr lang="en-US" sz="2800" dirty="0">
                    <a:solidFill>
                      <a:srgbClr val="000000"/>
                    </a:solidFill>
                  </a:rPr>
                  <a:t> units produces the same graph as a horizontal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 In addition, a horizontal dilation by a factor of </a:t>
                </a:r>
                <a:r>
                  <a:rPr lang="en-US" sz="2800" i="1" dirty="0">
                    <a:solidFill>
                      <a:srgbClr val="000000"/>
                    </a:solidFill>
                  </a:rPr>
                  <a:t>n</a:t>
                </a:r>
                <a:r>
                  <a:rPr lang="en-US" sz="2800" dirty="0">
                    <a:solidFill>
                      <a:srgbClr val="000000"/>
                    </a:solidFill>
                  </a:rPr>
                  <a:t> units produces the same graph as a vertical dilation by a factor of </a:t>
                </a:r>
                <a14:m>
                  <m:oMath xmlns:m="http://schemas.openxmlformats.org/officeDocument/2006/math">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𝑛</m:t>
                        </m:r>
                      </m:den>
                    </m:f>
                  </m:oMath>
                </a14:m>
                <a:r>
                  <a:rPr lang="en-US" sz="2800" dirty="0">
                    <a:solidFill>
                      <a:srgbClr val="000000"/>
                    </a:solidFill>
                  </a:rPr>
                  <a:t> ​units.</a:t>
                </a:r>
              </a:p>
            </p:txBody>
          </p:sp>
        </mc:Choice>
        <mc:Fallback xmlns="">
          <p:sp>
            <p:nvSpPr>
              <p:cNvPr id="9" name="Text Placeholder 2">
                <a:extLst>
                  <a:ext uri="{FF2B5EF4-FFF2-40B4-BE49-F238E27FC236}">
                    <a16:creationId xmlns:a16="http://schemas.microsoft.com/office/drawing/2014/main" id="{8B8E0C41-EB8E-D172-56E5-51A4A3029F3C}"/>
                  </a:ext>
                </a:extLst>
              </p:cNvPr>
              <p:cNvSpPr txBox="1">
                <a:spLocks noRot="1" noChangeAspect="1" noMove="1" noResize="1" noEditPoints="1" noAdjustHandles="1" noChangeArrowheads="1" noChangeShapeType="1" noTextEdit="1"/>
              </p:cNvSpPr>
              <p:nvPr/>
            </p:nvSpPr>
            <p:spPr>
              <a:xfrm>
                <a:off x="777240" y="1424123"/>
                <a:ext cx="10291354" cy="4848225"/>
              </a:xfrm>
              <a:prstGeom prst="rect">
                <a:avLst/>
              </a:prstGeom>
              <a:blipFill>
                <a:blip r:embed="rId3"/>
                <a:stretch>
                  <a:fillRect l="-1244" t="-1258" r="-1363"/>
                </a:stretch>
              </a:blipFill>
            </p:spPr>
            <p:txBody>
              <a:bodyPr/>
              <a:lstStyle/>
              <a:p>
                <a:r>
                  <a:rPr lang="en-US">
                    <a:noFill/>
                  </a:rPr>
                  <a:t> </a:t>
                </a:r>
              </a:p>
            </p:txBody>
          </p:sp>
        </mc:Fallback>
      </mc:AlternateContent>
    </p:spTree>
    <p:extLst>
      <p:ext uri="{BB962C8B-B14F-4D97-AF65-F5344CB8AC3E}">
        <p14:creationId xmlns:p14="http://schemas.microsoft.com/office/powerpoint/2010/main" val="7003066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FC48C-9191-7ED6-3540-7C658FDEA73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DA2445-ED6C-8F04-21ED-677350A8EC2B}"/>
              </a:ext>
            </a:extLst>
          </p:cNvPr>
          <p:cNvSpPr>
            <a:spLocks noGrp="1"/>
          </p:cNvSpPr>
          <p:nvPr>
            <p:ph type="title"/>
          </p:nvPr>
        </p:nvSpPr>
        <p:spPr/>
        <p:txBody>
          <a:bodyPr/>
          <a:lstStyle/>
          <a:p>
            <a:pPr algn="l"/>
            <a:r>
              <a:rPr lang="en-US" b="1" dirty="0"/>
              <a:t>Comparing Vertical and Horizontal Dilations </a:t>
            </a:r>
            <a:r>
              <a:rPr lang="en-US" sz="2000" b="1" dirty="0">
                <a:solidFill>
                  <a:schemeClr val="bg1"/>
                </a:solidFill>
              </a:rPr>
              <a:t>(11 of 13)</a:t>
            </a:r>
          </a:p>
        </p:txBody>
      </p:sp>
      <p:sp>
        <p:nvSpPr>
          <p:cNvPr id="9" name="Text Placeholder 2">
            <a:extLst>
              <a:ext uri="{FF2B5EF4-FFF2-40B4-BE49-F238E27FC236}">
                <a16:creationId xmlns:a16="http://schemas.microsoft.com/office/drawing/2014/main" id="{7C331DA5-C2E4-827D-D2B9-E506E10E289C}"/>
              </a:ext>
            </a:extLst>
          </p:cNvPr>
          <p:cNvSpPr txBox="1">
            <a:spLocks/>
          </p:cNvSpPr>
          <p:nvPr/>
        </p:nvSpPr>
        <p:spPr>
          <a:xfrm>
            <a:off x="777240" y="1602377"/>
            <a:ext cx="9899469" cy="1445623"/>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457200" indent="-457200">
              <a:spcBef>
                <a:spcPts val="0"/>
              </a:spcBef>
              <a:buFont typeface="+mj-lt"/>
              <a:buAutoNum type="arabicPeriod" startAt="3"/>
            </a:pPr>
            <a:r>
              <a:rPr lang="en-US" sz="2800" dirty="0">
                <a:solidFill>
                  <a:srgbClr val="000000"/>
                </a:solidFill>
              </a:rPr>
              <a:t>Does this relationship between horizontal and vertical dilations hold true for any linear function? Explain your reasoning. Provide a counterexample if necessary.</a:t>
            </a:r>
          </a:p>
        </p:txBody>
      </p:sp>
      <p:pic>
        <p:nvPicPr>
          <p:cNvPr id="3" name="Picture 2" descr="A coordinate plane.">
            <a:extLst>
              <a:ext uri="{FF2B5EF4-FFF2-40B4-BE49-F238E27FC236}">
                <a16:creationId xmlns:a16="http://schemas.microsoft.com/office/drawing/2014/main" id="{4061AA95-CDD2-41D1-4C4A-EDF4BFD2DD6E}"/>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109957" y="3048000"/>
            <a:ext cx="3556183" cy="3532369"/>
          </a:xfrm>
          <a:prstGeom prst="rect">
            <a:avLst/>
          </a:prstGeom>
        </p:spPr>
      </p:pic>
      <p:sp>
        <p:nvSpPr>
          <p:cNvPr id="10" name="Answer 10"/>
          <p:cNvSpPr txBox="1"/>
          <p:nvPr/>
        </p:nvSpPr>
        <p:spPr>
          <a:xfrm>
            <a:off x="4953000" y="2984500"/>
            <a:ext cx="7048500" cy="368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 It is true only for the parent function f(x) = x.</a:t>
            </a:r>
          </a:p>
          <a:p>
            <a:pPr marL="0" indent="0" algn="l">
              <a:spcBef>
                <a:spcPts val="0"/>
              </a:spcBef>
              <a:spcAft>
                <a:spcPts val="300"/>
              </a:spcAft>
              <a:buNone/>
            </a:pPr>
            <a:r>
              <a:rPr lang="en-US" sz="2000" dirty="0">
                <a:solidFill>
                  <a:srgbClr val="FF0000"/>
                </a:solidFill>
              </a:rPr>
              <a:t>Counterexample: m(x) = 2x − 1.</a:t>
            </a:r>
          </a:p>
          <a:p>
            <a:pPr marL="0" indent="0" algn="l">
              <a:spcBef>
                <a:spcPts val="0"/>
              </a:spcBef>
              <a:spcAft>
                <a:spcPts val="300"/>
              </a:spcAft>
              <a:buNone/>
            </a:pPr>
            <a:r>
              <a:rPr lang="en-US" sz="2000" dirty="0">
                <a:solidFill>
                  <a:srgbClr val="FF0000"/>
                </a:solidFill>
              </a:rPr>
              <a:t>n(x) = 3·m(x) = 3(2x − 1) = 6x − 3</a:t>
            </a:r>
          </a:p>
          <a:p>
            <a:pPr marL="0" indent="0" algn="l">
              <a:spcBef>
                <a:spcPts val="0"/>
              </a:spcBef>
              <a:spcAft>
                <a:spcPts val="300"/>
              </a:spcAft>
              <a:buNone/>
            </a:pPr>
            <a:r>
              <a:rPr lang="en-US" sz="2000" dirty="0">
                <a:solidFill>
                  <a:srgbClr val="FF0000"/>
                </a:solidFill>
              </a:rPr>
              <a:t>p(x) = m(3x) = 2(3x) − 1 = 6x − 1</a:t>
            </a:r>
          </a:p>
          <a:p>
            <a:pPr marL="0" indent="0" algn="l">
              <a:spcBef>
                <a:spcPts val="0"/>
              </a:spcBef>
              <a:spcAft>
                <a:spcPts val="300"/>
              </a:spcAft>
              <a:buNone/>
            </a:pPr>
            <a:r>
              <a:rPr lang="en-US" sz="2000" dirty="0">
                <a:solidFill>
                  <a:srgbClr val="FF0000"/>
                </a:solidFill>
              </a:rPr>
              <a:t>The graphs of n(x) and p(x) are parallel, not the same.</a:t>
            </a:r>
          </a:p>
          <a:p>
            <a:pPr marL="0" indent="0" algn="l">
              <a:spcBef>
                <a:spcPts val="0"/>
              </a:spcBef>
              <a:spcAft>
                <a:spcPts val="300"/>
              </a:spcAft>
              <a:buNone/>
            </a:pPr>
            <a:r>
              <a:rPr lang="en-US" sz="2000" dirty="0">
                <a:solidFill>
                  <a:srgbClr val="FF0000"/>
                </a:solidFill>
              </a:rPr>
              <a:t>Graph: m(x) through (0, −1), slope 2; n(x) through (0, −3) and p(x) through (0, −1), slope 6.</a:t>
            </a:r>
          </a:p>
        </p:txBody>
      </p:sp>
    </p:spTree>
    <p:extLst>
      <p:ext uri="{BB962C8B-B14F-4D97-AF65-F5344CB8AC3E}">
        <p14:creationId xmlns:p14="http://schemas.microsoft.com/office/powerpoint/2010/main" val="146057127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39" y="1"/>
            <a:ext cx="11363697" cy="1263192"/>
          </a:xfrm>
        </p:spPr>
        <p:txBody>
          <a:bodyPr/>
          <a:lstStyle/>
          <a:p>
            <a:pPr algn="l"/>
            <a:r>
              <a:rPr lang="en-US" b="1" dirty="0"/>
              <a:t>Comparing Vertical and Horizontal Dilations </a:t>
            </a:r>
            <a:r>
              <a:rPr lang="en-US" sz="2000" b="1" dirty="0">
                <a:solidFill>
                  <a:schemeClr val="bg1"/>
                </a:solidFill>
              </a:rPr>
              <a:t>(12 of 13)</a:t>
            </a:r>
          </a:p>
        </p:txBody>
      </p:sp>
      <p:sp>
        <p:nvSpPr>
          <p:cNvPr id="9" name="Text Placeholder 2">
            <a:extLst>
              <a:ext uri="{FF2B5EF4-FFF2-40B4-BE49-F238E27FC236}">
                <a16:creationId xmlns:a16="http://schemas.microsoft.com/office/drawing/2014/main" id="{9F9E8E2B-B0E8-EF16-E503-9ECCF4F164D5}"/>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2.2!</a:t>
            </a:r>
          </a:p>
        </p:txBody>
      </p:sp>
      <p:pic>
        <p:nvPicPr>
          <p:cNvPr id="2" name="Picture 1">
            <a:extLst>
              <a:ext uri="{FF2B5EF4-FFF2-40B4-BE49-F238E27FC236}">
                <a16:creationId xmlns:a16="http://schemas.microsoft.com/office/drawing/2014/main" id="{412BAF3C-C3E1-4231-B8AF-8D51322A576E}"/>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491620" y="372494"/>
            <a:ext cx="1501270" cy="518205"/>
          </a:xfrm>
          <a:prstGeom prst="rect">
            <a:avLst/>
          </a:prstGeom>
        </p:spPr>
      </p:pic>
    </p:spTree>
    <p:extLst>
      <p:ext uri="{BB962C8B-B14F-4D97-AF65-F5344CB8AC3E}">
        <p14:creationId xmlns:p14="http://schemas.microsoft.com/office/powerpoint/2010/main" val="13935781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122D0-0CED-9ED5-5F4E-6007E33F1A3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DDC5E7-E36A-864A-3449-49FB98A15BE6}"/>
              </a:ext>
            </a:extLst>
          </p:cNvPr>
          <p:cNvSpPr>
            <a:spLocks noGrp="1"/>
          </p:cNvSpPr>
          <p:nvPr>
            <p:ph type="title"/>
          </p:nvPr>
        </p:nvSpPr>
        <p:spPr>
          <a:xfrm>
            <a:off x="777240" y="1"/>
            <a:ext cx="11425482" cy="1263192"/>
          </a:xfrm>
        </p:spPr>
        <p:txBody>
          <a:bodyPr/>
          <a:lstStyle/>
          <a:p>
            <a:pPr algn="l"/>
            <a:r>
              <a:rPr lang="en-US" b="1" dirty="0"/>
              <a:t>Comparing Vertical and Horizontal Dilations </a:t>
            </a:r>
            <a:r>
              <a:rPr lang="en-US" sz="2000" b="1" dirty="0">
                <a:solidFill>
                  <a:schemeClr val="bg1"/>
                </a:solidFill>
              </a:rPr>
              <a:t>(13 of 13)</a:t>
            </a:r>
          </a:p>
        </p:txBody>
      </p:sp>
      <p:sp>
        <p:nvSpPr>
          <p:cNvPr id="9" name="Text Placeholder 2">
            <a:extLst>
              <a:ext uri="{FF2B5EF4-FFF2-40B4-BE49-F238E27FC236}">
                <a16:creationId xmlns:a16="http://schemas.microsoft.com/office/drawing/2014/main" id="{9F9E8E2B-B0E8-EF16-E503-9ECCF4F164D5}"/>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555148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45512-BD22-27E2-EDF3-A4AE5F94BF5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03FD7F9-6EEB-A814-3B39-7DEEC9AD9112}"/>
              </a:ext>
            </a:extLst>
          </p:cNvPr>
          <p:cNvSpPr>
            <a:spLocks noGrp="1"/>
          </p:cNvSpPr>
          <p:nvPr>
            <p:ph type="title" idx="4294967295"/>
          </p:nvPr>
        </p:nvSpPr>
        <p:spPr>
          <a:xfrm>
            <a:off x="838200" y="-322217"/>
            <a:ext cx="10514013" cy="322217"/>
          </a:xfrm>
          <a:prstGeom prst="rect">
            <a:avLst/>
          </a:prstGeom>
        </p:spPr>
        <p:txBody>
          <a:bodyPr anchor="b"/>
          <a:lstStyle/>
          <a:p>
            <a:r>
              <a:rPr lang="en-US" sz="2000" dirty="0">
                <a:solidFill>
                  <a:schemeClr val="bg2"/>
                </a:solidFill>
              </a:rPr>
              <a:t>Activity 2.3</a:t>
            </a:r>
          </a:p>
        </p:txBody>
      </p:sp>
      <p:sp>
        <p:nvSpPr>
          <p:cNvPr id="3" name="Text Placeholder 2" descr="15 to 20 minutes">
            <a:extLst>
              <a:ext uri="{FF2B5EF4-FFF2-40B4-BE49-F238E27FC236}">
                <a16:creationId xmlns:a16="http://schemas.microsoft.com/office/drawing/2014/main" id="{A9610F69-DAB0-DBE1-A24D-59FCDE38979C}"/>
              </a:ext>
            </a:extLst>
          </p:cNvPr>
          <p:cNvSpPr>
            <a:spLocks noGrp="1"/>
          </p:cNvSpPr>
          <p:nvPr>
            <p:ph type="body" sz="quarter" idx="12"/>
          </p:nvPr>
        </p:nvSpPr>
        <p:spPr>
          <a:xfrm>
            <a:off x="10614990" y="5779693"/>
            <a:ext cx="863947" cy="795338"/>
          </a:xfrm>
        </p:spPr>
        <p:txBody>
          <a:bodyPr/>
          <a:lstStyle/>
          <a:p>
            <a:r>
              <a:rPr lang="en-US" b="1" dirty="0"/>
              <a:t>15–20</a:t>
            </a:r>
          </a:p>
        </p:txBody>
      </p:sp>
      <p:sp>
        <p:nvSpPr>
          <p:cNvPr id="2" name="Text Placeholder 1">
            <a:extLst>
              <a:ext uri="{FF2B5EF4-FFF2-40B4-BE49-F238E27FC236}">
                <a16:creationId xmlns:a16="http://schemas.microsoft.com/office/drawing/2014/main" id="{E404CBF2-51F3-2C0E-4A95-BD807CCB1889}"/>
              </a:ext>
              <a:ext uri="{C183D7F6-B498-43B3-948B-1728B52AA6E4}">
                <adec:decorative xmlns:adec="http://schemas.microsoft.com/office/drawing/2017/decorative" val="1"/>
              </a:ext>
            </a:extLst>
          </p:cNvPr>
          <p:cNvSpPr>
            <a:spLocks noGrp="1"/>
          </p:cNvSpPr>
          <p:nvPr>
            <p:ph type="body" sz="quarter" idx="11"/>
          </p:nvPr>
        </p:nvSpPr>
        <p:spPr/>
        <p:txBody>
          <a:bodyPr/>
          <a:lstStyle/>
          <a:p>
            <a:r>
              <a:rPr lang="en-US" dirty="0"/>
              <a:t>2.3</a:t>
            </a:r>
          </a:p>
        </p:txBody>
      </p:sp>
    </p:spTree>
    <p:extLst>
      <p:ext uri="{BB962C8B-B14F-4D97-AF65-F5344CB8AC3E}">
        <p14:creationId xmlns:p14="http://schemas.microsoft.com/office/powerpoint/2010/main" val="22681661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673D8-BF22-1DCC-91ED-648208A6CE6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2CAF8B9-6F10-8642-4707-E23F80EF784D}"/>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(1 of 8)</a:t>
            </a:r>
          </a:p>
        </p:txBody>
      </p:sp>
      <p:sp>
        <p:nvSpPr>
          <p:cNvPr id="9" name="Text Placeholder 2">
            <a:extLst>
              <a:ext uri="{FF2B5EF4-FFF2-40B4-BE49-F238E27FC236}">
                <a16:creationId xmlns:a16="http://schemas.microsoft.com/office/drawing/2014/main" id="{D8AF4A33-E4AC-B21F-DB41-7776FCA37AB5}"/>
              </a:ext>
            </a:extLst>
          </p:cNvPr>
          <p:cNvSpPr txBox="1">
            <a:spLocks/>
          </p:cNvSpPr>
          <p:nvPr/>
        </p:nvSpPr>
        <p:spPr>
          <a:xfrm>
            <a:off x="777239" y="1604684"/>
            <a:ext cx="10491651" cy="1501122"/>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Bef>
                <a:spcPts val="0"/>
              </a:spcBef>
              <a:buNone/>
            </a:pPr>
            <a:r>
              <a:rPr lang="en-US" sz="2800" dirty="0">
                <a:solidFill>
                  <a:srgbClr val="000000"/>
                </a:solidFill>
              </a:rPr>
              <a:t>The equation of the parent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is given. The equation for the transformed function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is also given. Describe the transformation(s) performed 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to produce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Then, graph </a:t>
            </a: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a:t>
            </a:r>
          </a:p>
        </p:txBody>
      </p:sp>
      <p:sp>
        <p:nvSpPr>
          <p:cNvPr id="2" name="TextBox 1">
            <a:extLst>
              <a:ext uri="{FF2B5EF4-FFF2-40B4-BE49-F238E27FC236}">
                <a16:creationId xmlns:a16="http://schemas.microsoft.com/office/drawing/2014/main" id="{DDDED351-7053-7CAE-76D6-B32AC5C2094A}"/>
              </a:ext>
            </a:extLst>
          </p:cNvPr>
          <p:cNvSpPr txBox="1"/>
          <p:nvPr/>
        </p:nvSpPr>
        <p:spPr>
          <a:xfrm>
            <a:off x="777239" y="3122024"/>
            <a:ext cx="5712742" cy="954107"/>
          </a:xfrm>
          <a:prstGeom prst="rect">
            <a:avLst/>
          </a:prstGeom>
          <a:noFill/>
        </p:spPr>
        <p:txBody>
          <a:bodyPr wrap="square" rtlCol="0">
            <a:spAutoFit/>
          </a:bodyPr>
          <a:lstStyle/>
          <a:p>
            <a:pPr marL="514350" indent="-514350">
              <a:buFont typeface="+mj-lt"/>
              <a:buAutoNum type="arabicPeriod"/>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i="1"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− 7)</a:t>
            </a:r>
          </a:p>
        </p:txBody>
      </p:sp>
      <p:pic>
        <p:nvPicPr>
          <p:cNvPr id="7" name="Picture 6" descr="A graph of line f of x = x on the coordinate plane. The line rises from left to right through the points from the table, including the points (0, 0) and (2, 2).">
            <a:extLst>
              <a:ext uri="{FF2B5EF4-FFF2-40B4-BE49-F238E27FC236}">
                <a16:creationId xmlns:a16="http://schemas.microsoft.com/office/drawing/2014/main" id="{12209E87-A913-EDCB-EE9D-3ECBC22CFBA4}"/>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3105806"/>
            <a:ext cx="3889575" cy="3699065"/>
          </a:xfrm>
          <a:prstGeom prst="rect">
            <a:avLst/>
          </a:prstGeom>
        </p:spPr>
      </p:pic>
      <p:sp>
        <p:nvSpPr>
          <p:cNvPr id="10" name="Answer 10"/>
          <p:cNvSpPr txBox="1"/>
          <p:nvPr/>
        </p:nvSpPr>
        <p:spPr>
          <a:xfrm>
            <a:off x="8191500" y="31750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right 7 units.</a:t>
            </a:r>
          </a:p>
          <a:p>
            <a:pPr marL="0" indent="0" algn="l">
              <a:spcBef>
                <a:spcPts val="0"/>
              </a:spcBef>
              <a:spcAft>
                <a:spcPts val="300"/>
              </a:spcAft>
              <a:buNone/>
            </a:pPr>
            <a:r>
              <a:rPr lang="en-US" sz="2000" dirty="0">
                <a:solidFill>
                  <a:srgbClr val="FF0000"/>
                </a:solidFill>
              </a:rPr>
              <a:t>Graph g(x) = x − 7: through (7, 0) and (0, −7)</a:t>
            </a:r>
          </a:p>
        </p:txBody>
      </p:sp>
    </p:spTree>
    <p:extLst>
      <p:ext uri="{BB962C8B-B14F-4D97-AF65-F5344CB8AC3E}">
        <p14:creationId xmlns:p14="http://schemas.microsoft.com/office/powerpoint/2010/main" val="289957189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6B13D-BFE6-1CF0-1257-77CF599195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AC6C24E-FCBA-6761-7B22-372815DF3E5A}"/>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(2 of 8)</a:t>
            </a:r>
          </a:p>
        </p:txBody>
      </p:sp>
      <p:sp>
        <p:nvSpPr>
          <p:cNvPr id="2" name="TextBox 1">
            <a:extLst>
              <a:ext uri="{FF2B5EF4-FFF2-40B4-BE49-F238E27FC236}">
                <a16:creationId xmlns:a16="http://schemas.microsoft.com/office/drawing/2014/main" id="{017E5C95-461C-B98F-5757-D935BBFE9596}"/>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2"/>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3</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p>
        </p:txBody>
      </p:sp>
      <p:pic>
        <p:nvPicPr>
          <p:cNvPr id="3" name="Picture 2" descr="A graph of line f of x = x on the coordinate plane. The line rises from left to right through the points from the table, including the points (0, 0) and (2, 2).">
            <a:extLst>
              <a:ext uri="{FF2B5EF4-FFF2-40B4-BE49-F238E27FC236}">
                <a16:creationId xmlns:a16="http://schemas.microsoft.com/office/drawing/2014/main" id="{6ABCAD26-F4E9-96C4-2521-821D98BCC69B}"/>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5" name="Answer 5"/>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vertically by a factor of 3.</a:t>
            </a:r>
          </a:p>
          <a:p>
            <a:pPr marL="0" indent="0" algn="l">
              <a:spcBef>
                <a:spcPts val="0"/>
              </a:spcBef>
              <a:spcAft>
                <a:spcPts val="300"/>
              </a:spcAft>
              <a:buNone/>
            </a:pPr>
            <a:r>
              <a:rPr lang="en-US" sz="2000" dirty="0">
                <a:solidFill>
                  <a:srgbClr val="FF0000"/>
                </a:solidFill>
              </a:rPr>
              <a:t>Graph g(x) = 3x: through (0, 0) and (2, 6)</a:t>
            </a:r>
          </a:p>
        </p:txBody>
      </p:sp>
    </p:spTree>
    <p:extLst>
      <p:ext uri="{BB962C8B-B14F-4D97-AF65-F5344CB8AC3E}">
        <p14:creationId xmlns:p14="http://schemas.microsoft.com/office/powerpoint/2010/main" val="585888131"/>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AC2A7-25F2-7634-E1C2-7ED49244AC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D862A01-0B09-46E2-31E6-2ECD802F686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(3 of 8)</a:t>
            </a:r>
          </a:p>
        </p:txBody>
      </p:sp>
      <p:sp>
        <p:nvSpPr>
          <p:cNvPr id="3" name="TextBox 2">
            <a:extLst>
              <a:ext uri="{FF2B5EF4-FFF2-40B4-BE49-F238E27FC236}">
                <a16:creationId xmlns:a16="http://schemas.microsoft.com/office/drawing/2014/main" id="{4FFF4E7E-E599-4F55-52EE-034D07621123}"/>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3"/>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+ 2</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0E022B10-9F4C-4A5F-BE94-160A51CF9517}"/>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7" name="Answer 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up 2 units.</a:t>
            </a:r>
          </a:p>
          <a:p>
            <a:pPr marL="0" indent="0" algn="l">
              <a:spcBef>
                <a:spcPts val="0"/>
              </a:spcBef>
              <a:spcAft>
                <a:spcPts val="300"/>
              </a:spcAft>
              <a:buNone/>
            </a:pPr>
            <a:r>
              <a:rPr lang="en-US" sz="2000" dirty="0">
                <a:solidFill>
                  <a:srgbClr val="FF0000"/>
                </a:solidFill>
              </a:rPr>
              <a:t>Graph g(x) = x + 2: through (0, 2) and (−2, 0)</a:t>
            </a:r>
          </a:p>
        </p:txBody>
      </p:sp>
    </p:spTree>
    <p:extLst>
      <p:ext uri="{BB962C8B-B14F-4D97-AF65-F5344CB8AC3E}">
        <p14:creationId xmlns:p14="http://schemas.microsoft.com/office/powerpoint/2010/main" val="34567360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6D116-043E-DFA3-981E-5A1EDE17F2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7210297-FD74-896B-512F-D27630435C58}"/>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(4 of 8)</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764C328-9BE6-4A5F-16DD-BCC8C7B88D15}"/>
                  </a:ext>
                </a:extLst>
              </p:cNvPr>
              <p:cNvSpPr txBox="1"/>
              <p:nvPr/>
            </p:nvSpPr>
            <p:spPr>
              <a:xfrm>
                <a:off x="777240" y="1631810"/>
                <a:ext cx="2911891" cy="1170641"/>
              </a:xfrm>
              <a:prstGeom prst="rect">
                <a:avLst/>
              </a:prstGeom>
              <a:noFill/>
            </p:spPr>
            <p:txBody>
              <a:bodyPr wrap="square" rtlCol="0">
                <a:spAutoFit/>
              </a:bodyPr>
              <a:lstStyle/>
              <a:p>
                <a:pPr marL="514350" indent="-514350">
                  <a:buFont typeface="+mj-lt"/>
                  <a:buAutoNum type="arabicPeriod" startAt="4"/>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1</m:t>
                        </m:r>
                      </m:num>
                      <m:den>
                        <m:r>
                          <a:rPr lang="en-US" sz="2800" b="0" i="1" smtClean="0">
                            <a:solidFill>
                              <a:srgbClr val="000000"/>
                            </a:solidFill>
                            <a:latin typeface="Cambria Math" panose="02040503050406030204" pitchFamily="18" charset="0"/>
                          </a:rPr>
                          <m:t>2</m:t>
                        </m:r>
                      </m:den>
                    </m:f>
                  </m:oMath>
                </a14:m>
                <a:r>
                  <a:rPr lang="en-US" sz="2800" i="1" dirty="0">
                    <a:solidFill>
                      <a:srgbClr val="000000"/>
                    </a:solidFill>
                  </a:rPr>
                  <a:t>x</a:t>
                </a:r>
                <a:r>
                  <a:rPr lang="en-US" sz="2800" dirty="0">
                    <a:solidFill>
                      <a:srgbClr val="000000"/>
                    </a:solidFill>
                  </a:rPr>
                  <a:t>)</a:t>
                </a:r>
              </a:p>
            </p:txBody>
          </p:sp>
        </mc:Choice>
        <mc:Fallback xmlns="">
          <p:sp>
            <p:nvSpPr>
              <p:cNvPr id="3" name="TextBox 2">
                <a:extLst>
                  <a:ext uri="{FF2B5EF4-FFF2-40B4-BE49-F238E27FC236}">
                    <a16:creationId xmlns:a16="http://schemas.microsoft.com/office/drawing/2014/main" id="{B764C328-9BE6-4A5F-16DD-BCC8C7B88D15}"/>
                  </a:ext>
                </a:extLst>
              </p:cNvPr>
              <p:cNvSpPr txBox="1">
                <a:spLocks noRot="1" noChangeAspect="1" noMove="1" noResize="1" noEditPoints="1" noAdjustHandles="1" noChangeArrowheads="1" noChangeShapeType="1" noTextEdit="1"/>
              </p:cNvSpPr>
              <p:nvPr/>
            </p:nvSpPr>
            <p:spPr>
              <a:xfrm>
                <a:off x="777240" y="1631810"/>
                <a:ext cx="2911891" cy="1170641"/>
              </a:xfrm>
              <a:prstGeom prst="rect">
                <a:avLst/>
              </a:prstGeom>
              <a:blipFill>
                <a:blip r:embed="rId3"/>
                <a:stretch>
                  <a:fillRect l="-4403" t="-5729" b="-3646"/>
                </a:stretch>
              </a:blipFill>
            </p:spPr>
            <p:txBody>
              <a:bodyPr/>
              <a:lstStyle/>
              <a:p>
                <a:r>
                  <a:rPr lang="en-US">
                    <a:noFill/>
                  </a:rPr>
                  <a:t> </a:t>
                </a:r>
              </a:p>
            </p:txBody>
          </p:sp>
        </mc:Fallback>
      </mc:AlternateContent>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92FA320-D96A-83FF-B8E0-FB5CC3E019F6}"/>
              </a:ext>
            </a:extLst>
          </p:cNvPr>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7" name="Answer 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stretched horizontally by a factor of 2.</a:t>
            </a:r>
          </a:p>
          <a:p>
            <a:pPr marL="0" indent="0" algn="l">
              <a:spcBef>
                <a:spcPts val="0"/>
              </a:spcBef>
              <a:spcAft>
                <a:spcPts val="300"/>
              </a:spcAft>
              <a:buNone/>
            </a:pPr>
            <a:r>
              <a:rPr lang="en-US" sz="2000" dirty="0">
                <a:solidFill>
                  <a:srgbClr val="FF0000"/>
                </a:solidFill>
              </a:rPr>
              <a:t>Graph g(x) = (1/2)x: through (0, 0) and (4, 2)</a:t>
            </a:r>
          </a:p>
        </p:txBody>
      </p:sp>
    </p:spTree>
    <p:extLst>
      <p:ext uri="{BB962C8B-B14F-4D97-AF65-F5344CB8AC3E}">
        <p14:creationId xmlns:p14="http://schemas.microsoft.com/office/powerpoint/2010/main" val="228522950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CA3957-EB6B-2203-7163-48032902DD8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827C8D-4970-A0F6-1A32-AAFB2CA53F45}"/>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(5 of 8)</a:t>
            </a:r>
          </a:p>
        </p:txBody>
      </p:sp>
      <p:sp>
        <p:nvSpPr>
          <p:cNvPr id="3" name="TextBox 2">
            <a:extLst>
              <a:ext uri="{FF2B5EF4-FFF2-40B4-BE49-F238E27FC236}">
                <a16:creationId xmlns:a16="http://schemas.microsoft.com/office/drawing/2014/main" id="{AEB31489-D6CA-7078-D753-0A8C47F33AEC}"/>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5"/>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− 4</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5513DE2D-4D1E-08CF-A57E-9472EA9B0923}"/>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7" name="Answer 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down 4 units.</a:t>
            </a:r>
          </a:p>
          <a:p>
            <a:pPr marL="0" indent="0" algn="l">
              <a:spcBef>
                <a:spcPts val="0"/>
              </a:spcBef>
              <a:spcAft>
                <a:spcPts val="300"/>
              </a:spcAft>
              <a:buNone/>
            </a:pPr>
            <a:r>
              <a:rPr lang="en-US" sz="2000" dirty="0">
                <a:solidFill>
                  <a:srgbClr val="FF0000"/>
                </a:solidFill>
              </a:rPr>
              <a:t>Graph g(x) = x − 4: through (0, −4) and (4, 0)</a:t>
            </a:r>
          </a:p>
        </p:txBody>
      </p:sp>
    </p:spTree>
    <p:extLst>
      <p:ext uri="{BB962C8B-B14F-4D97-AF65-F5344CB8AC3E}">
        <p14:creationId xmlns:p14="http://schemas.microsoft.com/office/powerpoint/2010/main" val="2774982883"/>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3AEA4-B821-FF1A-10C0-F85586E4BC5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9B22210-5855-03A6-4151-0CBEB649E558}"/>
              </a:ext>
            </a:extLst>
          </p:cNvPr>
          <p:cNvSpPr>
            <a:spLocks noGrp="1"/>
          </p:cNvSpPr>
          <p:nvPr>
            <p:ph type="title"/>
          </p:nvPr>
        </p:nvSpPr>
        <p:spPr>
          <a:xfrm>
            <a:off x="777240" y="1"/>
            <a:ext cx="11425482" cy="1263192"/>
          </a:xfrm>
        </p:spPr>
        <p:txBody>
          <a:bodyPr/>
          <a:lstStyle/>
          <a:p>
            <a:pPr algn="l"/>
            <a:r>
              <a:rPr lang="en-US" b="1" dirty="0"/>
              <a:t>Graphing Linear Transformations </a:t>
            </a:r>
            <a:r>
              <a:rPr lang="en-US" sz="2000" b="1" dirty="0">
                <a:solidFill>
                  <a:schemeClr val="bg1"/>
                </a:solidFill>
              </a:rPr>
              <a:t>(6 of 8)</a:t>
            </a:r>
          </a:p>
        </p:txBody>
      </p:sp>
      <p:sp>
        <p:nvSpPr>
          <p:cNvPr id="3" name="TextBox 2">
            <a:extLst>
              <a:ext uri="{FF2B5EF4-FFF2-40B4-BE49-F238E27FC236}">
                <a16:creationId xmlns:a16="http://schemas.microsoft.com/office/drawing/2014/main" id="{A0D4C8D5-33DF-7DF0-7ED0-56357F0E2377}"/>
              </a:ext>
            </a:extLst>
          </p:cNvPr>
          <p:cNvSpPr txBox="1"/>
          <p:nvPr/>
        </p:nvSpPr>
        <p:spPr>
          <a:xfrm>
            <a:off x="777240" y="1631810"/>
            <a:ext cx="2911891" cy="954107"/>
          </a:xfrm>
          <a:prstGeom prst="rect">
            <a:avLst/>
          </a:prstGeom>
          <a:noFill/>
        </p:spPr>
        <p:txBody>
          <a:bodyPr wrap="square" rtlCol="0">
            <a:spAutoFit/>
          </a:bodyPr>
          <a:lstStyle/>
          <a:p>
            <a:pPr marL="514350" indent="-514350">
              <a:buFont typeface="+mj-lt"/>
              <a:buAutoNum type="arabicPeriod" startAt="6"/>
            </a:pPr>
            <a:r>
              <a:rPr lang="en-US" sz="2800" dirty="0">
                <a:solidFill>
                  <a:srgbClr val="000000"/>
                </a:solidFill>
              </a:rPr>
              <a:t>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br>
              <a:rPr lang="en-US" sz="2800" dirty="0">
                <a:solidFill>
                  <a:srgbClr val="000000"/>
                </a:solidFill>
              </a:rPr>
            </a:br>
            <a:r>
              <a:rPr lang="en-US" sz="2800" i="1" dirty="0">
                <a:solidFill>
                  <a:srgbClr val="000000"/>
                </a:solidFill>
              </a:rPr>
              <a:t>g</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+ 5)</a:t>
            </a:r>
          </a:p>
        </p:txBody>
      </p:sp>
      <p:pic>
        <p:nvPicPr>
          <p:cNvPr id="6" name="Picture 5" descr="A graph of line f of x = x on the coordinate plane. The line rises from left to right through the points from the table, including the points (0, 0) and (2, 2).">
            <a:extLst>
              <a:ext uri="{FF2B5EF4-FFF2-40B4-BE49-F238E27FC236}">
                <a16:creationId xmlns:a16="http://schemas.microsoft.com/office/drawing/2014/main" id="{6F2B34AE-3BAA-11C1-76D8-B92871F69BE5}"/>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150418" y="1631810"/>
            <a:ext cx="3889575" cy="3699065"/>
          </a:xfrm>
          <a:prstGeom prst="rect">
            <a:avLst/>
          </a:prstGeom>
        </p:spPr>
      </p:pic>
      <p:sp>
        <p:nvSpPr>
          <p:cNvPr id="7" name="Answer 7"/>
          <p:cNvSpPr txBox="1"/>
          <p:nvPr/>
        </p:nvSpPr>
        <p:spPr>
          <a:xfrm>
            <a:off x="8191500" y="1714500"/>
            <a:ext cx="3810000" cy="254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f(x) is translated left 5 units.</a:t>
            </a:r>
          </a:p>
          <a:p>
            <a:pPr marL="0" indent="0" algn="l">
              <a:spcBef>
                <a:spcPts val="0"/>
              </a:spcBef>
              <a:spcAft>
                <a:spcPts val="300"/>
              </a:spcAft>
              <a:buNone/>
            </a:pPr>
            <a:r>
              <a:rPr lang="en-US" sz="2000" dirty="0">
                <a:solidFill>
                  <a:srgbClr val="FF0000"/>
                </a:solidFill>
              </a:rPr>
              <a:t>Graph g(x) = x + 5: through (0, 5) and (−5, 0)</a:t>
            </a:r>
          </a:p>
        </p:txBody>
      </p:sp>
    </p:spTree>
    <p:extLst>
      <p:ext uri="{BB962C8B-B14F-4D97-AF65-F5344CB8AC3E}">
        <p14:creationId xmlns:p14="http://schemas.microsoft.com/office/powerpoint/2010/main" val="261933874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29C39-3A72-7CA6-11C4-FEFCDD91946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7D8F889-CC28-E37F-F9E4-E090179C8613}"/>
              </a:ext>
            </a:extLst>
          </p:cNvPr>
          <p:cNvSpPr>
            <a:spLocks noGrp="1"/>
          </p:cNvSpPr>
          <p:nvPr>
            <p:ph type="title"/>
          </p:nvPr>
        </p:nvSpPr>
        <p:spPr>
          <a:xfrm>
            <a:off x="777239" y="1"/>
            <a:ext cx="11363697" cy="1263192"/>
          </a:xfrm>
        </p:spPr>
        <p:txBody>
          <a:bodyPr/>
          <a:lstStyle/>
          <a:p>
            <a:pPr algn="l"/>
            <a:r>
              <a:rPr lang="en-US" b="1" dirty="0"/>
              <a:t>Graphing Linear Transformations </a:t>
            </a:r>
            <a:r>
              <a:rPr lang="en-US" sz="2000" b="1" dirty="0">
                <a:solidFill>
                  <a:schemeClr val="bg1"/>
                </a:solidFill>
              </a:rPr>
              <a:t>(7 of 8)</a:t>
            </a:r>
          </a:p>
        </p:txBody>
      </p:sp>
      <p:sp>
        <p:nvSpPr>
          <p:cNvPr id="9" name="Text Placeholder 2">
            <a:extLst>
              <a:ext uri="{FF2B5EF4-FFF2-40B4-BE49-F238E27FC236}">
                <a16:creationId xmlns:a16="http://schemas.microsoft.com/office/drawing/2014/main" id="{D4327D47-166B-F130-0C6A-85540E68674E}"/>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summarize our learning from Activity 2.3!</a:t>
            </a:r>
          </a:p>
        </p:txBody>
      </p:sp>
      <p:pic>
        <p:nvPicPr>
          <p:cNvPr id="2" name="Picture 1">
            <a:extLst>
              <a:ext uri="{FF2B5EF4-FFF2-40B4-BE49-F238E27FC236}">
                <a16:creationId xmlns:a16="http://schemas.microsoft.com/office/drawing/2014/main" id="{974DC945-4890-DA87-CD14-4B23A115E473}"/>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29110374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1F5BF-BACD-81F3-6987-872279EC7B4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A03FB0-8043-7F42-7A9C-A1BC5F871413}"/>
              </a:ext>
            </a:extLst>
          </p:cNvPr>
          <p:cNvSpPr>
            <a:spLocks noGrp="1"/>
          </p:cNvSpPr>
          <p:nvPr>
            <p:ph type="title"/>
          </p:nvPr>
        </p:nvSpPr>
        <p:spPr/>
        <p:txBody>
          <a:bodyPr/>
          <a:lstStyle/>
          <a:p>
            <a:pPr algn="l"/>
            <a:r>
              <a:rPr lang="en-US" b="1" dirty="0"/>
              <a:t>Graphing Linear Transformations </a:t>
            </a:r>
            <a:r>
              <a:rPr lang="en-US" sz="2000" b="1" dirty="0">
                <a:solidFill>
                  <a:schemeClr val="bg1"/>
                </a:solidFill>
              </a:rPr>
              <a:t>(8 of 8)</a:t>
            </a:r>
          </a:p>
        </p:txBody>
      </p:sp>
      <p:sp>
        <p:nvSpPr>
          <p:cNvPr id="9" name="Text Placeholder 2">
            <a:extLst>
              <a:ext uri="{FF2B5EF4-FFF2-40B4-BE49-F238E27FC236}">
                <a16:creationId xmlns:a16="http://schemas.microsoft.com/office/drawing/2014/main" id="{9E78C706-2FB8-7C74-24FA-C5CE91040A9A}"/>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dirty="0">
              <a:solidFill>
                <a:schemeClr val="bg2">
                  <a:lumMod val="25000"/>
                </a:schemeClr>
              </a:solidFill>
            </a:endParaRPr>
          </a:p>
        </p:txBody>
      </p:sp>
    </p:spTree>
    <p:extLst>
      <p:ext uri="{BB962C8B-B14F-4D97-AF65-F5344CB8AC3E}">
        <p14:creationId xmlns:p14="http://schemas.microsoft.com/office/powerpoint/2010/main" val="2223458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17B6D8E-F178-63BB-4647-BBEE59CD62FD}"/>
              </a:ext>
            </a:extLst>
          </p:cNvPr>
          <p:cNvSpPr>
            <a:spLocks noGrp="1"/>
          </p:cNvSpPr>
          <p:nvPr>
            <p:ph type="title" idx="4294967295"/>
          </p:nvPr>
        </p:nvSpPr>
        <p:spPr>
          <a:xfrm>
            <a:off x="838200" y="-357051"/>
            <a:ext cx="10514013" cy="357051"/>
          </a:xfrm>
          <a:prstGeom prst="rect">
            <a:avLst/>
          </a:prstGeom>
        </p:spPr>
        <p:txBody>
          <a:bodyPr anchor="b"/>
          <a:lstStyle/>
          <a:p>
            <a:r>
              <a:rPr lang="en-US" sz="2000" dirty="0">
                <a:solidFill>
                  <a:schemeClr val="bg2"/>
                </a:solidFill>
              </a:rPr>
              <a:t>Talk the Talk</a:t>
            </a:r>
          </a:p>
        </p:txBody>
      </p:sp>
      <p:sp>
        <p:nvSpPr>
          <p:cNvPr id="2" name="Text Placeholder 1" descr="5 minutes">
            <a:extLst>
              <a:ext uri="{FF2B5EF4-FFF2-40B4-BE49-F238E27FC236}">
                <a16:creationId xmlns:a16="http://schemas.microsoft.com/office/drawing/2014/main" id="{FC210BF6-188A-C9CF-0312-B6DC4E6EE108}"/>
              </a:ext>
            </a:extLst>
          </p:cNvPr>
          <p:cNvSpPr>
            <a:spLocks noGrp="1"/>
          </p:cNvSpPr>
          <p:nvPr>
            <p:ph type="body" sz="quarter" idx="12"/>
          </p:nvPr>
        </p:nvSpPr>
        <p:spPr>
          <a:xfrm>
            <a:off x="10614990" y="5779693"/>
            <a:ext cx="863947" cy="795338"/>
          </a:xfrm>
        </p:spPr>
        <p:txBody>
          <a:bodyPr/>
          <a:lstStyle/>
          <a:p>
            <a:r>
              <a:rPr lang="en-US" b="1" dirty="0"/>
              <a:t>5</a:t>
            </a:r>
          </a:p>
        </p:txBody>
      </p:sp>
    </p:spTree>
    <p:extLst>
      <p:ext uri="{BB962C8B-B14F-4D97-AF65-F5344CB8AC3E}">
        <p14:creationId xmlns:p14="http://schemas.microsoft.com/office/powerpoint/2010/main" val="335222387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B8DB3-2E03-6F25-3B0D-DD2508DEEF4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611F6C-1C9E-DC34-95ED-7F74B405A97F}"/>
              </a:ext>
            </a:extLst>
          </p:cNvPr>
          <p:cNvSpPr>
            <a:spLocks noGrp="1"/>
          </p:cNvSpPr>
          <p:nvPr>
            <p:ph type="title"/>
          </p:nvPr>
        </p:nvSpPr>
        <p:spPr/>
        <p:txBody>
          <a:bodyPr/>
          <a:lstStyle/>
          <a:p>
            <a:pPr algn="l"/>
            <a:r>
              <a:rPr lang="en-US" b="1" dirty="0"/>
              <a:t>Show Me What You’ve Got! </a:t>
            </a:r>
            <a:r>
              <a:rPr lang="en-US" sz="2000" b="1" dirty="0">
                <a:solidFill>
                  <a:schemeClr val="bg1"/>
                </a:solidFill>
              </a:rPr>
              <a:t>(1 of 4)</a:t>
            </a:r>
          </a:p>
        </p:txBody>
      </p:sp>
      <p:sp>
        <p:nvSpPr>
          <p:cNvPr id="9" name="Text Placeholder 2">
            <a:extLst>
              <a:ext uri="{FF2B5EF4-FFF2-40B4-BE49-F238E27FC236}">
                <a16:creationId xmlns:a16="http://schemas.microsoft.com/office/drawing/2014/main" id="{7C3A7EA6-1D88-3D7C-37CC-290549692E8C}"/>
              </a:ext>
            </a:extLst>
          </p:cNvPr>
          <p:cNvSpPr txBox="1">
            <a:spLocks/>
          </p:cNvSpPr>
          <p:nvPr/>
        </p:nvSpPr>
        <p:spPr>
          <a:xfrm>
            <a:off x="777240" y="1611086"/>
            <a:ext cx="10332188" cy="107115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buNone/>
            </a:pPr>
            <a:r>
              <a:rPr lang="en-US" sz="2800" dirty="0">
                <a:solidFill>
                  <a:srgbClr val="000000"/>
                </a:solidFill>
              </a:rPr>
              <a:t>The graph shows the linear function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and four transformations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0" indent="0">
              <a:buNone/>
            </a:pPr>
            <a:endParaRPr lang="en-US" sz="2800" b="0" i="0" u="none" strike="noStrike" baseline="0" dirty="0">
              <a:solidFill>
                <a:srgbClr val="000000"/>
              </a:solidFill>
            </a:endParaRPr>
          </a:p>
          <a:p>
            <a:pPr marL="0" indent="0" algn="ctr">
              <a:buNone/>
            </a:pPr>
            <a:endParaRPr lang="en-US" sz="2800" dirty="0">
              <a:solidFill>
                <a:srgbClr val="000000"/>
              </a:solidFill>
            </a:endParaRPr>
          </a:p>
        </p:txBody>
      </p:sp>
      <p:pic>
        <p:nvPicPr>
          <p:cNvPr id="6" name="Picture 5"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a:extLst>
              <a:ext uri="{FF2B5EF4-FFF2-40B4-BE49-F238E27FC236}">
                <a16:creationId xmlns:a16="http://schemas.microsoft.com/office/drawing/2014/main" id="{3349D2DD-C9D6-E649-91A8-AE807E2141BF}"/>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80985" y="2682240"/>
            <a:ext cx="3834010" cy="3889575"/>
          </a:xfrm>
          <a:prstGeom prst="rect">
            <a:avLst/>
          </a:prstGeom>
        </p:spPr>
      </p:pic>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14:m>
                            <m:oMath xmlns:m="http://schemas.openxmlformats.org/officeDocument/2006/math">
                              <m:f>
                                <m:fPr>
                                  <m:ctrlPr>
                                    <a:rPr lang="en-US" sz="2000" b="0" i="1" smtClean="0">
                                      <a:ln>
                                        <a:noFill/>
                                      </a:ln>
                                      <a:solidFill>
                                        <a:srgbClr val="000000"/>
                                      </a:solidFill>
                                      <a:latin typeface="Cambria Math" panose="02040503050406030204" pitchFamily="18" charset="0"/>
                                    </a:rPr>
                                  </m:ctrlPr>
                                </m:fPr>
                                <m:num>
                                  <m:r>
                                    <a:rPr lang="en-US" sz="2000" b="0" i="1" smtClean="0">
                                      <a:ln>
                                        <a:noFill/>
                                      </a:ln>
                                      <a:solidFill>
                                        <a:srgbClr val="000000"/>
                                      </a:solidFill>
                                      <a:latin typeface="Cambria Math" panose="02040503050406030204" pitchFamily="18" charset="0"/>
                                    </a:rPr>
                                    <m:t>1</m:t>
                                  </m:r>
                                </m:num>
                                <m:den>
                                  <m:r>
                                    <a:rPr lang="en-US" sz="2000" b="0" i="1" smtClean="0">
                                      <a:ln>
                                        <a:noFill/>
                                      </a:ln>
                                      <a:solidFill>
                                        <a:srgbClr val="000000"/>
                                      </a:solidFill>
                                      <a:latin typeface="Cambria Math" panose="02040503050406030204" pitchFamily="18" charset="0"/>
                                    </a:rPr>
                                    <m:t>3</m:t>
                                  </m:r>
                                </m:den>
                              </m:f>
                            </m:oMath>
                          </a14:m>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Choice>
        <mc:Fallback xmlns="">
          <p:graphicFrame>
            <p:nvGraphicFramePr>
              <p:cNvPr id="8" name="Table 7">
                <a:extLst>
                  <a:ext uri="{FF2B5EF4-FFF2-40B4-BE49-F238E27FC236}">
                    <a16:creationId xmlns:a16="http://schemas.microsoft.com/office/drawing/2014/main" id="{CD977AAD-BEF8-577C-9720-CC222C7F85D6}"/>
                  </a:ext>
                </a:extLst>
              </p:cNvPr>
              <p:cNvGraphicFramePr>
                <a:graphicFrameLocks noGrp="1"/>
              </p:cNvGraphicFramePr>
              <p:nvPr>
                <p:extLst>
                  <p:ext uri="{D42A27DB-BD31-4B8C-83A1-F6EECF244321}">
                    <p14:modId xmlns:p14="http://schemas.microsoft.com/office/powerpoint/2010/main" val="2183917669"/>
                  </p:ext>
                </p:extLst>
              </p:nvPr>
            </p:nvGraphicFramePr>
            <p:xfrm>
              <a:off x="5720848" y="3026827"/>
              <a:ext cx="2286000" cy="320040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3309318942"/>
                        </a:ext>
                      </a:extLst>
                    </a:gridCol>
                  </a:tblGrid>
                  <a:tr h="640080">
                    <a:tc>
                      <a:txBody>
                        <a:bodyPr/>
                        <a:lstStyle/>
                        <a:p>
                          <a:pPr algn="ctr"/>
                          <a:r>
                            <a:rPr lang="en-US" sz="2000" dirty="0">
                              <a:ln>
                                <a:noFill/>
                              </a:ln>
                              <a:solidFill>
                                <a:schemeClr val="bg1"/>
                              </a:solidFill>
                            </a:rPr>
                            <a:t>Equation</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rgbClr val="2B8147"/>
                        </a:solidFill>
                      </a:tcPr>
                    </a:tc>
                    <a:extLst>
                      <a:ext uri="{0D108BD9-81ED-4DB2-BD59-A6C34878D82A}">
                        <a16:rowId xmlns:a16="http://schemas.microsoft.com/office/drawing/2014/main" val="3300932481"/>
                      </a:ext>
                    </a:extLst>
                  </a:tr>
                  <a:tr h="640080">
                    <a:tc>
                      <a:txBody>
                        <a:bodyPr/>
                        <a:lstStyle/>
                        <a:p>
                          <a:endParaRPr lang="en-US"/>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blipFill>
                          <a:blip r:embed="rId4"/>
                          <a:stretch>
                            <a:fillRect l="-266" t="-100952" r="-532" b="-302857"/>
                          </a:stretch>
                        </a:blipFill>
                      </a:tcPr>
                    </a:tc>
                    <a:extLst>
                      <a:ext uri="{0D108BD9-81ED-4DB2-BD59-A6C34878D82A}">
                        <a16:rowId xmlns:a16="http://schemas.microsoft.com/office/drawing/2014/main" val="3638973791"/>
                      </a:ext>
                    </a:extLst>
                  </a:tr>
                  <a:tr h="640080">
                    <a:tc>
                      <a:txBody>
                        <a:bodyPr/>
                        <a:lstStyle/>
                        <a:p>
                          <a:pPr algn="ctr"/>
                          <a:r>
                            <a:rPr lang="en-US" sz="2000" b="0" i="0" dirty="0">
                              <a:ln>
                                <a:noFill/>
                              </a:ln>
                              <a:solidFill>
                                <a:srgbClr val="000000"/>
                              </a:solidFill>
                              <a:latin typeface="+mn-lt"/>
                            </a:rPr>
                            <a:t>2</a:t>
                          </a: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3849819"/>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− 7)</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41092351"/>
                      </a:ext>
                    </a:extLst>
                  </a:tr>
                  <a:tr h="640080">
                    <a:tc>
                      <a:txBody>
                        <a:bodyPr/>
                        <a:lstStyle/>
                        <a:p>
                          <a:pPr algn="ctr"/>
                          <a:r>
                            <a:rPr lang="en-US" sz="2000" b="0" i="1" dirty="0">
                              <a:ln>
                                <a:noFill/>
                              </a:ln>
                              <a:solidFill>
                                <a:srgbClr val="000000"/>
                              </a:solidFill>
                              <a:latin typeface="+mn-lt"/>
                            </a:rPr>
                            <a:t>f</a:t>
                          </a:r>
                          <a:r>
                            <a:rPr lang="en-US" sz="2000" b="0" i="0" dirty="0">
                              <a:ln>
                                <a:noFill/>
                              </a:ln>
                              <a:solidFill>
                                <a:srgbClr val="000000"/>
                              </a:solidFill>
                              <a:latin typeface="+mn-lt"/>
                            </a:rPr>
                            <a:t>(</a:t>
                          </a:r>
                          <a:r>
                            <a:rPr lang="en-US" sz="2000" b="0" i="1" dirty="0">
                              <a:ln>
                                <a:noFill/>
                              </a:ln>
                              <a:solidFill>
                                <a:srgbClr val="000000"/>
                              </a:solidFill>
                              <a:latin typeface="+mn-lt"/>
                            </a:rPr>
                            <a:t>x</a:t>
                          </a:r>
                          <a:r>
                            <a:rPr lang="en-US" sz="2000" b="0" i="0" dirty="0">
                              <a:ln>
                                <a:noFill/>
                              </a:ln>
                              <a:solidFill>
                                <a:srgbClr val="000000"/>
                              </a:solidFill>
                              <a:latin typeface="+mn-lt"/>
                            </a:rPr>
                            <a:t>) + 8</a:t>
                          </a:r>
                        </a:p>
                      </a:txBody>
                      <a:tcPr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662298398"/>
                      </a:ext>
                    </a:extLst>
                  </a:tr>
                </a:tbl>
              </a:graphicData>
            </a:graphic>
          </p:graphicFrame>
        </mc:Fallback>
      </mc:AlternateContent>
    </p:spTree>
    <p:extLst>
      <p:ext uri="{BB962C8B-B14F-4D97-AF65-F5344CB8AC3E}">
        <p14:creationId xmlns:p14="http://schemas.microsoft.com/office/powerpoint/2010/main" val="29256267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AD9A1-EF00-2824-80BA-7958E446829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450E22-BA7A-1EB0-C485-009C18ABD8EA}"/>
              </a:ext>
            </a:extLst>
          </p:cNvPr>
          <p:cNvSpPr>
            <a:spLocks noGrp="1"/>
          </p:cNvSpPr>
          <p:nvPr>
            <p:ph type="title"/>
          </p:nvPr>
        </p:nvSpPr>
        <p:spPr/>
        <p:txBody>
          <a:bodyPr/>
          <a:lstStyle/>
          <a:p>
            <a:pPr algn="l"/>
            <a:r>
              <a:rPr lang="en-US" b="1" dirty="0"/>
              <a:t>Show Me What You’ve Got! </a:t>
            </a:r>
            <a:r>
              <a:rPr lang="en-US" sz="2000" b="1" dirty="0">
                <a:solidFill>
                  <a:schemeClr val="bg1"/>
                </a:solidFill>
              </a:rPr>
              <a:t>(2 of 4)</a:t>
            </a:r>
          </a:p>
        </p:txBody>
      </p:sp>
      <p:sp>
        <p:nvSpPr>
          <p:cNvPr id="9" name="Text Placeholder 2">
            <a:extLst>
              <a:ext uri="{FF2B5EF4-FFF2-40B4-BE49-F238E27FC236}">
                <a16:creationId xmlns:a16="http://schemas.microsoft.com/office/drawing/2014/main" id="{55FC3408-36F1-2592-27C5-DCE179EDDB16}"/>
              </a:ext>
            </a:extLst>
          </p:cNvPr>
          <p:cNvSpPr txBox="1">
            <a:spLocks/>
          </p:cNvSpPr>
          <p:nvPr/>
        </p:nvSpPr>
        <p:spPr>
          <a:xfrm>
            <a:off x="777240" y="1616150"/>
            <a:ext cx="9887216" cy="5030456"/>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Match each transformed graph to the equation in the table, written in terms of </a:t>
            </a: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a:t>
            </a:r>
            <a:endParaRPr lang="en-US" sz="2800" b="0" i="0" u="none" strike="noStrike" baseline="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k</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h</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a:t>
            </a:r>
            <a:br>
              <a:rPr lang="en-US" sz="2800" dirty="0">
                <a:solidFill>
                  <a:srgbClr val="000000"/>
                </a:solidFill>
              </a:rPr>
            </a:br>
            <a:endParaRPr lang="en-US" sz="2800" dirty="0">
              <a:solidFill>
                <a:srgbClr val="000000"/>
              </a:solidFill>
            </a:endParaRPr>
          </a:p>
          <a:p>
            <a:pPr marL="514350" indent="-514350">
              <a:buFont typeface="+mj-lt"/>
              <a:buAutoNum type="arabicPeriod"/>
            </a:pPr>
            <a:r>
              <a:rPr lang="en-US" sz="2800" b="0" u="none" strike="noStrike" baseline="0" dirty="0">
                <a:solidFill>
                  <a:srgbClr val="000000"/>
                </a:solidFill>
              </a:rPr>
              <a:t> </a:t>
            </a:r>
            <a:r>
              <a:rPr lang="en-US" sz="2800" b="0" i="1" u="none" strike="noStrike" baseline="0" dirty="0">
                <a:solidFill>
                  <a:srgbClr val="000000"/>
                </a:solidFill>
              </a:rPr>
              <a:t>g</a:t>
            </a:r>
            <a:r>
              <a:rPr lang="en-US" sz="2800" b="0" u="none" strike="noStrike" baseline="0" dirty="0">
                <a:solidFill>
                  <a:srgbClr val="000000"/>
                </a:solidFill>
              </a:rPr>
              <a:t>(</a:t>
            </a:r>
            <a:r>
              <a:rPr lang="en-US" sz="2800" b="0" i="1" u="none" strike="noStrike" baseline="0" dirty="0">
                <a:solidFill>
                  <a:srgbClr val="000000"/>
                </a:solidFill>
              </a:rPr>
              <a:t>x</a:t>
            </a:r>
            <a:r>
              <a:rPr lang="en-US" sz="2800" b="0" u="none" strike="noStrike" baseline="0" dirty="0">
                <a:solidFill>
                  <a:srgbClr val="000000"/>
                </a:solidFill>
              </a:rPr>
              <a:t>) =</a:t>
            </a:r>
            <a:r>
              <a:rPr lang="en-US" sz="2800" b="0" i="0" u="none" strike="noStrike" baseline="0" dirty="0">
                <a:solidFill>
                  <a:srgbClr val="000000"/>
                </a:solidFill>
              </a:rPr>
              <a:t> ___________________</a:t>
            </a:r>
            <a:br>
              <a:rPr lang="en-US" sz="2800" b="0" i="0" u="none" strike="noStrike" baseline="0" dirty="0">
                <a:solidFill>
                  <a:srgbClr val="000000"/>
                </a:solidFill>
              </a:rPr>
            </a:br>
            <a:endParaRPr lang="en-US" sz="2800" b="0" i="0" u="none" strike="noStrike" baseline="0" dirty="0">
              <a:solidFill>
                <a:srgbClr val="000000"/>
              </a:solidFill>
            </a:endParaRPr>
          </a:p>
          <a:p>
            <a:pPr marL="514350" indent="-514350">
              <a:buFont typeface="+mj-lt"/>
              <a:buAutoNum type="arabicPeriod"/>
            </a:pPr>
            <a:r>
              <a:rPr lang="en-US" sz="2800" dirty="0">
                <a:solidFill>
                  <a:srgbClr val="000000"/>
                </a:solidFill>
              </a:rPr>
              <a:t> </a:t>
            </a:r>
            <a:r>
              <a:rPr lang="en-US" sz="2800" i="1" dirty="0">
                <a:solidFill>
                  <a:srgbClr val="000000"/>
                </a:solidFill>
              </a:rPr>
              <a:t>j</a:t>
            </a:r>
            <a:r>
              <a:rPr lang="en-US" sz="2800" dirty="0">
                <a:solidFill>
                  <a:srgbClr val="000000"/>
                </a:solidFill>
              </a:rPr>
              <a:t>(</a:t>
            </a:r>
            <a:r>
              <a:rPr lang="en-US" sz="2800" i="1" dirty="0">
                <a:solidFill>
                  <a:srgbClr val="000000"/>
                </a:solidFill>
              </a:rPr>
              <a:t>x</a:t>
            </a:r>
            <a:r>
              <a:rPr lang="en-US" sz="2800" dirty="0">
                <a:solidFill>
                  <a:srgbClr val="000000"/>
                </a:solidFill>
              </a:rPr>
              <a:t>) = ____________________</a:t>
            </a:r>
            <a:endParaRPr lang="en-US" sz="2800" b="0" i="0" u="none" strike="noStrike" baseline="0" dirty="0">
              <a:solidFill>
                <a:srgbClr val="000000"/>
              </a:solidFill>
            </a:endParaRPr>
          </a:p>
          <a:p>
            <a:pPr marL="0" indent="0" algn="ctr">
              <a:buNone/>
            </a:pPr>
            <a:endParaRPr lang="en-US" sz="2800" dirty="0">
              <a:solidFill>
                <a:srgbClr val="000000"/>
              </a:solidFill>
            </a:endParaRPr>
          </a:p>
        </p:txBody>
      </p:sp>
      <p:sp>
        <p:nvSpPr>
          <p:cNvPr id="10" name="Answer 10"/>
          <p:cNvSpPr txBox="1"/>
          <p:nvPr/>
        </p:nvSpPr>
        <p:spPr>
          <a:xfrm>
            <a:off x="2159000" y="25781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+ 8</a:t>
            </a:r>
          </a:p>
        </p:txBody>
      </p:sp>
      <p:sp>
        <p:nvSpPr>
          <p:cNvPr id="11" name="Answer 11"/>
          <p:cNvSpPr txBox="1"/>
          <p:nvPr/>
        </p:nvSpPr>
        <p:spPr>
          <a:xfrm>
            <a:off x="2159000" y="29972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2f(x)</a:t>
            </a:r>
          </a:p>
        </p:txBody>
      </p:sp>
      <p:sp>
        <p:nvSpPr>
          <p:cNvPr id="12" name="Answer 12"/>
          <p:cNvSpPr txBox="1"/>
          <p:nvPr/>
        </p:nvSpPr>
        <p:spPr>
          <a:xfrm>
            <a:off x="2159000" y="34163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f((1/3)x)</a:t>
            </a:r>
          </a:p>
        </p:txBody>
      </p:sp>
      <p:sp>
        <p:nvSpPr>
          <p:cNvPr id="13" name="Answer 13"/>
          <p:cNvSpPr txBox="1"/>
          <p:nvPr/>
        </p:nvSpPr>
        <p:spPr>
          <a:xfrm>
            <a:off x="2159000" y="3835400"/>
            <a:ext cx="27940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f(x − 7)</a:t>
            </a:r>
          </a:p>
        </p:txBody>
      </p:sp>
    </p:spTree>
    <p:extLst>
      <p:ext uri="{BB962C8B-B14F-4D97-AF65-F5344CB8AC3E}">
        <p14:creationId xmlns:p14="http://schemas.microsoft.com/office/powerpoint/2010/main" val="104330198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(3 of 4)</a:t>
            </a:r>
          </a:p>
        </p:txBody>
      </p:sp>
      <p:sp>
        <p:nvSpPr>
          <p:cNvPr id="9" name="Text Placeholder 2">
            <a:extLst>
              <a:ext uri="{FF2B5EF4-FFF2-40B4-BE49-F238E27FC236}">
                <a16:creationId xmlns:a16="http://schemas.microsoft.com/office/drawing/2014/main" id="{65F72D48-161D-34EA-1092-F01297B5BAE2}"/>
              </a:ext>
            </a:extLst>
          </p:cNvPr>
          <p:cNvSpPr txBox="1">
            <a:spLocks/>
          </p:cNvSpPr>
          <p:nvPr/>
        </p:nvSpPr>
        <p:spPr>
          <a:xfrm>
            <a:off x="777240" y="1616140"/>
            <a:ext cx="989371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r>
              <a:rPr lang="en-US" sz="2800" b="0" i="0" u="none" strike="noStrike" baseline="0" dirty="0">
                <a:solidFill>
                  <a:srgbClr val="000000"/>
                </a:solidFill>
              </a:rPr>
              <a:t>Let’s answer the Essential Question and summarize our learning from the Talk the Talk!</a:t>
            </a:r>
          </a:p>
          <a:p>
            <a:pPr marL="0" indent="0" algn="l">
              <a:buNone/>
            </a:pPr>
            <a:endParaRPr lang="en-US" sz="2800" dirty="0">
              <a:solidFill>
                <a:srgbClr val="000000"/>
              </a:solidFill>
            </a:endParaRPr>
          </a:p>
          <a:p>
            <a:pPr marL="0" indent="0" algn="l">
              <a:buNone/>
            </a:pPr>
            <a:endParaRPr lang="en-US" sz="2800" dirty="0">
              <a:solidFill>
                <a:srgbClr val="000000"/>
              </a:solidFill>
            </a:endParaRPr>
          </a:p>
          <a:p>
            <a:pPr marL="0" indent="0">
              <a:buNone/>
            </a:pPr>
            <a:r>
              <a:rPr lang="en-US" sz="2800" b="1" dirty="0">
                <a:solidFill>
                  <a:srgbClr val="000000"/>
                </a:solidFill>
              </a:rPr>
              <a:t>Essential Question: </a:t>
            </a:r>
            <a:r>
              <a:rPr lang="en-US" sz="2800" dirty="0">
                <a:solidFill>
                  <a:srgbClr val="000000"/>
                </a:solidFill>
              </a:rPr>
              <a:t>What effect do horizontal transformations have on linear functions? How do they compare to vertical transformations?</a:t>
            </a:r>
          </a:p>
          <a:p>
            <a:pPr marL="0" indent="0">
              <a:buNone/>
            </a:pPr>
            <a:endParaRPr lang="en-US" sz="2800" b="0" i="0" u="none" strike="noStrike" baseline="0" dirty="0">
              <a:solidFill>
                <a:srgbClr val="000000"/>
              </a:solidFill>
            </a:endParaRPr>
          </a:p>
        </p:txBody>
      </p:sp>
      <p:pic>
        <p:nvPicPr>
          <p:cNvPr id="2" name="Picture 1">
            <a:extLst>
              <a:ext uri="{FF2B5EF4-FFF2-40B4-BE49-F238E27FC236}">
                <a16:creationId xmlns:a16="http://schemas.microsoft.com/office/drawing/2014/main" id="{0F1413F2-FA04-568B-DA09-D35AB0EC72C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10174023" y="372494"/>
            <a:ext cx="1501270" cy="518205"/>
          </a:xfrm>
          <a:prstGeom prst="rect">
            <a:avLst/>
          </a:prstGeom>
        </p:spPr>
      </p:pic>
    </p:spTree>
    <p:extLst>
      <p:ext uri="{BB962C8B-B14F-4D97-AF65-F5344CB8AC3E}">
        <p14:creationId xmlns:p14="http://schemas.microsoft.com/office/powerpoint/2010/main" val="583014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01872C-523C-E659-D1F9-B674B725EF6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3B829B5-6836-78EE-82BD-288EBC559C6E}"/>
              </a:ext>
            </a:extLst>
          </p:cNvPr>
          <p:cNvSpPr>
            <a:spLocks noGrp="1"/>
          </p:cNvSpPr>
          <p:nvPr>
            <p:ph type="title"/>
          </p:nvPr>
        </p:nvSpPr>
        <p:spPr/>
        <p:txBody>
          <a:bodyPr/>
          <a:lstStyle/>
          <a:p>
            <a:pPr algn="l"/>
            <a:r>
              <a:rPr lang="en-US" b="1" dirty="0"/>
              <a:t>Show Me What You’ve Got! </a:t>
            </a:r>
            <a:r>
              <a:rPr lang="en-US" sz="2000" b="1" dirty="0">
                <a:solidFill>
                  <a:schemeClr val="bg1"/>
                </a:solidFill>
              </a:rPr>
              <a:t>(4 of 4)</a:t>
            </a:r>
          </a:p>
        </p:txBody>
      </p:sp>
      <p:sp>
        <p:nvSpPr>
          <p:cNvPr id="9" name="Text Placeholder 2">
            <a:extLst>
              <a:ext uri="{FF2B5EF4-FFF2-40B4-BE49-F238E27FC236}">
                <a16:creationId xmlns:a16="http://schemas.microsoft.com/office/drawing/2014/main" id="{65F72D48-161D-34EA-1092-F01297B5BAE2}"/>
              </a:ext>
              <a:ext uri="{C183D7F6-B498-43B3-948B-1728B52AA6E4}">
                <adec:decorative xmlns:adec="http://schemas.microsoft.com/office/drawing/2017/decorative" val="1"/>
              </a:ext>
            </a:extLst>
          </p:cNvPr>
          <p:cNvSpPr txBox="1">
            <a:spLocks/>
          </p:cNvSpPr>
          <p:nvPr/>
        </p:nvSpPr>
        <p:spPr>
          <a:xfrm>
            <a:off x="777240" y="1616140"/>
            <a:ext cx="10471759" cy="4021914"/>
          </a:xfrm>
          <a:prstGeom prst="rect">
            <a:avLst/>
          </a:prstGeom>
        </p:spPr>
        <p:txBody>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l">
              <a:buNone/>
            </a:pPr>
            <a:endParaRPr lang="en-US" sz="2800" b="0" i="0" u="none" strike="noStrike" baseline="0" dirty="0">
              <a:solidFill>
                <a:schemeClr val="bg2">
                  <a:lumMod val="25000"/>
                </a:schemeClr>
              </a:solidFill>
            </a:endParaRPr>
          </a:p>
        </p:txBody>
      </p:sp>
    </p:spTree>
    <p:extLst>
      <p:ext uri="{BB962C8B-B14F-4D97-AF65-F5344CB8AC3E}">
        <p14:creationId xmlns:p14="http://schemas.microsoft.com/office/powerpoint/2010/main" val="39664004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6526A4E-430A-7F6C-63B6-E74740858B16}"/>
              </a:ext>
            </a:extLst>
          </p:cNvPr>
          <p:cNvSpPr>
            <a:spLocks noGrp="1"/>
          </p:cNvSpPr>
          <p:nvPr>
            <p:ph type="title" idx="4294967295"/>
          </p:nvPr>
        </p:nvSpPr>
        <p:spPr>
          <a:xfrm>
            <a:off x="838200" y="-330926"/>
            <a:ext cx="10514013" cy="330926"/>
          </a:xfrm>
          <a:prstGeom prst="rect">
            <a:avLst/>
          </a:prstGeom>
        </p:spPr>
        <p:txBody>
          <a:bodyPr anchor="b"/>
          <a:lstStyle/>
          <a:p>
            <a:r>
              <a:rPr lang="en-US" sz="2000" dirty="0">
                <a:solidFill>
                  <a:schemeClr val="bg2"/>
                </a:solidFill>
              </a:rPr>
              <a:t>Prepare</a:t>
            </a:r>
          </a:p>
        </p:txBody>
      </p:sp>
    </p:spTree>
    <p:extLst>
      <p:ext uri="{BB962C8B-B14F-4D97-AF65-F5344CB8AC3E}">
        <p14:creationId xmlns:p14="http://schemas.microsoft.com/office/powerpoint/2010/main" val="7845629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1C6DF-139C-D914-CA27-40434903786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9A76E7-5405-452B-A5DD-6B559DABE30F}"/>
              </a:ext>
            </a:extLst>
          </p:cNvPr>
          <p:cNvSpPr>
            <a:spLocks noGrp="1"/>
          </p:cNvSpPr>
          <p:nvPr>
            <p:ph type="title"/>
          </p:nvPr>
        </p:nvSpPr>
        <p:spPr/>
        <p:txBody>
          <a:bodyPr/>
          <a:lstStyle/>
          <a:p>
            <a:pPr algn="l"/>
            <a:r>
              <a:rPr lang="en-US" b="1" dirty="0"/>
              <a:t>Prepare for Module 2 Topic 2 Lesson 3</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06890774-7848-58D0-0262-B11B4D8F7BE9}"/>
                  </a:ext>
                </a:extLst>
              </p:cNvPr>
              <p:cNvSpPr txBox="1">
                <a:spLocks/>
              </p:cNvSpPr>
              <p:nvPr/>
            </p:nvSpPr>
            <p:spPr>
              <a:xfrm>
                <a:off x="777240" y="1611086"/>
                <a:ext cx="9472546" cy="4580708"/>
              </a:xfrm>
              <a:prstGeom prst="rect">
                <a:avLst/>
              </a:prstGeom>
            </p:spPr>
            <p:txBody>
              <a:bodyPr lIns="91440" tIns="45720" rIns="91440" bIns="45720" anchor="t"/>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spcAft>
                    <a:spcPts val="1200"/>
                  </a:spcAft>
                  <a:buNone/>
                </a:pPr>
                <a:r>
                  <a:rPr lang="en-US" sz="2800" dirty="0">
                    <a:solidFill>
                      <a:srgbClr val="000000"/>
                    </a:solidFill>
                  </a:rPr>
                  <a:t>Determine the reciprocal of each value.</a:t>
                </a:r>
              </a:p>
              <a:p>
                <a:pPr marL="0" indent="0">
                  <a:buNone/>
                </a:pPr>
                <a:r>
                  <a:rPr lang="en-US" sz="2800" dirty="0">
                    <a:solidFill>
                      <a:srgbClr val="000000"/>
                    </a:solidFill>
                  </a:rPr>
                  <a:t>1.  3				2.  −10 </a:t>
                </a:r>
              </a:p>
              <a:p>
                <a:pPr marL="0" indent="0">
                  <a:buNone/>
                </a:pPr>
                <a:br>
                  <a:rPr lang="en-US" sz="2800" dirty="0">
                    <a:solidFill>
                      <a:srgbClr val="000000"/>
                    </a:solidFill>
                  </a:rPr>
                </a:br>
                <a:endParaRPr lang="en-US" sz="2800" dirty="0">
                  <a:solidFill>
                    <a:srgbClr val="000000"/>
                  </a:solidFill>
                </a:endParaRPr>
              </a:p>
              <a:p>
                <a:pPr marL="0" indent="0">
                  <a:buNone/>
                </a:pPr>
                <a:r>
                  <a:rPr lang="en-US" sz="2800" b="0" i="0" u="none" strike="noStrike" baseline="0" dirty="0">
                    <a:solidFill>
                      <a:srgbClr val="000000"/>
                    </a:solidFill>
                  </a:rPr>
                  <a:t>3.  </a:t>
                </a:r>
                <a14:m>
                  <m:oMath xmlns:m="http://schemas.openxmlformats.org/officeDocument/2006/math">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1</m:t>
                        </m:r>
                      </m:num>
                      <m:den>
                        <m:r>
                          <a:rPr lang="en-US" sz="2800" b="0" i="1" u="none" strike="noStrike" baseline="0" smtClean="0">
                            <a:solidFill>
                              <a:srgbClr val="000000"/>
                            </a:solidFill>
                            <a:latin typeface="Cambria Math" panose="02040503050406030204" pitchFamily="18" charset="0"/>
                          </a:rPr>
                          <m:t>5</m:t>
                        </m:r>
                      </m:den>
                    </m:f>
                  </m:oMath>
                </a14:m>
                <a:r>
                  <a:rPr lang="en-US" sz="2800" b="0" i="0" u="none" strike="noStrike" baseline="0" dirty="0">
                    <a:solidFill>
                      <a:srgbClr val="000000"/>
                    </a:solidFill>
                  </a:rPr>
                  <a:t>				4.  </a:t>
                </a:r>
                <a14:m>
                  <m:oMath xmlns:m="http://schemas.openxmlformats.org/officeDocument/2006/math">
                    <m:r>
                      <a:rPr lang="en-US" sz="2800" b="0" i="0" u="none" strike="noStrike" baseline="0" smtClean="0">
                        <a:solidFill>
                          <a:srgbClr val="000000"/>
                        </a:solidFill>
                        <a:latin typeface="Cambria Math" panose="02040503050406030204" pitchFamily="18" charset="0"/>
                      </a:rPr>
                      <m:t>−</m:t>
                    </m:r>
                    <m:f>
                      <m:fPr>
                        <m:ctrlPr>
                          <a:rPr lang="en-US" sz="2800" b="0" i="1" u="none" strike="noStrike" baseline="0" smtClean="0">
                            <a:solidFill>
                              <a:srgbClr val="000000"/>
                            </a:solidFill>
                            <a:latin typeface="Cambria Math" panose="02040503050406030204" pitchFamily="18" charset="0"/>
                          </a:rPr>
                        </m:ctrlPr>
                      </m:fPr>
                      <m:num>
                        <m:r>
                          <a:rPr lang="en-US" sz="2800" b="0" i="1" u="none" strike="noStrike" baseline="0" smtClean="0">
                            <a:solidFill>
                              <a:srgbClr val="000000"/>
                            </a:solidFill>
                            <a:latin typeface="Cambria Math" panose="02040503050406030204" pitchFamily="18" charset="0"/>
                          </a:rPr>
                          <m:t>5</m:t>
                        </m:r>
                      </m:num>
                      <m:den>
                        <m:r>
                          <a:rPr lang="en-US" sz="2800" b="0" i="1" u="none" strike="noStrike" baseline="0" smtClean="0">
                            <a:solidFill>
                              <a:srgbClr val="000000"/>
                            </a:solidFill>
                            <a:latin typeface="Cambria Math" panose="02040503050406030204" pitchFamily="18" charset="0"/>
                          </a:rPr>
                          <m:t>4</m:t>
                        </m:r>
                      </m:den>
                    </m:f>
                  </m:oMath>
                </a14:m>
                <a:endParaRPr lang="en-US" sz="2800" b="0" i="0" u="none" strike="noStrike" baseline="0" dirty="0">
                  <a:solidFill>
                    <a:srgbClr val="000000"/>
                  </a:solidFill>
                </a:endParaRPr>
              </a:p>
              <a:p>
                <a:pPr marL="0" indent="0">
                  <a:buNone/>
                </a:pPr>
                <a:br>
                  <a:rPr lang="en-US" sz="2800" b="0" i="0" u="none" strike="noStrike" baseline="0" dirty="0">
                    <a:solidFill>
                      <a:srgbClr val="000000"/>
                    </a:solidFill>
                  </a:rPr>
                </a:br>
                <a:endParaRPr lang="en-US" sz="2800" b="0" i="0" u="none" strike="noStrike" baseline="0" dirty="0">
                  <a:solidFill>
                    <a:srgbClr val="000000"/>
                  </a:solidFill>
                </a:endParaRPr>
              </a:p>
              <a:p>
                <a:pPr marL="0" indent="0">
                  <a:buNone/>
                </a:pPr>
                <a:r>
                  <a:rPr lang="en-US" sz="2800" dirty="0">
                    <a:solidFill>
                      <a:srgbClr val="000000"/>
                    </a:solidFill>
                  </a:rPr>
                  <a:t>5.  −</a:t>
                </a:r>
                <a:r>
                  <a:rPr lang="en-US" sz="2800" i="1" dirty="0">
                    <a:solidFill>
                      <a:srgbClr val="000000"/>
                    </a:solidFill>
                  </a:rPr>
                  <a:t>c</a:t>
                </a:r>
                <a:r>
                  <a:rPr lang="en-US" sz="2800" dirty="0">
                    <a:solidFill>
                      <a:srgbClr val="000000"/>
                    </a:solidFill>
                  </a:rPr>
                  <a:t>				6.  </a:t>
                </a:r>
                <a14:m>
                  <m:oMath xmlns:m="http://schemas.openxmlformats.org/officeDocument/2006/math">
                    <m:f>
                      <m:fPr>
                        <m:ctrlPr>
                          <a:rPr lang="en-US" sz="2800" i="1" smtClean="0">
                            <a:solidFill>
                              <a:srgbClr val="000000"/>
                            </a:solidFill>
                            <a:latin typeface="Cambria Math" panose="02040503050406030204" pitchFamily="18" charset="0"/>
                          </a:rPr>
                        </m:ctrlPr>
                      </m:fPr>
                      <m:num>
                        <m:r>
                          <a:rPr lang="en-US" sz="2800" b="0" i="1" smtClean="0">
                            <a:solidFill>
                              <a:srgbClr val="000000"/>
                            </a:solidFill>
                            <a:latin typeface="Cambria Math" panose="02040503050406030204" pitchFamily="18" charset="0"/>
                          </a:rPr>
                          <m:t>𝑎</m:t>
                        </m:r>
                      </m:num>
                      <m:den>
                        <m:r>
                          <a:rPr lang="en-US" sz="2800" b="0" i="1" smtClean="0">
                            <a:solidFill>
                              <a:srgbClr val="000000"/>
                            </a:solidFill>
                            <a:latin typeface="Cambria Math" panose="02040503050406030204" pitchFamily="18" charset="0"/>
                          </a:rPr>
                          <m:t>𝑏</m:t>
                        </m:r>
                      </m:den>
                    </m:f>
                  </m:oMath>
                </a14:m>
                <a:endParaRPr lang="en-US" sz="2800" b="0" i="1" u="none" strike="noStrike" baseline="0" dirty="0">
                  <a:solidFill>
                    <a:srgbClr val="000000"/>
                  </a:solidFill>
                </a:endParaRPr>
              </a:p>
              <a:p>
                <a:pPr marL="0" indent="0">
                  <a:buNone/>
                </a:pPr>
                <a:endParaRPr lang="en-US" sz="2800" dirty="0">
                  <a:solidFill>
                    <a:srgbClr val="000000"/>
                  </a:solidFill>
                </a:endParaRPr>
              </a:p>
            </p:txBody>
          </p:sp>
        </mc:Choice>
        <mc:Fallback xmlns="">
          <p:sp>
            <p:nvSpPr>
              <p:cNvPr id="2" name="Text Placeholder 2">
                <a:extLst>
                  <a:ext uri="{FF2B5EF4-FFF2-40B4-BE49-F238E27FC236}">
                    <a16:creationId xmlns:a16="http://schemas.microsoft.com/office/drawing/2014/main" id="{06890774-7848-58D0-0262-B11B4D8F7BE9}"/>
                  </a:ext>
                </a:extLst>
              </p:cNvPr>
              <p:cNvSpPr txBox="1">
                <a:spLocks noRot="1" noChangeAspect="1" noMove="1" noResize="1" noEditPoints="1" noAdjustHandles="1" noChangeArrowheads="1" noChangeShapeType="1" noTextEdit="1"/>
              </p:cNvSpPr>
              <p:nvPr/>
            </p:nvSpPr>
            <p:spPr>
              <a:xfrm>
                <a:off x="777240" y="1611086"/>
                <a:ext cx="9472546" cy="4580708"/>
              </a:xfrm>
              <a:prstGeom prst="rect">
                <a:avLst/>
              </a:prstGeom>
              <a:blipFill>
                <a:blip r:embed="rId3"/>
                <a:stretch>
                  <a:fillRect l="-1352" t="-1197"/>
                </a:stretch>
              </a:blipFill>
            </p:spPr>
            <p:txBody>
              <a:bodyPr/>
              <a:lstStyle/>
              <a:p>
                <a:r>
                  <a:rPr lang="en-US">
                    <a:noFill/>
                  </a:rPr>
                  <a:t> </a:t>
                </a:r>
              </a:p>
            </p:txBody>
          </p:sp>
        </mc:Fallback>
      </mc:AlternateContent>
      <p:sp>
        <p:nvSpPr>
          <p:cNvPr id="5" name="Answer 5"/>
          <p:cNvSpPr txBox="1"/>
          <p:nvPr/>
        </p:nvSpPr>
        <p:spPr>
          <a:xfrm>
            <a:off x="1143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a:t>
            </a:r>
          </a:p>
        </p:txBody>
      </p:sp>
      <p:sp>
        <p:nvSpPr>
          <p:cNvPr id="6" name="Answer 6"/>
          <p:cNvSpPr txBox="1"/>
          <p:nvPr/>
        </p:nvSpPr>
        <p:spPr>
          <a:xfrm>
            <a:off x="4445000" y="28575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−1/10</a:t>
            </a:r>
          </a:p>
        </p:txBody>
      </p:sp>
      <p:sp>
        <p:nvSpPr>
          <p:cNvPr id="7" name="Answer 7"/>
          <p:cNvSpPr txBox="1"/>
          <p:nvPr/>
        </p:nvSpPr>
        <p:spPr>
          <a:xfrm>
            <a:off x="1143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5</a:t>
            </a:r>
          </a:p>
        </p:txBody>
      </p:sp>
      <p:sp>
        <p:nvSpPr>
          <p:cNvPr id="8" name="Answer 8"/>
          <p:cNvSpPr txBox="1"/>
          <p:nvPr/>
        </p:nvSpPr>
        <p:spPr>
          <a:xfrm>
            <a:off x="4445000" y="4572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−4/5</a:t>
            </a:r>
          </a:p>
        </p:txBody>
      </p:sp>
      <p:sp>
        <p:nvSpPr>
          <p:cNvPr id="9" name="Answer 9"/>
          <p:cNvSpPr txBox="1"/>
          <p:nvPr/>
        </p:nvSpPr>
        <p:spPr>
          <a:xfrm>
            <a:off x="1143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−1/c</a:t>
            </a:r>
          </a:p>
        </p:txBody>
      </p:sp>
      <p:sp>
        <p:nvSpPr>
          <p:cNvPr id="10" name="Answer 10"/>
          <p:cNvSpPr txBox="1"/>
          <p:nvPr/>
        </p:nvSpPr>
        <p:spPr>
          <a:xfrm>
            <a:off x="4445000" y="6096000"/>
            <a:ext cx="254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b/a</a:t>
            </a:r>
          </a:p>
        </p:txBody>
      </p:sp>
    </p:spTree>
    <p:extLst>
      <p:ext uri="{BB962C8B-B14F-4D97-AF65-F5344CB8AC3E}">
        <p14:creationId xmlns:p14="http://schemas.microsoft.com/office/powerpoint/2010/main" val="34927814"/>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AF44A-A2BF-5213-0768-B06DA52229A6}"/>
              </a:ext>
            </a:extLst>
          </p:cNvPr>
          <p:cNvSpPr>
            <a:spLocks noGrp="1"/>
          </p:cNvSpPr>
          <p:nvPr>
            <p:ph type="title" idx="4294967295"/>
          </p:nvPr>
        </p:nvSpPr>
        <p:spPr>
          <a:xfrm>
            <a:off x="838200" y="-374469"/>
            <a:ext cx="10514013" cy="374469"/>
          </a:xfrm>
          <a:prstGeom prst="rect">
            <a:avLst/>
          </a:prstGeom>
        </p:spPr>
        <p:txBody>
          <a:bodyPr anchor="b"/>
          <a:lstStyle/>
          <a:p>
            <a:r>
              <a:rPr lang="en-US" sz="2000" dirty="0">
                <a:solidFill>
                  <a:schemeClr val="bg2"/>
                </a:solidFill>
              </a:rPr>
              <a:t>Acknowledgment and Notice</a:t>
            </a:r>
          </a:p>
        </p:txBody>
      </p:sp>
    </p:spTree>
    <p:extLst>
      <p:ext uri="{BB962C8B-B14F-4D97-AF65-F5344CB8AC3E}">
        <p14:creationId xmlns:p14="http://schemas.microsoft.com/office/powerpoint/2010/main" val="363287788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05E585-903C-AE75-891E-98E899BA927D}"/>
              </a:ext>
            </a:extLst>
          </p:cNvPr>
          <p:cNvSpPr>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schemeClr val="bg1"/>
                </a:solidFill>
                <a:effectLst/>
                <a:uLnTx/>
                <a:uFillTx/>
                <a:latin typeface="+mn-lt"/>
                <a:ea typeface="+mn-ea"/>
                <a:cs typeface="+mn-cs"/>
              </a:rPr>
              <a:t>BLMATH_AlgI_M2_T2_L2_DCS_ENG</a:t>
            </a:r>
            <a:endParaRPr kumimoji="0" lang="en-US" sz="1800" b="0" i="0" u="none" strike="noStrike" kern="1200" cap="none" spc="0" normalizeH="0" baseline="0" noProof="0" dirty="0">
              <a:ln>
                <a:noFill/>
              </a:ln>
              <a:solidFill>
                <a:schemeClr val="bg1"/>
              </a:solidFill>
              <a:effectLst/>
              <a:uLnTx/>
              <a:uFillTx/>
              <a:latin typeface="+mn-lt"/>
              <a:ea typeface="Calibri"/>
              <a:cs typeface="Calibri"/>
            </a:endParaRPr>
          </a:p>
        </p:txBody>
      </p:sp>
    </p:spTree>
    <p:extLst>
      <p:ext uri="{BB962C8B-B14F-4D97-AF65-F5344CB8AC3E}">
        <p14:creationId xmlns:p14="http://schemas.microsoft.com/office/powerpoint/2010/main" val="130857272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Q2: the TE gives the reciprocal of −10 as 1/10; it is −1/10.</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22's second item 'a.' is b; slide 23's two 'a.' items are c and d; slides 46, 47, 49 and 50 are items 2, 3, 5 and 6, not '1.'</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a:t>
            </a:r>
          </a:p>
        </p:txBody>
      </p:sp>
    </p:spTree>
  </p:cSld>
  <p:clrMapOvr>
    <a:masterClrMapping/>
  </p:clrMapOvr>
</p:sld>
</file>

<file path=ppt/theme/theme1.xml><?xml version="1.0" encoding="utf-8"?>
<a:theme xmlns:a="http://schemas.openxmlformats.org/drawingml/2006/main" name="A1_green">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G7_navy">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G8_purple">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G6_teal">
  <a:themeElements>
    <a:clrScheme name="TEA K-5">
      <a:dk1>
        <a:srgbClr val="002060"/>
      </a:dk1>
      <a:lt1>
        <a:sysClr val="window" lastClr="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aa991ed-cfdb-45f0-90fe-74f6c83d7f1e" xsi:nil="true"/>
    <lcf76f155ced4ddcb4097134ff3c332f xmlns="33e0dbe9-2ee3-4e40-8d2a-c14405aa398e">
      <Terms xmlns="http://schemas.microsoft.com/office/infopath/2007/PartnerControls"/>
    </lcf76f155ced4ddcb4097134ff3c332f>
    <Uploaded xmlns="33e0dbe9-2ee3-4e40-8d2a-c14405aa398e">true</Uploaded>
    <SharedWithUsers xmlns="5aa991ed-cfdb-45f0-90fe-74f6c83d7f1e">
      <UserInfo>
        <DisplayName/>
        <AccountId xsi:nil="true"/>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8DFB36-FBAE-42FF-A732-AA8F5E6D15D5}">
  <ds:schemaRefs>
    <ds:schemaRef ds:uri="http://purl.org/dc/terms/"/>
    <ds:schemaRef ds:uri="5aa991ed-cfdb-45f0-90fe-74f6c83d7f1e"/>
    <ds:schemaRef ds:uri="http://schemas.microsoft.com/office/2006/documentManagement/types"/>
    <ds:schemaRef ds:uri="http://schemas.microsoft.com/office/infopath/2007/PartnerControls"/>
    <ds:schemaRef ds:uri="http://purl.org/dc/elements/1.1/"/>
    <ds:schemaRef ds:uri="http://schemas.microsoft.com/office/2006/metadata/propertie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E94E78E5-0154-4C1E-9E02-E002822E6AD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4C40A32-31E8-4858-87A9-973F15D55D2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7841</TotalTime>
  <Words>6688</Words>
  <Application>Microsoft Office PowerPoint</Application>
  <PresentationFormat>Custom</PresentationFormat>
  <Paragraphs>580</Paragraphs>
  <Slides>61</Slides>
  <Notes>61</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61</vt:i4>
      </vt:variant>
    </vt:vector>
  </HeadingPairs>
  <TitlesOfParts>
    <vt:vector size="69" baseType="lpstr">
      <vt:lpstr>Arial</vt:lpstr>
      <vt:lpstr>Calibri</vt:lpstr>
      <vt:lpstr>Cambria Math</vt:lpstr>
      <vt:lpstr>Wingdings</vt:lpstr>
      <vt:lpstr>A1_green</vt:lpstr>
      <vt:lpstr>G7_navy</vt:lpstr>
      <vt:lpstr>G8_purple</vt:lpstr>
      <vt:lpstr>G6_teal</vt:lpstr>
      <vt:lpstr>Vertical and Horizontal  Transformations of Linear Functions</vt:lpstr>
      <vt:lpstr>Objectives</vt:lpstr>
      <vt:lpstr>Essential Question (1 of 2)</vt:lpstr>
      <vt:lpstr>Day 1</vt:lpstr>
      <vt:lpstr>Getting Started</vt:lpstr>
      <vt:lpstr>Hey, I Remember This! (1 of 4)</vt:lpstr>
      <vt:lpstr>Hey, I Remember This! (2 of 4)</vt:lpstr>
      <vt:lpstr>Hey, I Remember This! (3 of 4)</vt:lpstr>
      <vt:lpstr>Hey, I Remember This! (4 of 4)</vt:lpstr>
      <vt:lpstr>Activity 2.1</vt:lpstr>
      <vt:lpstr>Comparing Vertical and Horizontal Translations (1 of 17)</vt:lpstr>
      <vt:lpstr>Comparing Vertical and Horizontal Translations (2 of 17)</vt:lpstr>
      <vt:lpstr>Comparing Vertical and Horizontal Translations (3 of 17)</vt:lpstr>
      <vt:lpstr>Comparing Vertical and Horizontal Translations (4 of 17)</vt:lpstr>
      <vt:lpstr>Comparing Vertical and Horizontal Translations (5 of 17)</vt:lpstr>
      <vt:lpstr>Comparing Vertical and Horizontal Translations (6 of 17)</vt:lpstr>
      <vt:lpstr>Comparing Vertical and Horizontal Translations (7 of 17)</vt:lpstr>
      <vt:lpstr>Comparing Vertical and Horizontal Translations (8 of 17)</vt:lpstr>
      <vt:lpstr>Comparing Vertical and Horizontal Translations (9 of 17)</vt:lpstr>
      <vt:lpstr>Comparing Vertical and Horizontal Translations (10 of 17)</vt:lpstr>
      <vt:lpstr>Comparing Vertical and Horizontal Translations (11 of 17)</vt:lpstr>
      <vt:lpstr>Comparing Vertical and Horizontal Translations (12 of 17)</vt:lpstr>
      <vt:lpstr>Comparing Vertical and Horizontal Translations (13 of 17)</vt:lpstr>
      <vt:lpstr>Comparing Vertical and Horizontal Translations (14 of 17)</vt:lpstr>
      <vt:lpstr>Comparing Vertical and Horizontal Translations (15 of 17)</vt:lpstr>
      <vt:lpstr>Comparing Vertical and Horizontal Translations (16 of 17)</vt:lpstr>
      <vt:lpstr>Comparing Vertical and Horizontal Translations (17 of 17)</vt:lpstr>
      <vt:lpstr>Day 2</vt:lpstr>
      <vt:lpstr>Essential Question (2 of 2)</vt:lpstr>
      <vt:lpstr>Activity 2.2</vt:lpstr>
      <vt:lpstr>Comparing Vertical and Horizontal Dilations (1 of 13)</vt:lpstr>
      <vt:lpstr>Comparing Vertical and Horizontal Dilations (2 of 13)</vt:lpstr>
      <vt:lpstr>Comparing Vertical and Horizontal Dilations (3 of 13)</vt:lpstr>
      <vt:lpstr>Comparing Vertical and Horizontal Dilations (4 of 13)</vt:lpstr>
      <vt:lpstr>Comparing Vertical and Horizontal Dilations (5 of 13)</vt:lpstr>
      <vt:lpstr>Comparing Vertical and Horizontal Dilations (6 of 13)</vt:lpstr>
      <vt:lpstr>Comparing Vertical and Horizontal Dilations (7 of 13)</vt:lpstr>
      <vt:lpstr>Comparing Vertical and Horizontal Dilations (8 of 13)</vt:lpstr>
      <vt:lpstr>Comparing Vertical and Horizontal Dilations (9 of 13)</vt:lpstr>
      <vt:lpstr>Comparing Vertical and Horizontal Dilations (10 of 13)</vt:lpstr>
      <vt:lpstr>Comparing Vertical and Horizontal Dilations (11 of 13)</vt:lpstr>
      <vt:lpstr>Comparing Vertical and Horizontal Dilations (12 of 13)</vt:lpstr>
      <vt:lpstr>Comparing Vertical and Horizontal Dilations (13 of 13)</vt:lpstr>
      <vt:lpstr>Activity 2.3</vt:lpstr>
      <vt:lpstr>Graphing Linear Transformations (1 of 8)</vt:lpstr>
      <vt:lpstr>Graphing Linear Transformations (2 of 8)</vt:lpstr>
      <vt:lpstr>Graphing Linear Transformations (3 of 8)</vt:lpstr>
      <vt:lpstr>Graphing Linear Transformations (4 of 8)</vt:lpstr>
      <vt:lpstr>Graphing Linear Transformations (5 of 8)</vt:lpstr>
      <vt:lpstr>Graphing Linear Transformations (6 of 8)</vt:lpstr>
      <vt:lpstr>Graphing Linear Transformations (7 of 8)</vt:lpstr>
      <vt:lpstr>Graphing Linear Transformations (8 of 8)</vt:lpstr>
      <vt:lpstr>Talk the Talk</vt:lpstr>
      <vt:lpstr>Show Me What You’ve Got! (1 of 4)</vt:lpstr>
      <vt:lpstr>Show Me What You’ve Got! (2 of 4)</vt:lpstr>
      <vt:lpstr>Show Me What You’ve Got! (3 of 4)</vt:lpstr>
      <vt:lpstr>Show Me What You’ve Got! (4 of 4)</vt:lpstr>
      <vt:lpstr>Prepare</vt:lpstr>
      <vt:lpstr>Prepare for Module 2 Topic 2 Lesson 3</vt:lpstr>
      <vt:lpstr>Acknowledgment and Notice</vt:lpstr>
      <vt:lpstr>BLMATH_AlgI_M2_T2_L2_DCS_ENG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Singh Amandeep</dc:creator>
  <cp:lastModifiedBy>Gann, Nickole</cp:lastModifiedBy>
  <cp:revision>111</cp:revision>
  <dcterms:created xsi:type="dcterms:W3CDTF">2024-02-22T09:58:00Z</dcterms:created>
  <dcterms:modified xsi:type="dcterms:W3CDTF">2025-05-28T18:58:29Z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