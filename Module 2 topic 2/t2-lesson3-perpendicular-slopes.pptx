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Slope = (−2 − 4) ÷ (2 − (−1)) = −6 ÷ 3 = −2.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do you find the slope of a perpendicular line?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Perpendicular slope: −½. Put in the point: 1 = −½(4) + b = −2 + b, so b = 3.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475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line passes through the points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the line?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  <p:sp>
        <p:nvSpPr>
          <p:cNvPr id="95" name="Slide Number 9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equation represents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passes through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312)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  <p:sp>
        <p:nvSpPr>
          <p:cNvPr id="82" name="Slide Number 8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19</Slides>
  <Notes>19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