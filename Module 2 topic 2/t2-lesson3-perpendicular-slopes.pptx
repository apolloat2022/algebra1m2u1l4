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do you find the slope of a perpendicular line?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