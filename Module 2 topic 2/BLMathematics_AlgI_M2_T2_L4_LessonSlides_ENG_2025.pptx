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51"/>
  </p:notesMasterIdLst>
  <p:sldIdLst>
    <p:sldId id="329" r:id="rId8"/>
    <p:sldId id="300" r:id="rId9"/>
    <p:sldId id="365" r:id="rId10"/>
    <p:sldId id="366" r:id="rId11"/>
    <p:sldId id="360" r:id="rId12"/>
    <p:sldId id="334" r:id="rId13"/>
    <p:sldId id="378" r:id="rId14"/>
    <p:sldId id="367" r:id="rId15"/>
    <p:sldId id="352" r:id="rId16"/>
    <p:sldId id="359" r:id="rId17"/>
    <p:sldId id="379" r:id="rId18"/>
    <p:sldId id="380" r:id="rId19"/>
    <p:sldId id="381" r:id="rId20"/>
    <p:sldId id="382" r:id="rId21"/>
    <p:sldId id="383" r:id="rId22"/>
    <p:sldId id="376" r:id="rId23"/>
    <p:sldId id="317" r:id="rId24"/>
    <p:sldId id="337" r:id="rId25"/>
    <p:sldId id="384" r:id="rId26"/>
    <p:sldId id="369" r:id="rId27"/>
    <p:sldId id="353" r:id="rId28"/>
    <p:sldId id="344" r:id="rId29"/>
    <p:sldId id="370" r:id="rId30"/>
    <p:sldId id="361" r:id="rId31"/>
    <p:sldId id="385" r:id="rId32"/>
    <p:sldId id="390" r:id="rId33"/>
    <p:sldId id="354" r:id="rId34"/>
    <p:sldId id="372" r:id="rId35"/>
    <p:sldId id="355" r:id="rId36"/>
    <p:sldId id="377" r:id="rId37"/>
    <p:sldId id="386" r:id="rId38"/>
    <p:sldId id="387" r:id="rId39"/>
    <p:sldId id="388" r:id="rId40"/>
    <p:sldId id="389" r:id="rId41"/>
    <p:sldId id="362" r:id="rId42"/>
    <p:sldId id="328" r:id="rId43"/>
    <p:sldId id="350" r:id="rId44"/>
    <p:sldId id="373" r:id="rId45"/>
    <p:sldId id="356" r:id="rId46"/>
    <p:sldId id="374" r:id="rId47"/>
    <p:sldId id="375" r:id="rId48"/>
    <p:sldId id="357" r:id="rId49"/>
    <p:sldId id="294" r:id="rId50"/>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5"/>
            <p14:sldId id="366"/>
            <p14:sldId id="360"/>
            <p14:sldId id="334"/>
            <p14:sldId id="378"/>
            <p14:sldId id="367"/>
            <p14:sldId id="352"/>
            <p14:sldId id="359"/>
            <p14:sldId id="379"/>
            <p14:sldId id="380"/>
            <p14:sldId id="381"/>
            <p14:sldId id="382"/>
            <p14:sldId id="383"/>
            <p14:sldId id="376"/>
            <p14:sldId id="317"/>
            <p14:sldId id="337"/>
            <p14:sldId id="384"/>
            <p14:sldId id="369"/>
            <p14:sldId id="353"/>
            <p14:sldId id="344"/>
            <p14:sldId id="370"/>
            <p14:sldId id="361"/>
            <p14:sldId id="385"/>
            <p14:sldId id="390"/>
            <p14:sldId id="354"/>
            <p14:sldId id="372"/>
            <p14:sldId id="355"/>
            <p14:sldId id="377"/>
            <p14:sldId id="386"/>
            <p14:sldId id="387"/>
            <p14:sldId id="388"/>
            <p14:sldId id="389"/>
            <p14:sldId id="362"/>
            <p14:sldId id="328"/>
            <p14:sldId id="350"/>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6739"/>
    <a:srgbClr val="008F4C"/>
    <a:srgbClr val="2B8147"/>
    <a:srgbClr val="0084AC"/>
    <a:srgbClr val="61449B"/>
    <a:srgbClr val="143965"/>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8D26B6-D798-4432-B243-D603D36A7EA2}" v="1" dt="2025-05-28T19:00:16.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83"/>
    <p:restoredTop sz="78346" autoAdjust="0"/>
  </p:normalViewPr>
  <p:slideViewPr>
    <p:cSldViewPr snapToGrid="0">
      <p:cViewPr varScale="1">
        <p:scale>
          <a:sx n="53" d="100"/>
          <a:sy n="53" d="100"/>
        </p:scale>
        <p:origin x="1152" y="29"/>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and, Karrie" userId="23868a2e-e05c-4e18-9f80-537fd2a8fbe7" providerId="ADAL" clId="{982D9EFC-78CA-4815-93BD-745423C41BAE}"/>
    <pc:docChg chg="undo custSel addSld delSld modSld sldOrd modSection">
      <pc:chgData name="Holland, Karrie" userId="23868a2e-e05c-4e18-9f80-537fd2a8fbe7" providerId="ADAL" clId="{982D9EFC-78CA-4815-93BD-745423C41BAE}" dt="2025-04-04T01:29:23.848" v="3136" actId="255"/>
      <pc:docMkLst>
        <pc:docMk/>
      </pc:docMkLst>
      <pc:sldChg chg="modSp mod">
        <pc:chgData name="Holland, Karrie" userId="23868a2e-e05c-4e18-9f80-537fd2a8fbe7" providerId="ADAL" clId="{982D9EFC-78CA-4815-93BD-745423C41BAE}" dt="2025-04-04T01:28:02.831" v="3089" actId="20577"/>
        <pc:sldMkLst>
          <pc:docMk/>
          <pc:sldMk cId="1308572728" sldId="294"/>
        </pc:sldMkLst>
        <pc:spChg chg="mod">
          <ac:chgData name="Holland, Karrie" userId="23868a2e-e05c-4e18-9f80-537fd2a8fbe7" providerId="ADAL" clId="{982D9EFC-78CA-4815-93BD-745423C41BAE}" dt="2025-04-04T01:28:02.831" v="3089" actId="20577"/>
          <ac:spMkLst>
            <pc:docMk/>
            <pc:sldMk cId="1308572728" sldId="294"/>
            <ac:spMk id="2" creationId="{F405E585-903C-AE75-891E-98E899BA927D}"/>
          </ac:spMkLst>
        </pc:spChg>
      </pc:sldChg>
      <pc:sldChg chg="modSp mod modNotesTx">
        <pc:chgData name="Holland, Karrie" userId="23868a2e-e05c-4e18-9f80-537fd2a8fbe7" providerId="ADAL" clId="{982D9EFC-78CA-4815-93BD-745423C41BAE}" dt="2025-04-03T13:02:23.440" v="115" actId="20577"/>
        <pc:sldMkLst>
          <pc:docMk/>
          <pc:sldMk cId="3398606512" sldId="300"/>
        </pc:sldMkLst>
        <pc:spChg chg="mod">
          <ac:chgData name="Holland, Karrie" userId="23868a2e-e05c-4e18-9f80-537fd2a8fbe7" providerId="ADAL" clId="{982D9EFC-78CA-4815-93BD-745423C41BAE}" dt="2025-04-03T13:00:18.344" v="82" actId="20577"/>
          <ac:spMkLst>
            <pc:docMk/>
            <pc:sldMk cId="3398606512" sldId="300"/>
            <ac:spMk id="4" creationId="{7B3EF6D6-21DA-06B8-522B-BDF27854BF2C}"/>
          </ac:spMkLst>
        </pc:spChg>
      </pc:sldChg>
      <pc:sldChg chg="addSp modSp mod ord modNotesTx">
        <pc:chgData name="Holland, Karrie" userId="23868a2e-e05c-4e18-9f80-537fd2a8fbe7" providerId="ADAL" clId="{982D9EFC-78CA-4815-93BD-745423C41BAE}" dt="2025-04-03T23:18:24.578" v="1921" actId="255"/>
        <pc:sldMkLst>
          <pc:docMk/>
          <pc:sldMk cId="4113801324" sldId="317"/>
        </pc:sldMkLst>
        <pc:spChg chg="mod">
          <ac:chgData name="Holland, Karrie" userId="23868a2e-e05c-4e18-9f80-537fd2a8fbe7" providerId="ADAL" clId="{982D9EFC-78CA-4815-93BD-745423C41BAE}" dt="2025-04-03T23:18:24.578" v="1921" actId="255"/>
          <ac:spMkLst>
            <pc:docMk/>
            <pc:sldMk cId="4113801324" sldId="317"/>
            <ac:spMk id="4" creationId="{149FA50D-5DB0-765E-2A80-183E705A899F}"/>
          </ac:spMkLst>
        </pc:spChg>
        <pc:spChg chg="add mod">
          <ac:chgData name="Holland, Karrie" userId="23868a2e-e05c-4e18-9f80-537fd2a8fbe7" providerId="ADAL" clId="{982D9EFC-78CA-4815-93BD-745423C41BAE}" dt="2025-04-03T23:00:54.856" v="1306" actId="1037"/>
          <ac:spMkLst>
            <pc:docMk/>
            <pc:sldMk cId="4113801324" sldId="317"/>
            <ac:spMk id="5" creationId="{AAA53DF8-5EF3-31F9-D30C-00BF5849A5DE}"/>
          </ac:spMkLst>
        </pc:spChg>
        <pc:spChg chg="mod">
          <ac:chgData name="Holland, Karrie" userId="23868a2e-e05c-4e18-9f80-537fd2a8fbe7" providerId="ADAL" clId="{982D9EFC-78CA-4815-93BD-745423C41BAE}" dt="2025-04-03T23:00:01.408" v="1225" actId="14100"/>
          <ac:spMkLst>
            <pc:docMk/>
            <pc:sldMk cId="4113801324" sldId="317"/>
            <ac:spMk id="9" creationId="{AEE2E1EC-37FF-202A-334C-24D7800D23D2}"/>
          </ac:spMkLst>
        </pc:spChg>
        <pc:spChg chg="add mod">
          <ac:chgData name="Holland, Karrie" userId="23868a2e-e05c-4e18-9f80-537fd2a8fbe7" providerId="ADAL" clId="{982D9EFC-78CA-4815-93BD-745423C41BAE}" dt="2025-04-03T23:00:26.890" v="1256" actId="1038"/>
          <ac:spMkLst>
            <pc:docMk/>
            <pc:sldMk cId="4113801324" sldId="317"/>
            <ac:spMk id="11" creationId="{DEC69AC1-CE6F-25C1-7714-9E66263A65E4}"/>
          </ac:spMkLst>
        </pc:spChg>
        <pc:spChg chg="add mod">
          <ac:chgData name="Holland, Karrie" userId="23868a2e-e05c-4e18-9f80-537fd2a8fbe7" providerId="ADAL" clId="{982D9EFC-78CA-4815-93BD-745423C41BAE}" dt="2025-04-03T23:00:26.890" v="1256" actId="1038"/>
          <ac:spMkLst>
            <pc:docMk/>
            <pc:sldMk cId="4113801324" sldId="317"/>
            <ac:spMk id="12" creationId="{9B602097-0E67-507C-EAAE-F0E1F475B81E}"/>
          </ac:spMkLst>
        </pc:spChg>
        <pc:graphicFrameChg chg="add mod modGraphic">
          <ac:chgData name="Holland, Karrie" userId="23868a2e-e05c-4e18-9f80-537fd2a8fbe7" providerId="ADAL" clId="{982D9EFC-78CA-4815-93BD-745423C41BAE}" dt="2025-04-03T23:00:44.163" v="1293" actId="14100"/>
          <ac:graphicFrameMkLst>
            <pc:docMk/>
            <pc:sldMk cId="4113801324" sldId="317"/>
            <ac:graphicFrameMk id="10" creationId="{D4E7480A-4CC5-5AB9-169E-C627D029530D}"/>
          </ac:graphicFrameMkLst>
        </pc:graphicFrameChg>
        <pc:picChg chg="add mod modCrop">
          <ac:chgData name="Holland, Karrie" userId="23868a2e-e05c-4e18-9f80-537fd2a8fbe7" providerId="ADAL" clId="{982D9EFC-78CA-4815-93BD-745423C41BAE}" dt="2025-04-03T23:00:35.306" v="1292" actId="1038"/>
          <ac:picMkLst>
            <pc:docMk/>
            <pc:sldMk cId="4113801324" sldId="317"/>
            <ac:picMk id="3" creationId="{FBDA78C2-5D68-8A9B-FD6D-1E5ADCB30F91}"/>
          </ac:picMkLst>
        </pc:picChg>
        <pc:cxnChg chg="add mod">
          <ac:chgData name="Holland, Karrie" userId="23868a2e-e05c-4e18-9f80-537fd2a8fbe7" providerId="ADAL" clId="{982D9EFC-78CA-4815-93BD-745423C41BAE}" dt="2025-04-03T23:00:31.507" v="1276" actId="1038"/>
          <ac:cxnSpMkLst>
            <pc:docMk/>
            <pc:sldMk cId="4113801324" sldId="317"/>
            <ac:cxnSpMk id="8" creationId="{F0C79E61-783E-8A08-0630-45DB87C64CEA}"/>
          </ac:cxnSpMkLst>
        </pc:cxnChg>
      </pc:sldChg>
      <pc:sldChg chg="addSp delSp modSp mod modNotesTx">
        <pc:chgData name="Holland, Karrie" userId="23868a2e-e05c-4e18-9f80-537fd2a8fbe7" providerId="ADAL" clId="{982D9EFC-78CA-4815-93BD-745423C41BAE}" dt="2025-04-04T01:28:22.212" v="3099" actId="255"/>
        <pc:sldMkLst>
          <pc:docMk/>
          <pc:sldMk cId="1043301982" sldId="328"/>
        </pc:sldMkLst>
        <pc:spChg chg="mod">
          <ac:chgData name="Holland, Karrie" userId="23868a2e-e05c-4e18-9f80-537fd2a8fbe7" providerId="ADAL" clId="{982D9EFC-78CA-4815-93BD-745423C41BAE}" dt="2025-04-04T01:28:22.212" v="3099" actId="255"/>
          <ac:spMkLst>
            <pc:docMk/>
            <pc:sldMk cId="1043301982" sldId="328"/>
            <ac:spMk id="4" creationId="{C2450E22-BA7A-1EB0-C485-009C18ABD8EA}"/>
          </ac:spMkLst>
        </pc:spChg>
        <pc:spChg chg="add mod">
          <ac:chgData name="Holland, Karrie" userId="23868a2e-e05c-4e18-9f80-537fd2a8fbe7" providerId="ADAL" clId="{982D9EFC-78CA-4815-93BD-745423C41BAE}" dt="2025-04-04T01:08:55.332" v="2800" actId="14100"/>
          <ac:spMkLst>
            <pc:docMk/>
            <pc:sldMk cId="1043301982" sldId="328"/>
            <ac:spMk id="6" creationId="{E8E0D506-3DE0-A062-B734-5C48B45D05C3}"/>
          </ac:spMkLst>
        </pc:spChg>
        <pc:spChg chg="mod">
          <ac:chgData name="Holland, Karrie" userId="23868a2e-e05c-4e18-9f80-537fd2a8fbe7" providerId="ADAL" clId="{982D9EFC-78CA-4815-93BD-745423C41BAE}" dt="2025-04-04T01:08:30.944" v="2789" actId="5793"/>
          <ac:spMkLst>
            <pc:docMk/>
            <pc:sldMk cId="1043301982" sldId="328"/>
            <ac:spMk id="9" creationId="{55FC3408-36F1-2592-27C5-DCE179EDDB16}"/>
          </ac:spMkLst>
        </pc:spChg>
        <pc:graphicFrameChg chg="add mod modGraphic">
          <ac:chgData name="Holland, Karrie" userId="23868a2e-e05c-4e18-9f80-537fd2a8fbe7" providerId="ADAL" clId="{982D9EFC-78CA-4815-93BD-745423C41BAE}" dt="2025-04-04T01:07:32.899" v="2784" actId="1076"/>
          <ac:graphicFrameMkLst>
            <pc:docMk/>
            <pc:sldMk cId="1043301982" sldId="328"/>
            <ac:graphicFrameMk id="3" creationId="{3709527D-91E9-2561-193A-E7B2253C88FF}"/>
          </ac:graphicFrameMkLst>
        </pc:graphicFrameChg>
      </pc:sldChg>
      <pc:sldChg chg="modSp mod">
        <pc:chgData name="Holland, Karrie" userId="23868a2e-e05c-4e18-9f80-537fd2a8fbe7" providerId="ADAL" clId="{982D9EFC-78CA-4815-93BD-745423C41BAE}" dt="2025-04-03T12:50:12.257" v="9" actId="207"/>
        <pc:sldMkLst>
          <pc:docMk/>
          <pc:sldMk cId="2181925416" sldId="329"/>
        </pc:sldMkLst>
        <pc:spChg chg="mod">
          <ac:chgData name="Holland, Karrie" userId="23868a2e-e05c-4e18-9f80-537fd2a8fbe7" providerId="ADAL" clId="{982D9EFC-78CA-4815-93BD-745423C41BAE}" dt="2025-04-03T12:39:39.229" v="5" actId="20577"/>
          <ac:spMkLst>
            <pc:docMk/>
            <pc:sldMk cId="2181925416" sldId="329"/>
            <ac:spMk id="4" creationId="{C4BC507F-0143-6704-9C2B-18134FD88522}"/>
          </ac:spMkLst>
        </pc:spChg>
        <pc:spChg chg="mod">
          <ac:chgData name="Holland, Karrie" userId="23868a2e-e05c-4e18-9f80-537fd2a8fbe7" providerId="ADAL" clId="{982D9EFC-78CA-4815-93BD-745423C41BAE}" dt="2025-04-03T12:50:12.257" v="9" actId="207"/>
          <ac:spMkLst>
            <pc:docMk/>
            <pc:sldMk cId="2181925416" sldId="329"/>
            <ac:spMk id="9" creationId="{9F3F9AB4-72EE-E557-D442-1A774A8F85C1}"/>
          </ac:spMkLst>
        </pc:spChg>
      </pc:sldChg>
      <pc:sldChg chg="del">
        <pc:chgData name="Holland, Karrie" userId="23868a2e-e05c-4e18-9f80-537fd2a8fbe7" providerId="ADAL" clId="{982D9EFC-78CA-4815-93BD-745423C41BAE}" dt="2025-04-03T13:09:46.353" v="238" actId="47"/>
        <pc:sldMkLst>
          <pc:docMk/>
          <pc:sldMk cId="4047395165" sldId="333"/>
        </pc:sldMkLst>
      </pc:sldChg>
      <pc:sldChg chg="addSp modSp mod modNotesTx">
        <pc:chgData name="Holland, Karrie" userId="23868a2e-e05c-4e18-9f80-537fd2a8fbe7" providerId="ADAL" clId="{982D9EFC-78CA-4815-93BD-745423C41BAE}" dt="2025-04-03T23:15:46.674" v="1826" actId="255"/>
        <pc:sldMkLst>
          <pc:docMk/>
          <pc:sldMk cId="2582309794" sldId="334"/>
        </pc:sldMkLst>
        <pc:spChg chg="add mod">
          <ac:chgData name="Holland, Karrie" userId="23868a2e-e05c-4e18-9f80-537fd2a8fbe7" providerId="ADAL" clId="{982D9EFC-78CA-4815-93BD-745423C41BAE}" dt="2025-04-03T14:57:45.450" v="336" actId="14100"/>
          <ac:spMkLst>
            <pc:docMk/>
            <pc:sldMk cId="2582309794" sldId="334"/>
            <ac:spMk id="3" creationId="{805FC542-4DC6-8F9D-9666-E470B89D92B7}"/>
          </ac:spMkLst>
        </pc:spChg>
        <pc:spChg chg="mod">
          <ac:chgData name="Holland, Karrie" userId="23868a2e-e05c-4e18-9f80-537fd2a8fbe7" providerId="ADAL" clId="{982D9EFC-78CA-4815-93BD-745423C41BAE}" dt="2025-04-03T23:15:46.674" v="1826" actId="255"/>
          <ac:spMkLst>
            <pc:docMk/>
            <pc:sldMk cId="2582309794" sldId="334"/>
            <ac:spMk id="4" creationId="{C962E77F-B1D6-40AE-592B-5BAB37399846}"/>
          </ac:spMkLst>
        </pc:spChg>
        <pc:spChg chg="add mod">
          <ac:chgData name="Holland, Karrie" userId="23868a2e-e05c-4e18-9f80-537fd2a8fbe7" providerId="ADAL" clId="{982D9EFC-78CA-4815-93BD-745423C41BAE}" dt="2025-04-03T14:59:25.379" v="388" actId="1076"/>
          <ac:spMkLst>
            <pc:docMk/>
            <pc:sldMk cId="2582309794" sldId="334"/>
            <ac:spMk id="5" creationId="{BCE6389F-92C2-FDE5-2432-A2B5AF6FB960}"/>
          </ac:spMkLst>
        </pc:spChg>
        <pc:spChg chg="add mod">
          <ac:chgData name="Holland, Karrie" userId="23868a2e-e05c-4e18-9f80-537fd2a8fbe7" providerId="ADAL" clId="{982D9EFC-78CA-4815-93BD-745423C41BAE}" dt="2025-04-03T14:57:37.727" v="335" actId="20577"/>
          <ac:spMkLst>
            <pc:docMk/>
            <pc:sldMk cId="2582309794" sldId="334"/>
            <ac:spMk id="6" creationId="{98319DE0-8D4C-F07B-1898-0FCA3AAB9623}"/>
          </ac:spMkLst>
        </pc:spChg>
        <pc:spChg chg="mod">
          <ac:chgData name="Holland, Karrie" userId="23868a2e-e05c-4e18-9f80-537fd2a8fbe7" providerId="ADAL" clId="{982D9EFC-78CA-4815-93BD-745423C41BAE}" dt="2025-04-03T14:43:08.282" v="259" actId="5793"/>
          <ac:spMkLst>
            <pc:docMk/>
            <pc:sldMk cId="2582309794" sldId="334"/>
            <ac:spMk id="9" creationId="{88A40426-95CC-EF9E-540F-D1B1DE38C8D6}"/>
          </ac:spMkLst>
        </pc:spChg>
        <pc:graphicFrameChg chg="add mod modGraphic">
          <ac:chgData name="Holland, Karrie" userId="23868a2e-e05c-4e18-9f80-537fd2a8fbe7" providerId="ADAL" clId="{982D9EFC-78CA-4815-93BD-745423C41BAE}" dt="2025-04-03T14:59:21.792" v="387" actId="1036"/>
          <ac:graphicFrameMkLst>
            <pc:docMk/>
            <pc:sldMk cId="2582309794" sldId="334"/>
            <ac:graphicFrameMk id="2" creationId="{360FCFE7-DD75-9F5B-C2EE-8F8376A74F0E}"/>
          </ac:graphicFrameMkLst>
        </pc:graphicFrameChg>
      </pc:sldChg>
      <pc:sldChg chg="modSp del mod">
        <pc:chgData name="Holland, Karrie" userId="23868a2e-e05c-4e18-9f80-537fd2a8fbe7" providerId="ADAL" clId="{982D9EFC-78CA-4815-93BD-745423C41BAE}" dt="2025-04-03T15:01:35.848" v="415" actId="47"/>
        <pc:sldMkLst>
          <pc:docMk/>
          <pc:sldMk cId="3900736815" sldId="335"/>
        </pc:sldMkLst>
      </pc:sldChg>
      <pc:sldChg chg="modSp del mod">
        <pc:chgData name="Holland, Karrie" userId="23868a2e-e05c-4e18-9f80-537fd2a8fbe7" providerId="ADAL" clId="{982D9EFC-78CA-4815-93BD-745423C41BAE}" dt="2025-04-03T23:12:20.877" v="1791" actId="47"/>
        <pc:sldMkLst>
          <pc:docMk/>
          <pc:sldMk cId="2017961409" sldId="336"/>
        </pc:sldMkLst>
      </pc:sldChg>
      <pc:sldChg chg="addSp delSp modSp mod ord modNotesTx">
        <pc:chgData name="Holland, Karrie" userId="23868a2e-e05c-4e18-9f80-537fd2a8fbe7" providerId="ADAL" clId="{982D9EFC-78CA-4815-93BD-745423C41BAE}" dt="2025-04-03T23:19:27.578" v="1952" actId="255"/>
        <pc:sldMkLst>
          <pc:docMk/>
          <pc:sldMk cId="1878611190" sldId="337"/>
        </pc:sldMkLst>
        <pc:spChg chg="mod">
          <ac:chgData name="Holland, Karrie" userId="23868a2e-e05c-4e18-9f80-537fd2a8fbe7" providerId="ADAL" clId="{982D9EFC-78CA-4815-93BD-745423C41BAE}" dt="2025-04-03T23:19:27.578" v="1952" actId="255"/>
          <ac:spMkLst>
            <pc:docMk/>
            <pc:sldMk cId="1878611190" sldId="337"/>
            <ac:spMk id="4" creationId="{4B459C77-8992-C4E5-D2BB-2198F40557A1}"/>
          </ac:spMkLst>
        </pc:spChg>
        <pc:spChg chg="mod">
          <ac:chgData name="Holland, Karrie" userId="23868a2e-e05c-4e18-9f80-537fd2a8fbe7" providerId="ADAL" clId="{982D9EFC-78CA-4815-93BD-745423C41BAE}" dt="2025-04-03T23:18:57.617" v="1942" actId="20577"/>
          <ac:spMkLst>
            <pc:docMk/>
            <pc:sldMk cId="1878611190" sldId="337"/>
            <ac:spMk id="9" creationId="{1D8551D8-EB69-A1B3-909C-7E019355E286}"/>
          </ac:spMkLst>
        </pc:spChg>
      </pc:sldChg>
      <pc:sldChg chg="modSp del mod">
        <pc:chgData name="Holland, Karrie" userId="23868a2e-e05c-4e18-9f80-537fd2a8fbe7" providerId="ADAL" clId="{982D9EFC-78CA-4815-93BD-745423C41BAE}" dt="2025-04-03T23:12:23.398" v="1792" actId="47"/>
        <pc:sldMkLst>
          <pc:docMk/>
          <pc:sldMk cId="1287900711" sldId="338"/>
        </pc:sldMkLst>
      </pc:sldChg>
      <pc:sldChg chg="del">
        <pc:chgData name="Holland, Karrie" userId="23868a2e-e05c-4e18-9f80-537fd2a8fbe7" providerId="ADAL" clId="{982D9EFC-78CA-4815-93BD-745423C41BAE}" dt="2025-04-03T15:18:20.053" v="490" actId="47"/>
        <pc:sldMkLst>
          <pc:docMk/>
          <pc:sldMk cId="1375409818" sldId="339"/>
        </pc:sldMkLst>
      </pc:sldChg>
      <pc:sldChg chg="del">
        <pc:chgData name="Holland, Karrie" userId="23868a2e-e05c-4e18-9f80-537fd2a8fbe7" providerId="ADAL" clId="{982D9EFC-78CA-4815-93BD-745423C41BAE}" dt="2025-04-03T15:18:22.031" v="491" actId="47"/>
        <pc:sldMkLst>
          <pc:docMk/>
          <pc:sldMk cId="2134959916" sldId="340"/>
        </pc:sldMkLst>
      </pc:sldChg>
      <pc:sldChg chg="del">
        <pc:chgData name="Holland, Karrie" userId="23868a2e-e05c-4e18-9f80-537fd2a8fbe7" providerId="ADAL" clId="{982D9EFC-78CA-4815-93BD-745423C41BAE}" dt="2025-04-03T15:18:24.773" v="492" actId="47"/>
        <pc:sldMkLst>
          <pc:docMk/>
          <pc:sldMk cId="2412015448" sldId="341"/>
        </pc:sldMkLst>
      </pc:sldChg>
      <pc:sldChg chg="del">
        <pc:chgData name="Holland, Karrie" userId="23868a2e-e05c-4e18-9f80-537fd2a8fbe7" providerId="ADAL" clId="{982D9EFC-78CA-4815-93BD-745423C41BAE}" dt="2025-04-03T15:18:32.967" v="493" actId="47"/>
        <pc:sldMkLst>
          <pc:docMk/>
          <pc:sldMk cId="3004777309" sldId="342"/>
        </pc:sldMkLst>
      </pc:sldChg>
      <pc:sldChg chg="modSp del mod">
        <pc:chgData name="Holland, Karrie" userId="23868a2e-e05c-4e18-9f80-537fd2a8fbe7" providerId="ADAL" clId="{982D9EFC-78CA-4815-93BD-745423C41BAE}" dt="2025-04-03T19:51:47.153" v="914" actId="47"/>
        <pc:sldMkLst>
          <pc:docMk/>
          <pc:sldMk cId="3770333139" sldId="343"/>
        </pc:sldMkLst>
      </pc:sldChg>
      <pc:sldChg chg="del">
        <pc:chgData name="Holland, Karrie" userId="23868a2e-e05c-4e18-9f80-537fd2a8fbe7" providerId="ADAL" clId="{982D9EFC-78CA-4815-93BD-745423C41BAE}" dt="2025-04-03T23:33:18.500" v="2388" actId="47"/>
        <pc:sldMkLst>
          <pc:docMk/>
          <pc:sldMk cId="3324157561" sldId="346"/>
        </pc:sldMkLst>
      </pc:sldChg>
      <pc:sldChg chg="del">
        <pc:chgData name="Holland, Karrie" userId="23868a2e-e05c-4e18-9f80-537fd2a8fbe7" providerId="ADAL" clId="{982D9EFC-78CA-4815-93BD-745423C41BAE}" dt="2025-04-03T23:33:19.945" v="2389" actId="47"/>
        <pc:sldMkLst>
          <pc:docMk/>
          <pc:sldMk cId="479976609" sldId="347"/>
        </pc:sldMkLst>
      </pc:sldChg>
      <pc:sldChg chg="del">
        <pc:chgData name="Holland, Karrie" userId="23868a2e-e05c-4e18-9f80-537fd2a8fbe7" providerId="ADAL" clId="{982D9EFC-78CA-4815-93BD-745423C41BAE}" dt="2025-04-04T01:19:38.470" v="2955" actId="47"/>
        <pc:sldMkLst>
          <pc:docMk/>
          <pc:sldMk cId="2834297349" sldId="348"/>
        </pc:sldMkLst>
      </pc:sldChg>
      <pc:sldChg chg="del">
        <pc:chgData name="Holland, Karrie" userId="23868a2e-e05c-4e18-9f80-537fd2a8fbe7" providerId="ADAL" clId="{982D9EFC-78CA-4815-93BD-745423C41BAE}" dt="2025-04-04T01:19:40.146" v="2956" actId="47"/>
        <pc:sldMkLst>
          <pc:docMk/>
          <pc:sldMk cId="1543079436" sldId="349"/>
        </pc:sldMkLst>
      </pc:sldChg>
      <pc:sldChg chg="addSp modSp mod modNotesTx">
        <pc:chgData name="Holland, Karrie" userId="23868a2e-e05c-4e18-9f80-537fd2a8fbe7" providerId="ADAL" clId="{982D9EFC-78CA-4815-93BD-745423C41BAE}" dt="2025-04-04T01:28:50.068" v="3110" actId="255"/>
        <pc:sldMkLst>
          <pc:docMk/>
          <pc:sldMk cId="70171344" sldId="350"/>
        </pc:sldMkLst>
        <pc:spChg chg="mod">
          <ac:chgData name="Holland, Karrie" userId="23868a2e-e05c-4e18-9f80-537fd2a8fbe7" providerId="ADAL" clId="{982D9EFC-78CA-4815-93BD-745423C41BAE}" dt="2025-04-04T01:28:50.068" v="3110" actId="255"/>
          <ac:spMkLst>
            <pc:docMk/>
            <pc:sldMk cId="70171344" sldId="350"/>
            <ac:spMk id="4" creationId="{BDF21CE9-91E1-1AEE-D94B-EE0C9F24EBE8}"/>
          </ac:spMkLst>
        </pc:spChg>
        <pc:spChg chg="mod">
          <ac:chgData name="Holland, Karrie" userId="23868a2e-e05c-4e18-9f80-537fd2a8fbe7" providerId="ADAL" clId="{982D9EFC-78CA-4815-93BD-745423C41BAE}" dt="2025-04-04T01:11:26.008" v="2816" actId="14100"/>
          <ac:spMkLst>
            <pc:docMk/>
            <pc:sldMk cId="70171344" sldId="350"/>
            <ac:spMk id="9" creationId="{E600B7B1-10EE-9478-74FC-E684381B7F32}"/>
          </ac:spMkLst>
        </pc:spChg>
        <pc:picChg chg="add mod">
          <ac:chgData name="Holland, Karrie" userId="23868a2e-e05c-4e18-9f80-537fd2a8fbe7" providerId="ADAL" clId="{982D9EFC-78CA-4815-93BD-745423C41BAE}" dt="2025-04-04T01:12:49.574" v="2822" actId="1076"/>
          <ac:picMkLst>
            <pc:docMk/>
            <pc:sldMk cId="70171344" sldId="350"/>
            <ac:picMk id="3" creationId="{65407A3C-F4F6-3361-C0FA-3218F9AA76F2}"/>
          </ac:picMkLst>
        </pc:picChg>
      </pc:sldChg>
      <pc:sldChg chg="modSp mod">
        <pc:chgData name="Holland, Karrie" userId="23868a2e-e05c-4e18-9f80-537fd2a8fbe7" providerId="ADAL" clId="{982D9EFC-78CA-4815-93BD-745423C41BAE}" dt="2025-04-03T23:16:22.611" v="1856" actId="255"/>
        <pc:sldMkLst>
          <pc:docMk/>
          <pc:sldMk cId="2743475236" sldId="352"/>
        </pc:sldMkLst>
        <pc:spChg chg="mod">
          <ac:chgData name="Holland, Karrie" userId="23868a2e-e05c-4e18-9f80-537fd2a8fbe7" providerId="ADAL" clId="{982D9EFC-78CA-4815-93BD-745423C41BAE}" dt="2025-04-03T23:16:22.611" v="1856" actId="255"/>
          <ac:spMkLst>
            <pc:docMk/>
            <pc:sldMk cId="2743475236" sldId="352"/>
            <ac:spMk id="4" creationId="{BFA00826-C6A3-00C8-7B57-63206214E632}"/>
          </ac:spMkLst>
        </pc:spChg>
      </pc:sldChg>
      <pc:sldChg chg="modSp mod">
        <pc:chgData name="Holland, Karrie" userId="23868a2e-e05c-4e18-9f80-537fd2a8fbe7" providerId="ADAL" clId="{982D9EFC-78CA-4815-93BD-745423C41BAE}" dt="2025-04-03T23:20:09.290" v="1983" actId="255"/>
        <pc:sldMkLst>
          <pc:docMk/>
          <pc:sldMk cId="2888071867" sldId="353"/>
        </pc:sldMkLst>
        <pc:spChg chg="mod">
          <ac:chgData name="Holland, Karrie" userId="23868a2e-e05c-4e18-9f80-537fd2a8fbe7" providerId="ADAL" clId="{982D9EFC-78CA-4815-93BD-745423C41BAE}" dt="2025-04-03T23:20:09.290" v="1983" actId="255"/>
          <ac:spMkLst>
            <pc:docMk/>
            <pc:sldMk cId="2888071867" sldId="353"/>
            <ac:spMk id="4" creationId="{431D3B88-0F9E-47D9-4A39-F7295D961309}"/>
          </ac:spMkLst>
        </pc:spChg>
      </pc:sldChg>
      <pc:sldChg chg="modSp mod modNotesTx">
        <pc:chgData name="Holland, Karrie" userId="23868a2e-e05c-4e18-9f80-537fd2a8fbe7" providerId="ADAL" clId="{982D9EFC-78CA-4815-93BD-745423C41BAE}" dt="2025-04-03T23:43:55.387" v="2651" actId="255"/>
        <pc:sldMkLst>
          <pc:docMk/>
          <pc:sldMk cId="3407321271" sldId="354"/>
        </pc:sldMkLst>
        <pc:spChg chg="mod">
          <ac:chgData name="Holland, Karrie" userId="23868a2e-e05c-4e18-9f80-537fd2a8fbe7" providerId="ADAL" clId="{982D9EFC-78CA-4815-93BD-745423C41BAE}" dt="2025-04-03T23:29:08.529" v="2186" actId="1076"/>
          <ac:spMkLst>
            <pc:docMk/>
            <pc:sldMk cId="3407321271" sldId="354"/>
            <ac:spMk id="3" creationId="{51410DCC-B149-09B3-326C-A58DA7CB0ED2}"/>
          </ac:spMkLst>
        </pc:spChg>
        <pc:spChg chg="mod">
          <ac:chgData name="Holland, Karrie" userId="23868a2e-e05c-4e18-9f80-537fd2a8fbe7" providerId="ADAL" clId="{982D9EFC-78CA-4815-93BD-745423C41BAE}" dt="2025-04-03T23:43:55.387" v="2651" actId="255"/>
          <ac:spMkLst>
            <pc:docMk/>
            <pc:sldMk cId="3407321271" sldId="354"/>
            <ac:spMk id="4" creationId="{D383C9EA-1C4E-4C57-E6F2-D4F4B147F14B}"/>
          </ac:spMkLst>
        </pc:spChg>
        <pc:spChg chg="mod">
          <ac:chgData name="Holland, Karrie" userId="23868a2e-e05c-4e18-9f80-537fd2a8fbe7" providerId="ADAL" clId="{982D9EFC-78CA-4815-93BD-745423C41BAE}" dt="2025-04-03T23:30:19.518" v="2252" actId="20577"/>
          <ac:spMkLst>
            <pc:docMk/>
            <pc:sldMk cId="3407321271" sldId="354"/>
            <ac:spMk id="9" creationId="{D6D453E8-F348-6E02-CE7D-F60E96A5EB3D}"/>
          </ac:spMkLst>
        </pc:spChg>
      </pc:sldChg>
      <pc:sldChg chg="modSp mod">
        <pc:chgData name="Holland, Karrie" userId="23868a2e-e05c-4e18-9f80-537fd2a8fbe7" providerId="ADAL" clId="{982D9EFC-78CA-4815-93BD-745423C41BAE}" dt="2025-04-03T23:44:40.475" v="2671" actId="255"/>
        <pc:sldMkLst>
          <pc:docMk/>
          <pc:sldMk cId="2555148065" sldId="355"/>
        </pc:sldMkLst>
        <pc:spChg chg="mod">
          <ac:chgData name="Holland, Karrie" userId="23868a2e-e05c-4e18-9f80-537fd2a8fbe7" providerId="ADAL" clId="{982D9EFC-78CA-4815-93BD-745423C41BAE}" dt="2025-04-03T23:44:40.475" v="2671" actId="255"/>
          <ac:spMkLst>
            <pc:docMk/>
            <pc:sldMk cId="2555148065" sldId="355"/>
            <ac:spMk id="4" creationId="{3BDDC5E7-E36A-864A-3449-49FB98A15BE6}"/>
          </ac:spMkLst>
        </pc:spChg>
      </pc:sldChg>
      <pc:sldChg chg="modSp mod">
        <pc:chgData name="Holland, Karrie" userId="23868a2e-e05c-4e18-9f80-537fd2a8fbe7" providerId="ADAL" clId="{982D9EFC-78CA-4815-93BD-745423C41BAE}" dt="2025-04-04T01:29:23.848" v="3136" actId="255"/>
        <pc:sldMkLst>
          <pc:docMk/>
          <pc:sldMk cId="3966400484" sldId="356"/>
        </pc:sldMkLst>
        <pc:spChg chg="mod">
          <ac:chgData name="Holland, Karrie" userId="23868a2e-e05c-4e18-9f80-537fd2a8fbe7" providerId="ADAL" clId="{982D9EFC-78CA-4815-93BD-745423C41BAE}" dt="2025-04-04T01:29:23.848" v="3136" actId="255"/>
          <ac:spMkLst>
            <pc:docMk/>
            <pc:sldMk cId="3966400484" sldId="356"/>
            <ac:spMk id="4" creationId="{E3B829B5-6836-78EE-82BD-288EBC559C6E}"/>
          </ac:spMkLst>
        </pc:spChg>
      </pc:sldChg>
      <pc:sldChg chg="modSp mod modNotesTx">
        <pc:chgData name="Holland, Karrie" userId="23868a2e-e05c-4e18-9f80-537fd2a8fbe7" providerId="ADAL" clId="{982D9EFC-78CA-4815-93BD-745423C41BAE}" dt="2025-04-03T13:03:57.282" v="141" actId="20577"/>
        <pc:sldMkLst>
          <pc:docMk/>
          <pc:sldMk cId="4250459445" sldId="359"/>
        </pc:sldMkLst>
        <pc:spChg chg="mod">
          <ac:chgData name="Holland, Karrie" userId="23868a2e-e05c-4e18-9f80-537fd2a8fbe7" providerId="ADAL" clId="{982D9EFC-78CA-4815-93BD-745423C41BAE}" dt="2025-04-03T13:03:39.291" v="117" actId="20577"/>
          <ac:spMkLst>
            <pc:docMk/>
            <pc:sldMk cId="4250459445" sldId="359"/>
            <ac:spMk id="2" creationId="{3D1465A3-2914-1151-1A78-CFD3B2A423BE}"/>
          </ac:spMkLst>
        </pc:spChg>
        <pc:spChg chg="mod">
          <ac:chgData name="Holland, Karrie" userId="23868a2e-e05c-4e18-9f80-537fd2a8fbe7" providerId="ADAL" clId="{982D9EFC-78CA-4815-93BD-745423C41BAE}" dt="2025-04-03T13:03:48.307" v="129" actId="20577"/>
          <ac:spMkLst>
            <pc:docMk/>
            <pc:sldMk cId="4250459445" sldId="359"/>
            <ac:spMk id="3" creationId="{BA063AF9-8F8B-5444-6AEC-5E8501EC7698}"/>
          </ac:spMkLst>
        </pc:spChg>
      </pc:sldChg>
      <pc:sldChg chg="modSp mod modNotesTx">
        <pc:chgData name="Holland, Karrie" userId="23868a2e-e05c-4e18-9f80-537fd2a8fbe7" providerId="ADAL" clId="{982D9EFC-78CA-4815-93BD-745423C41BAE}" dt="2025-04-03T13:07:59.691" v="219" actId="20577"/>
        <pc:sldMkLst>
          <pc:docMk/>
          <pc:sldMk cId="219159478" sldId="361"/>
        </pc:sldMkLst>
        <pc:spChg chg="mod">
          <ac:chgData name="Holland, Karrie" userId="23868a2e-e05c-4e18-9f80-537fd2a8fbe7" providerId="ADAL" clId="{982D9EFC-78CA-4815-93BD-745423C41BAE}" dt="2025-04-03T13:07:43.054" v="196" actId="20577"/>
          <ac:spMkLst>
            <pc:docMk/>
            <pc:sldMk cId="219159478" sldId="361"/>
            <ac:spMk id="2" creationId="{7EB81C6C-A8E6-CE4C-2D52-7AD639B7578C}"/>
          </ac:spMkLst>
        </pc:spChg>
        <pc:spChg chg="mod">
          <ac:chgData name="Holland, Karrie" userId="23868a2e-e05c-4e18-9f80-537fd2a8fbe7" providerId="ADAL" clId="{982D9EFC-78CA-4815-93BD-745423C41BAE}" dt="2025-04-03T13:07:47.516" v="201" actId="20577"/>
          <ac:spMkLst>
            <pc:docMk/>
            <pc:sldMk cId="219159478" sldId="361"/>
            <ac:spMk id="3" creationId="{3CD62AF3-8219-7AEB-1717-BB4B2CD0985B}"/>
          </ac:spMkLst>
        </pc:spChg>
      </pc:sldChg>
      <pc:sldChg chg="del">
        <pc:chgData name="Holland, Karrie" userId="23868a2e-e05c-4e18-9f80-537fd2a8fbe7" providerId="ADAL" clId="{982D9EFC-78CA-4815-93BD-745423C41BAE}" dt="2025-04-03T13:00:58.156" v="83" actId="47"/>
        <pc:sldMkLst>
          <pc:docMk/>
          <pc:sldMk cId="0" sldId="363"/>
        </pc:sldMkLst>
      </pc:sldChg>
      <pc:sldChg chg="del">
        <pc:chgData name="Holland, Karrie" userId="23868a2e-e05c-4e18-9f80-537fd2a8fbe7" providerId="ADAL" clId="{982D9EFC-78CA-4815-93BD-745423C41BAE}" dt="2025-04-03T13:01:00.148" v="84" actId="47"/>
        <pc:sldMkLst>
          <pc:docMk/>
          <pc:sldMk cId="4033212330" sldId="364"/>
        </pc:sldMkLst>
      </pc:sldChg>
      <pc:sldChg chg="modSp mod">
        <pc:chgData name="Holland, Karrie" userId="23868a2e-e05c-4e18-9f80-537fd2a8fbe7" providerId="ADAL" clId="{982D9EFC-78CA-4815-93BD-745423C41BAE}" dt="2025-04-03T13:06:07.893" v="191" actId="255"/>
        <pc:sldMkLst>
          <pc:docMk/>
          <pc:sldMk cId="2493083227" sldId="365"/>
        </pc:sldMkLst>
        <pc:spChg chg="mod">
          <ac:chgData name="Holland, Karrie" userId="23868a2e-e05c-4e18-9f80-537fd2a8fbe7" providerId="ADAL" clId="{982D9EFC-78CA-4815-93BD-745423C41BAE}" dt="2025-04-03T13:06:07.893" v="191" actId="255"/>
          <ac:spMkLst>
            <pc:docMk/>
            <pc:sldMk cId="2493083227" sldId="365"/>
            <ac:spMk id="4" creationId="{5EB9966A-6415-B35F-AC87-062F5FC26C5C}"/>
          </ac:spMkLst>
        </pc:spChg>
        <pc:spChg chg="mod">
          <ac:chgData name="Holland, Karrie" userId="23868a2e-e05c-4e18-9f80-537fd2a8fbe7" providerId="ADAL" clId="{982D9EFC-78CA-4815-93BD-745423C41BAE}" dt="2025-04-03T13:01:32.623" v="111" actId="20577"/>
          <ac:spMkLst>
            <pc:docMk/>
            <pc:sldMk cId="2493083227" sldId="365"/>
            <ac:spMk id="9" creationId="{325B2EA2-DB03-43C5-FC66-7B772EA97525}"/>
          </ac:spMkLst>
        </pc:spChg>
      </pc:sldChg>
      <pc:sldChg chg="modSp mod modNotesTx">
        <pc:chgData name="Holland, Karrie" userId="23868a2e-e05c-4e18-9f80-537fd2a8fbe7" providerId="ADAL" clId="{982D9EFC-78CA-4815-93BD-745423C41BAE}" dt="2025-04-03T23:16:10.548" v="1846" actId="255"/>
        <pc:sldMkLst>
          <pc:docMk/>
          <pc:sldMk cId="2981204108" sldId="367"/>
        </pc:sldMkLst>
        <pc:spChg chg="mod">
          <ac:chgData name="Holland, Karrie" userId="23868a2e-e05c-4e18-9f80-537fd2a8fbe7" providerId="ADAL" clId="{982D9EFC-78CA-4815-93BD-745423C41BAE}" dt="2025-04-03T23:16:10.548" v="1846" actId="255"/>
          <ac:spMkLst>
            <pc:docMk/>
            <pc:sldMk cId="2981204108" sldId="367"/>
            <ac:spMk id="4" creationId="{BFA00826-C6A3-00C8-7B57-63206214E632}"/>
          </ac:spMkLst>
        </pc:spChg>
      </pc:sldChg>
      <pc:sldChg chg="modSp del mod">
        <pc:chgData name="Holland, Karrie" userId="23868a2e-e05c-4e18-9f80-537fd2a8fbe7" providerId="ADAL" clId="{982D9EFC-78CA-4815-93BD-745423C41BAE}" dt="2025-04-03T15:18:46.161" v="496" actId="47"/>
        <pc:sldMkLst>
          <pc:docMk/>
          <pc:sldMk cId="2064367455" sldId="368"/>
        </pc:sldMkLst>
      </pc:sldChg>
      <pc:sldChg chg="modSp mod modNotesTx">
        <pc:chgData name="Holland, Karrie" userId="23868a2e-e05c-4e18-9f80-537fd2a8fbe7" providerId="ADAL" clId="{982D9EFC-78CA-4815-93BD-745423C41BAE}" dt="2025-04-03T23:19:50.105" v="1972" actId="255"/>
        <pc:sldMkLst>
          <pc:docMk/>
          <pc:sldMk cId="4005883567" sldId="369"/>
        </pc:sldMkLst>
        <pc:spChg chg="mod">
          <ac:chgData name="Holland, Karrie" userId="23868a2e-e05c-4e18-9f80-537fd2a8fbe7" providerId="ADAL" clId="{982D9EFC-78CA-4815-93BD-745423C41BAE}" dt="2025-04-03T23:19:50.105" v="1972" actId="255"/>
          <ac:spMkLst>
            <pc:docMk/>
            <pc:sldMk cId="4005883567" sldId="369"/>
            <ac:spMk id="4" creationId="{431D3B88-0F9E-47D9-4A39-F7295D961309}"/>
          </ac:spMkLst>
        </pc:spChg>
        <pc:spChg chg="mod">
          <ac:chgData name="Holland, Karrie" userId="23868a2e-e05c-4e18-9f80-537fd2a8fbe7" providerId="ADAL" clId="{982D9EFC-78CA-4815-93BD-745423C41BAE}" dt="2025-04-03T23:14:41.900" v="1815"/>
          <ac:spMkLst>
            <pc:docMk/>
            <pc:sldMk cId="4005883567" sldId="369"/>
            <ac:spMk id="9" creationId="{1E3F3D64-7D3E-6B78-AAE0-10266D78BD13}"/>
          </ac:spMkLst>
        </pc:spChg>
      </pc:sldChg>
      <pc:sldChg chg="modSp mod">
        <pc:chgData name="Holland, Karrie" userId="23868a2e-e05c-4e18-9f80-537fd2a8fbe7" providerId="ADAL" clId="{982D9EFC-78CA-4815-93BD-745423C41BAE}" dt="2025-04-03T23:14:52.342" v="1816"/>
        <pc:sldMkLst>
          <pc:docMk/>
          <pc:sldMk cId="2814969419" sldId="370"/>
        </pc:sldMkLst>
        <pc:spChg chg="mod">
          <ac:chgData name="Holland, Karrie" userId="23868a2e-e05c-4e18-9f80-537fd2a8fbe7" providerId="ADAL" clId="{982D9EFC-78CA-4815-93BD-745423C41BAE}" dt="2025-04-03T23:14:52.342" v="1816"/>
          <ac:spMkLst>
            <pc:docMk/>
            <pc:sldMk cId="2814969419" sldId="370"/>
            <ac:spMk id="2" creationId="{92FDB5BD-B6FE-FA4D-9B15-7B3949553616}"/>
          </ac:spMkLst>
        </pc:spChg>
        <pc:spChg chg="mod">
          <ac:chgData name="Holland, Karrie" userId="23868a2e-e05c-4e18-9f80-537fd2a8fbe7" providerId="ADAL" clId="{982D9EFC-78CA-4815-93BD-745423C41BAE}" dt="2025-04-03T13:05:39.471" v="175" actId="255"/>
          <ac:spMkLst>
            <pc:docMk/>
            <pc:sldMk cId="2814969419" sldId="370"/>
            <ac:spMk id="4" creationId="{E9B73218-8467-BB46-14F9-C712C34E5D9D}"/>
          </ac:spMkLst>
        </pc:spChg>
      </pc:sldChg>
      <pc:sldChg chg="modSp del mod modNotesTx">
        <pc:chgData name="Holland, Karrie" userId="23868a2e-e05c-4e18-9f80-537fd2a8fbe7" providerId="ADAL" clId="{982D9EFC-78CA-4815-93BD-745423C41BAE}" dt="2025-04-03T23:28:16.617" v="2178" actId="47"/>
        <pc:sldMkLst>
          <pc:docMk/>
          <pc:sldMk cId="1300832360" sldId="371"/>
        </pc:sldMkLst>
      </pc:sldChg>
      <pc:sldChg chg="modSp mod modNotesTx">
        <pc:chgData name="Holland, Karrie" userId="23868a2e-e05c-4e18-9f80-537fd2a8fbe7" providerId="ADAL" clId="{982D9EFC-78CA-4815-93BD-745423C41BAE}" dt="2025-04-03T23:44:06.465" v="2661" actId="255"/>
        <pc:sldMkLst>
          <pc:docMk/>
          <pc:sldMk cId="1393578167" sldId="372"/>
        </pc:sldMkLst>
        <pc:spChg chg="mod">
          <ac:chgData name="Holland, Karrie" userId="23868a2e-e05c-4e18-9f80-537fd2a8fbe7" providerId="ADAL" clId="{982D9EFC-78CA-4815-93BD-745423C41BAE}" dt="2025-04-03T23:44:06.465" v="2661" actId="255"/>
          <ac:spMkLst>
            <pc:docMk/>
            <pc:sldMk cId="1393578167" sldId="372"/>
            <ac:spMk id="4" creationId="{3BDDC5E7-E36A-864A-3449-49FB98A15BE6}"/>
          </ac:spMkLst>
        </pc:spChg>
        <pc:spChg chg="mod">
          <ac:chgData name="Holland, Karrie" userId="23868a2e-e05c-4e18-9f80-537fd2a8fbe7" providerId="ADAL" clId="{982D9EFC-78CA-4815-93BD-745423C41BAE}" dt="2025-04-03T23:34:34.095" v="2397" actId="20577"/>
          <ac:spMkLst>
            <pc:docMk/>
            <pc:sldMk cId="1393578167" sldId="372"/>
            <ac:spMk id="9" creationId="{9F9E8E2B-B0E8-EF16-E503-9ECCF4F164D5}"/>
          </ac:spMkLst>
        </pc:spChg>
      </pc:sldChg>
      <pc:sldChg chg="modSp mod modNotesTx">
        <pc:chgData name="Holland, Karrie" userId="23868a2e-e05c-4e18-9f80-537fd2a8fbe7" providerId="ADAL" clId="{982D9EFC-78CA-4815-93BD-745423C41BAE}" dt="2025-04-04T01:29:06.181" v="3122" actId="255"/>
        <pc:sldMkLst>
          <pc:docMk/>
          <pc:sldMk cId="583014448" sldId="373"/>
        </pc:sldMkLst>
        <pc:spChg chg="mod">
          <ac:chgData name="Holland, Karrie" userId="23868a2e-e05c-4e18-9f80-537fd2a8fbe7" providerId="ADAL" clId="{982D9EFC-78CA-4815-93BD-745423C41BAE}" dt="2025-04-04T01:29:06.181" v="3122" actId="255"/>
          <ac:spMkLst>
            <pc:docMk/>
            <pc:sldMk cId="583014448" sldId="373"/>
            <ac:spMk id="4" creationId="{E3B829B5-6836-78EE-82BD-288EBC559C6E}"/>
          </ac:spMkLst>
        </pc:spChg>
        <pc:spChg chg="mod">
          <ac:chgData name="Holland, Karrie" userId="23868a2e-e05c-4e18-9f80-537fd2a8fbe7" providerId="ADAL" clId="{982D9EFC-78CA-4815-93BD-745423C41BAE}" dt="2025-04-04T01:19:51.876" v="2957"/>
          <ac:spMkLst>
            <pc:docMk/>
            <pc:sldMk cId="583014448" sldId="373"/>
            <ac:spMk id="9" creationId="{65F72D48-161D-34EA-1092-F01297B5BAE2}"/>
          </ac:spMkLst>
        </pc:spChg>
      </pc:sldChg>
      <pc:sldChg chg="delSp modSp mod">
        <pc:chgData name="Holland, Karrie" userId="23868a2e-e05c-4e18-9f80-537fd2a8fbe7" providerId="ADAL" clId="{982D9EFC-78CA-4815-93BD-745423C41BAE}" dt="2025-04-04T01:27:49.283" v="3083"/>
        <pc:sldMkLst>
          <pc:docMk/>
          <pc:sldMk cId="34927814" sldId="375"/>
        </pc:sldMkLst>
        <pc:spChg chg="mod">
          <ac:chgData name="Holland, Karrie" userId="23868a2e-e05c-4e18-9f80-537fd2a8fbe7" providerId="ADAL" clId="{982D9EFC-78CA-4815-93BD-745423C41BAE}" dt="2025-04-04T01:27:49.283" v="3083"/>
          <ac:spMkLst>
            <pc:docMk/>
            <pc:sldMk cId="34927814" sldId="375"/>
            <ac:spMk id="2" creationId="{06890774-7848-58D0-0262-B11B4D8F7BE9}"/>
          </ac:spMkLst>
        </pc:spChg>
        <pc:spChg chg="mod">
          <ac:chgData name="Holland, Karrie" userId="23868a2e-e05c-4e18-9f80-537fd2a8fbe7" providerId="ADAL" clId="{982D9EFC-78CA-4815-93BD-745423C41BAE}" dt="2025-04-04T01:23:58.627" v="2982" actId="20577"/>
          <ac:spMkLst>
            <pc:docMk/>
            <pc:sldMk cId="34927814" sldId="375"/>
            <ac:spMk id="4" creationId="{089A76E7-5405-452B-A5DD-6B559DABE30F}"/>
          </ac:spMkLst>
        </pc:spChg>
      </pc:sldChg>
      <pc:sldChg chg="modSp add mod ord modNotesTx">
        <pc:chgData name="Holland, Karrie" userId="23868a2e-e05c-4e18-9f80-537fd2a8fbe7" providerId="ADAL" clId="{982D9EFC-78CA-4815-93BD-745423C41BAE}" dt="2025-04-03T22:52:20.614" v="933"/>
        <pc:sldMkLst>
          <pc:docMk/>
          <pc:sldMk cId="3471694417" sldId="376"/>
        </pc:sldMkLst>
        <pc:spChg chg="mod">
          <ac:chgData name="Holland, Karrie" userId="23868a2e-e05c-4e18-9f80-537fd2a8fbe7" providerId="ADAL" clId="{982D9EFC-78CA-4815-93BD-745423C41BAE}" dt="2025-04-03T13:04:40.327" v="148" actId="20577"/>
          <ac:spMkLst>
            <pc:docMk/>
            <pc:sldMk cId="3471694417" sldId="376"/>
            <ac:spMk id="2" creationId="{8C7244A1-AD17-AEC1-E16E-BE38F7FBB8D0}"/>
          </ac:spMkLst>
        </pc:spChg>
        <pc:spChg chg="mod">
          <ac:chgData name="Holland, Karrie" userId="23868a2e-e05c-4e18-9f80-537fd2a8fbe7" providerId="ADAL" clId="{982D9EFC-78CA-4815-93BD-745423C41BAE}" dt="2025-04-03T13:04:57.131" v="157" actId="20577"/>
          <ac:spMkLst>
            <pc:docMk/>
            <pc:sldMk cId="3471694417" sldId="376"/>
            <ac:spMk id="3" creationId="{357589AB-5F1D-5572-E397-D101AD9F6779}"/>
          </ac:spMkLst>
        </pc:spChg>
      </pc:sldChg>
      <pc:sldChg chg="modSp add mod ord modNotesTx">
        <pc:chgData name="Holland, Karrie" userId="23868a2e-e05c-4e18-9f80-537fd2a8fbe7" providerId="ADAL" clId="{982D9EFC-78CA-4815-93BD-745423C41BAE}" dt="2025-04-03T23:34:23.765" v="2393"/>
        <pc:sldMkLst>
          <pc:docMk/>
          <pc:sldMk cId="3752965458" sldId="377"/>
        </pc:sldMkLst>
        <pc:spChg chg="mod">
          <ac:chgData name="Holland, Karrie" userId="23868a2e-e05c-4e18-9f80-537fd2a8fbe7" providerId="ADAL" clId="{982D9EFC-78CA-4815-93BD-745423C41BAE}" dt="2025-04-03T13:08:26.865" v="222" actId="20577"/>
          <ac:spMkLst>
            <pc:docMk/>
            <pc:sldMk cId="3752965458" sldId="377"/>
            <ac:spMk id="2" creationId="{4748B020-5CE8-452A-7175-FC1274C98CBD}"/>
          </ac:spMkLst>
        </pc:spChg>
      </pc:sldChg>
      <pc:sldChg chg="addSp delSp modSp add mod modNotesTx">
        <pc:chgData name="Holland, Karrie" userId="23868a2e-e05c-4e18-9f80-537fd2a8fbe7" providerId="ADAL" clId="{982D9EFC-78CA-4815-93BD-745423C41BAE}" dt="2025-04-03T23:15:58.086" v="1836" actId="255"/>
        <pc:sldMkLst>
          <pc:docMk/>
          <pc:sldMk cId="3708120877" sldId="378"/>
        </pc:sldMkLst>
        <pc:spChg chg="mod">
          <ac:chgData name="Holland, Karrie" userId="23868a2e-e05c-4e18-9f80-537fd2a8fbe7" providerId="ADAL" clId="{982D9EFC-78CA-4815-93BD-745423C41BAE}" dt="2025-04-03T14:59:33.358" v="401" actId="1038"/>
          <ac:spMkLst>
            <pc:docMk/>
            <pc:sldMk cId="3708120877" sldId="378"/>
            <ac:spMk id="3" creationId="{E80C503E-7057-6CE0-0FB0-57C5DB626E34}"/>
          </ac:spMkLst>
        </pc:spChg>
        <pc:spChg chg="mod">
          <ac:chgData name="Holland, Karrie" userId="23868a2e-e05c-4e18-9f80-537fd2a8fbe7" providerId="ADAL" clId="{982D9EFC-78CA-4815-93BD-745423C41BAE}" dt="2025-04-03T23:15:58.086" v="1836" actId="255"/>
          <ac:spMkLst>
            <pc:docMk/>
            <pc:sldMk cId="3708120877" sldId="378"/>
            <ac:spMk id="4" creationId="{DB2B4368-061E-A874-B644-F55A92210248}"/>
          </ac:spMkLst>
        </pc:spChg>
        <pc:spChg chg="mod">
          <ac:chgData name="Holland, Karrie" userId="23868a2e-e05c-4e18-9f80-537fd2a8fbe7" providerId="ADAL" clId="{982D9EFC-78CA-4815-93BD-745423C41BAE}" dt="2025-04-03T15:01:06.908" v="412" actId="20577"/>
          <ac:spMkLst>
            <pc:docMk/>
            <pc:sldMk cId="3708120877" sldId="378"/>
            <ac:spMk id="5" creationId="{1117FA7F-046F-42F5-E77A-3FD07E8992E1}"/>
          </ac:spMkLst>
        </pc:spChg>
        <pc:spChg chg="mod">
          <ac:chgData name="Holland, Karrie" userId="23868a2e-e05c-4e18-9f80-537fd2a8fbe7" providerId="ADAL" clId="{982D9EFC-78CA-4815-93BD-745423C41BAE}" dt="2025-04-03T15:01:11.437" v="414" actId="20577"/>
          <ac:spMkLst>
            <pc:docMk/>
            <pc:sldMk cId="3708120877" sldId="378"/>
            <ac:spMk id="6" creationId="{7F3A017D-6DF2-6723-A2AC-F2B386FECCDF}"/>
          </ac:spMkLst>
        </pc:spChg>
        <pc:picChg chg="add mod">
          <ac:chgData name="Holland, Karrie" userId="23868a2e-e05c-4e18-9f80-537fd2a8fbe7" providerId="ADAL" clId="{982D9EFC-78CA-4815-93BD-745423C41BAE}" dt="2025-04-03T15:00:20.625" v="410" actId="1038"/>
          <ac:picMkLst>
            <pc:docMk/>
            <pc:sldMk cId="3708120877" sldId="378"/>
            <ac:picMk id="8" creationId="{3DC38ABE-BA12-387E-0212-7DBAA8DDB396}"/>
          </ac:picMkLst>
        </pc:picChg>
      </pc:sldChg>
      <pc:sldChg chg="addSp delSp modSp add mod modNotesTx">
        <pc:chgData name="Holland, Karrie" userId="23868a2e-e05c-4e18-9f80-537fd2a8fbe7" providerId="ADAL" clId="{982D9EFC-78CA-4815-93BD-745423C41BAE}" dt="2025-04-03T23:16:54.371" v="1870" actId="255"/>
        <pc:sldMkLst>
          <pc:docMk/>
          <pc:sldMk cId="3170485524" sldId="379"/>
        </pc:sldMkLst>
        <pc:spChg chg="mod">
          <ac:chgData name="Holland, Karrie" userId="23868a2e-e05c-4e18-9f80-537fd2a8fbe7" providerId="ADAL" clId="{982D9EFC-78CA-4815-93BD-745423C41BAE}" dt="2025-04-03T23:16:54.371" v="1870" actId="255"/>
          <ac:spMkLst>
            <pc:docMk/>
            <pc:sldMk cId="3170485524" sldId="379"/>
            <ac:spMk id="4" creationId="{DEE13AFC-ADBD-88F6-0C81-A44006CA0916}"/>
          </ac:spMkLst>
        </pc:spChg>
        <pc:spChg chg="mod">
          <ac:chgData name="Holland, Karrie" userId="23868a2e-e05c-4e18-9f80-537fd2a8fbe7" providerId="ADAL" clId="{982D9EFC-78CA-4815-93BD-745423C41BAE}" dt="2025-04-03T19:45:57.636" v="824" actId="1076"/>
          <ac:spMkLst>
            <pc:docMk/>
            <pc:sldMk cId="3170485524" sldId="379"/>
            <ac:spMk id="5" creationId="{203F5E66-BCBF-5D21-0685-171CD705A2B4}"/>
          </ac:spMkLst>
        </pc:spChg>
        <pc:spChg chg="mod">
          <ac:chgData name="Holland, Karrie" userId="23868a2e-e05c-4e18-9f80-537fd2a8fbe7" providerId="ADAL" clId="{982D9EFC-78CA-4815-93BD-745423C41BAE}" dt="2025-04-03T15:25:36.986" v="645" actId="1076"/>
          <ac:spMkLst>
            <pc:docMk/>
            <pc:sldMk cId="3170485524" sldId="379"/>
            <ac:spMk id="9" creationId="{89EB1915-7488-82C9-985A-537B7BD393C5}"/>
          </ac:spMkLst>
        </pc:spChg>
        <pc:spChg chg="add mod">
          <ac:chgData name="Holland, Karrie" userId="23868a2e-e05c-4e18-9f80-537fd2a8fbe7" providerId="ADAL" clId="{982D9EFC-78CA-4815-93BD-745423C41BAE}" dt="2025-04-03T15:33:05.394" v="712" actId="1076"/>
          <ac:spMkLst>
            <pc:docMk/>
            <pc:sldMk cId="3170485524" sldId="379"/>
            <ac:spMk id="10" creationId="{629771DC-5810-104A-31F1-FE8FBF1610BB}"/>
          </ac:spMkLst>
        </pc:spChg>
        <pc:graphicFrameChg chg="mod modGraphic">
          <ac:chgData name="Holland, Karrie" userId="23868a2e-e05c-4e18-9f80-537fd2a8fbe7" providerId="ADAL" clId="{982D9EFC-78CA-4815-93BD-745423C41BAE}" dt="2025-04-03T15:33:11.091" v="713" actId="1076"/>
          <ac:graphicFrameMkLst>
            <pc:docMk/>
            <pc:sldMk cId="3170485524" sldId="379"/>
            <ac:graphicFrameMk id="2" creationId="{32A2AED7-DBD2-D6A2-4D20-24E5F02004C3}"/>
          </ac:graphicFrameMkLst>
        </pc:graphicFrameChg>
      </pc:sldChg>
      <pc:sldChg chg="addSp delSp modSp add mod">
        <pc:chgData name="Holland, Karrie" userId="23868a2e-e05c-4e18-9f80-537fd2a8fbe7" providerId="ADAL" clId="{982D9EFC-78CA-4815-93BD-745423C41BAE}" dt="2025-04-03T23:17:05.490" v="1880" actId="255"/>
        <pc:sldMkLst>
          <pc:docMk/>
          <pc:sldMk cId="584255538" sldId="380"/>
        </pc:sldMkLst>
        <pc:spChg chg="mod">
          <ac:chgData name="Holland, Karrie" userId="23868a2e-e05c-4e18-9f80-537fd2a8fbe7" providerId="ADAL" clId="{982D9EFC-78CA-4815-93BD-745423C41BAE}" dt="2025-04-03T23:17:05.490" v="1880" actId="255"/>
          <ac:spMkLst>
            <pc:docMk/>
            <pc:sldMk cId="584255538" sldId="380"/>
            <ac:spMk id="4" creationId="{8D9331AE-E0B6-E562-687C-DA1CD6A0F52B}"/>
          </ac:spMkLst>
        </pc:spChg>
        <pc:spChg chg="add mod">
          <ac:chgData name="Holland, Karrie" userId="23868a2e-e05c-4e18-9f80-537fd2a8fbe7" providerId="ADAL" clId="{982D9EFC-78CA-4815-93BD-745423C41BAE}" dt="2025-04-03T19:48:15.939" v="886" actId="1035"/>
          <ac:spMkLst>
            <pc:docMk/>
            <pc:sldMk cId="584255538" sldId="380"/>
            <ac:spMk id="6" creationId="{25A820EF-8837-A40A-8EE7-B820A59163CD}"/>
          </ac:spMkLst>
        </pc:spChg>
        <pc:spChg chg="mod">
          <ac:chgData name="Holland, Karrie" userId="23868a2e-e05c-4e18-9f80-537fd2a8fbe7" providerId="ADAL" clId="{982D9EFC-78CA-4815-93BD-745423C41BAE}" dt="2025-04-03T19:48:15.939" v="886" actId="1035"/>
          <ac:spMkLst>
            <pc:docMk/>
            <pc:sldMk cId="584255538" sldId="380"/>
            <ac:spMk id="10" creationId="{FED52763-745B-AD82-6523-93CF5CF5B262}"/>
          </ac:spMkLst>
        </pc:spChg>
        <pc:picChg chg="add mod">
          <ac:chgData name="Holland, Karrie" userId="23868a2e-e05c-4e18-9f80-537fd2a8fbe7" providerId="ADAL" clId="{982D9EFC-78CA-4815-93BD-745423C41BAE}" dt="2025-04-03T19:49:50.390" v="913" actId="1076"/>
          <ac:picMkLst>
            <pc:docMk/>
            <pc:sldMk cId="584255538" sldId="380"/>
            <ac:picMk id="11" creationId="{FA26FB44-9918-0F4E-60EA-6D4081E43E43}"/>
          </ac:picMkLst>
        </pc:picChg>
      </pc:sldChg>
      <pc:sldChg chg="delSp modSp add mod ord">
        <pc:chgData name="Holland, Karrie" userId="23868a2e-e05c-4e18-9f80-537fd2a8fbe7" providerId="ADAL" clId="{982D9EFC-78CA-4815-93BD-745423C41BAE}" dt="2025-04-03T23:17:19.489" v="1890" actId="255"/>
        <pc:sldMkLst>
          <pc:docMk/>
          <pc:sldMk cId="403670516" sldId="381"/>
        </pc:sldMkLst>
        <pc:spChg chg="mod">
          <ac:chgData name="Holland, Karrie" userId="23868a2e-e05c-4e18-9f80-537fd2a8fbe7" providerId="ADAL" clId="{982D9EFC-78CA-4815-93BD-745423C41BAE}" dt="2025-04-03T19:49:26.863" v="909" actId="1035"/>
          <ac:spMkLst>
            <pc:docMk/>
            <pc:sldMk cId="403670516" sldId="381"/>
            <ac:spMk id="3" creationId="{590B6FBD-B52C-5A34-577A-06A5780A9437}"/>
          </ac:spMkLst>
        </pc:spChg>
        <pc:spChg chg="mod">
          <ac:chgData name="Holland, Karrie" userId="23868a2e-e05c-4e18-9f80-537fd2a8fbe7" providerId="ADAL" clId="{982D9EFC-78CA-4815-93BD-745423C41BAE}" dt="2025-04-03T23:17:19.489" v="1890" actId="255"/>
          <ac:spMkLst>
            <pc:docMk/>
            <pc:sldMk cId="403670516" sldId="381"/>
            <ac:spMk id="4" creationId="{7907B504-EE9C-CCF8-6990-15695CDB1F6B}"/>
          </ac:spMkLst>
        </pc:spChg>
        <pc:spChg chg="mod">
          <ac:chgData name="Holland, Karrie" userId="23868a2e-e05c-4e18-9f80-537fd2a8fbe7" providerId="ADAL" clId="{982D9EFC-78CA-4815-93BD-745423C41BAE}" dt="2025-04-03T19:49:26.863" v="909" actId="1035"/>
          <ac:spMkLst>
            <pc:docMk/>
            <pc:sldMk cId="403670516" sldId="381"/>
            <ac:spMk id="5" creationId="{45F52E18-5661-7031-E060-1229566B5875}"/>
          </ac:spMkLst>
        </pc:spChg>
        <pc:graphicFrameChg chg="mod modGraphic">
          <ac:chgData name="Holland, Karrie" userId="23868a2e-e05c-4e18-9f80-537fd2a8fbe7" providerId="ADAL" clId="{982D9EFC-78CA-4815-93BD-745423C41BAE}" dt="2025-04-03T19:49:37.562" v="911" actId="1076"/>
          <ac:graphicFrameMkLst>
            <pc:docMk/>
            <pc:sldMk cId="403670516" sldId="381"/>
            <ac:graphicFrameMk id="2" creationId="{2B0EF7E6-19AC-752C-19A0-2698FF3A0697}"/>
          </ac:graphicFrameMkLst>
        </pc:graphicFrameChg>
      </pc:sldChg>
      <pc:sldChg chg="modSp add mod modNotesTx">
        <pc:chgData name="Holland, Karrie" userId="23868a2e-e05c-4e18-9f80-537fd2a8fbe7" providerId="ADAL" clId="{982D9EFC-78CA-4815-93BD-745423C41BAE}" dt="2025-04-03T23:17:32.874" v="1900" actId="255"/>
        <pc:sldMkLst>
          <pc:docMk/>
          <pc:sldMk cId="1881760378" sldId="382"/>
        </pc:sldMkLst>
        <pc:spChg chg="mod">
          <ac:chgData name="Holland, Karrie" userId="23868a2e-e05c-4e18-9f80-537fd2a8fbe7" providerId="ADAL" clId="{982D9EFC-78CA-4815-93BD-745423C41BAE}" dt="2025-04-03T23:17:32.874" v="1900" actId="255"/>
          <ac:spMkLst>
            <pc:docMk/>
            <pc:sldMk cId="1881760378" sldId="382"/>
            <ac:spMk id="4" creationId="{A9DC49B4-7831-78CE-5E8F-C7EDCF1C2FAC}"/>
          </ac:spMkLst>
        </pc:spChg>
        <pc:spChg chg="mod">
          <ac:chgData name="Holland, Karrie" userId="23868a2e-e05c-4e18-9f80-537fd2a8fbe7" providerId="ADAL" clId="{982D9EFC-78CA-4815-93BD-745423C41BAE}" dt="2025-04-03T20:06:31.385" v="921" actId="20577"/>
          <ac:spMkLst>
            <pc:docMk/>
            <pc:sldMk cId="1881760378" sldId="382"/>
            <ac:spMk id="9" creationId="{78DEA9F7-F102-81CF-A4B7-DBED2BA2BBDE}"/>
          </ac:spMkLst>
        </pc:spChg>
      </pc:sldChg>
      <pc:sldChg chg="modSp add mod">
        <pc:chgData name="Holland, Karrie" userId="23868a2e-e05c-4e18-9f80-537fd2a8fbe7" providerId="ADAL" clId="{982D9EFC-78CA-4815-93BD-745423C41BAE}" dt="2025-04-03T23:17:46.976" v="1910" actId="255"/>
        <pc:sldMkLst>
          <pc:docMk/>
          <pc:sldMk cId="1484210338" sldId="383"/>
        </pc:sldMkLst>
        <pc:spChg chg="mod">
          <ac:chgData name="Holland, Karrie" userId="23868a2e-e05c-4e18-9f80-537fd2a8fbe7" providerId="ADAL" clId="{982D9EFC-78CA-4815-93BD-745423C41BAE}" dt="2025-04-03T23:17:46.976" v="1910" actId="255"/>
          <ac:spMkLst>
            <pc:docMk/>
            <pc:sldMk cId="1484210338" sldId="383"/>
            <ac:spMk id="4" creationId="{307E0AD1-26B2-95E4-C316-FB63509529B8}"/>
          </ac:spMkLst>
        </pc:spChg>
      </pc:sldChg>
      <pc:sldChg chg="modSp add mod">
        <pc:chgData name="Holland, Karrie" userId="23868a2e-e05c-4e18-9f80-537fd2a8fbe7" providerId="ADAL" clId="{982D9EFC-78CA-4815-93BD-745423C41BAE}" dt="2025-04-03T23:19:39.082" v="1962" actId="255"/>
        <pc:sldMkLst>
          <pc:docMk/>
          <pc:sldMk cId="484427831" sldId="384"/>
        </pc:sldMkLst>
        <pc:spChg chg="mod">
          <ac:chgData name="Holland, Karrie" userId="23868a2e-e05c-4e18-9f80-537fd2a8fbe7" providerId="ADAL" clId="{982D9EFC-78CA-4815-93BD-745423C41BAE}" dt="2025-04-03T23:19:39.082" v="1962" actId="255"/>
          <ac:spMkLst>
            <pc:docMk/>
            <pc:sldMk cId="484427831" sldId="384"/>
            <ac:spMk id="4" creationId="{5A6456B8-09EC-EC2D-BE37-F0D1FBC21E15}"/>
          </ac:spMkLst>
        </pc:spChg>
        <pc:spChg chg="mod">
          <ac:chgData name="Holland, Karrie" userId="23868a2e-e05c-4e18-9f80-537fd2a8fbe7" providerId="ADAL" clId="{982D9EFC-78CA-4815-93BD-745423C41BAE}" dt="2025-04-03T23:11:43.923" v="1789" actId="14100"/>
          <ac:spMkLst>
            <pc:docMk/>
            <pc:sldMk cId="484427831" sldId="384"/>
            <ac:spMk id="9" creationId="{FB671D66-4878-CA17-EF73-C232678174E7}"/>
          </ac:spMkLst>
        </pc:spChg>
      </pc:sldChg>
      <pc:sldChg chg="addSp delSp modSp add mod ord">
        <pc:chgData name="Holland, Karrie" userId="23868a2e-e05c-4e18-9f80-537fd2a8fbe7" providerId="ADAL" clId="{982D9EFC-78CA-4815-93BD-745423C41BAE}" dt="2025-04-03T23:43:42.853" v="2641" actId="255"/>
        <pc:sldMkLst>
          <pc:docMk/>
          <pc:sldMk cId="1828308874" sldId="385"/>
        </pc:sldMkLst>
        <pc:spChg chg="mod">
          <ac:chgData name="Holland, Karrie" userId="23868a2e-e05c-4e18-9f80-537fd2a8fbe7" providerId="ADAL" clId="{982D9EFC-78CA-4815-93BD-745423C41BAE}" dt="2025-04-03T23:43:42.853" v="2641" actId="255"/>
          <ac:spMkLst>
            <pc:docMk/>
            <pc:sldMk cId="1828308874" sldId="385"/>
            <ac:spMk id="4" creationId="{54C32C40-A528-AE21-0E15-934866AEA8C1}"/>
          </ac:spMkLst>
        </pc:spChg>
        <pc:spChg chg="mod">
          <ac:chgData name="Holland, Karrie" userId="23868a2e-e05c-4e18-9f80-537fd2a8fbe7" providerId="ADAL" clId="{982D9EFC-78CA-4815-93BD-745423C41BAE}" dt="2025-04-03T23:26:52.074" v="2120" actId="1076"/>
          <ac:spMkLst>
            <pc:docMk/>
            <pc:sldMk cId="1828308874" sldId="385"/>
            <ac:spMk id="9" creationId="{83860D54-4F35-5E29-42D9-6BBA44259024}"/>
          </ac:spMkLst>
        </pc:spChg>
      </pc:sldChg>
      <pc:sldChg chg="add del">
        <pc:chgData name="Holland, Karrie" userId="23868a2e-e05c-4e18-9f80-537fd2a8fbe7" providerId="ADAL" clId="{982D9EFC-78CA-4815-93BD-745423C41BAE}" dt="2025-04-03T23:12:28.999" v="1794" actId="47"/>
        <pc:sldMkLst>
          <pc:docMk/>
          <pc:sldMk cId="1991832532" sldId="385"/>
        </pc:sldMkLst>
      </pc:sldChg>
      <pc:sldChg chg="add del">
        <pc:chgData name="Holland, Karrie" userId="23868a2e-e05c-4e18-9f80-537fd2a8fbe7" providerId="ADAL" clId="{982D9EFC-78CA-4815-93BD-745423C41BAE}" dt="2025-04-03T23:12:27.256" v="1793" actId="47"/>
        <pc:sldMkLst>
          <pc:docMk/>
          <pc:sldMk cId="1107977222" sldId="386"/>
        </pc:sldMkLst>
      </pc:sldChg>
      <pc:sldChg chg="modSp add del mod">
        <pc:chgData name="Holland, Karrie" userId="23868a2e-e05c-4e18-9f80-537fd2a8fbe7" providerId="ADAL" clId="{982D9EFC-78CA-4815-93BD-745423C41BAE}" dt="2025-04-03T23:33:13.479" v="2387" actId="47"/>
        <pc:sldMkLst>
          <pc:docMk/>
          <pc:sldMk cId="1286601349" sldId="386"/>
        </pc:sldMkLst>
      </pc:sldChg>
      <pc:sldChg chg="addSp delSp modSp add mod ord">
        <pc:chgData name="Holland, Karrie" userId="23868a2e-e05c-4e18-9f80-537fd2a8fbe7" providerId="ADAL" clId="{982D9EFC-78CA-4815-93BD-745423C41BAE}" dt="2025-04-03T23:44:59.473" v="2681" actId="255"/>
        <pc:sldMkLst>
          <pc:docMk/>
          <pc:sldMk cId="4239425234" sldId="386"/>
        </pc:sldMkLst>
        <pc:spChg chg="mod">
          <ac:chgData name="Holland, Karrie" userId="23868a2e-e05c-4e18-9f80-537fd2a8fbe7" providerId="ADAL" clId="{982D9EFC-78CA-4815-93BD-745423C41BAE}" dt="2025-04-03T23:41:25.411" v="2561" actId="1037"/>
          <ac:spMkLst>
            <pc:docMk/>
            <pc:sldMk cId="4239425234" sldId="386"/>
            <ac:spMk id="2" creationId="{D8934DCD-5B7D-4783-A15D-D7EF9FCCE5B2}"/>
          </ac:spMkLst>
        </pc:spChg>
        <pc:spChg chg="mod">
          <ac:chgData name="Holland, Karrie" userId="23868a2e-e05c-4e18-9f80-537fd2a8fbe7" providerId="ADAL" clId="{982D9EFC-78CA-4815-93BD-745423C41BAE}" dt="2025-04-03T23:44:59.473" v="2681" actId="255"/>
          <ac:spMkLst>
            <pc:docMk/>
            <pc:sldMk cId="4239425234" sldId="386"/>
            <ac:spMk id="4" creationId="{8E618C60-3F16-1E5C-7E8E-45D48FBD4086}"/>
          </ac:spMkLst>
        </pc:spChg>
        <pc:spChg chg="mod">
          <ac:chgData name="Holland, Karrie" userId="23868a2e-e05c-4e18-9f80-537fd2a8fbe7" providerId="ADAL" clId="{982D9EFC-78CA-4815-93BD-745423C41BAE}" dt="2025-04-03T23:36:04.972" v="2420" actId="20577"/>
          <ac:spMkLst>
            <pc:docMk/>
            <pc:sldMk cId="4239425234" sldId="386"/>
            <ac:spMk id="9" creationId="{B37D7255-D78C-4736-C6C5-DCC358674965}"/>
          </ac:spMkLst>
        </pc:spChg>
        <pc:spChg chg="mod">
          <ac:chgData name="Holland, Karrie" userId="23868a2e-e05c-4e18-9f80-537fd2a8fbe7" providerId="ADAL" clId="{982D9EFC-78CA-4815-93BD-745423C41BAE}" dt="2025-04-03T23:41:25.411" v="2561" actId="1037"/>
          <ac:spMkLst>
            <pc:docMk/>
            <pc:sldMk cId="4239425234" sldId="386"/>
            <ac:spMk id="11" creationId="{1D50D635-05CE-1C97-B88D-18090D538CB8}"/>
          </ac:spMkLst>
        </pc:spChg>
        <pc:spChg chg="mod">
          <ac:chgData name="Holland, Karrie" userId="23868a2e-e05c-4e18-9f80-537fd2a8fbe7" providerId="ADAL" clId="{982D9EFC-78CA-4815-93BD-745423C41BAE}" dt="2025-04-03T23:41:25.411" v="2561" actId="1037"/>
          <ac:spMkLst>
            <pc:docMk/>
            <pc:sldMk cId="4239425234" sldId="386"/>
            <ac:spMk id="12" creationId="{D0BF9A61-26C4-934B-72C1-D478EEC0DE6C}"/>
          </ac:spMkLst>
        </pc:spChg>
        <pc:picChg chg="add mod ord">
          <ac:chgData name="Holland, Karrie" userId="23868a2e-e05c-4e18-9f80-537fd2a8fbe7" providerId="ADAL" clId="{982D9EFC-78CA-4815-93BD-745423C41BAE}" dt="2025-04-03T23:41:25.411" v="2561" actId="1037"/>
          <ac:picMkLst>
            <pc:docMk/>
            <pc:sldMk cId="4239425234" sldId="386"/>
            <ac:picMk id="5" creationId="{41469A2D-98A2-8FEA-3012-4E01FDFC442F}"/>
          </ac:picMkLst>
        </pc:picChg>
        <pc:cxnChg chg="mod">
          <ac:chgData name="Holland, Karrie" userId="23868a2e-e05c-4e18-9f80-537fd2a8fbe7" providerId="ADAL" clId="{982D9EFC-78CA-4815-93BD-745423C41BAE}" dt="2025-04-03T23:41:25.411" v="2561" actId="1037"/>
          <ac:cxnSpMkLst>
            <pc:docMk/>
            <pc:sldMk cId="4239425234" sldId="386"/>
            <ac:cxnSpMk id="8" creationId="{1F5130B1-5A79-5736-BF82-5E3EC5A8B23D}"/>
          </ac:cxnSpMkLst>
        </pc:cxnChg>
      </pc:sldChg>
      <pc:sldChg chg="addSp delSp modSp add mod ord modNotesTx">
        <pc:chgData name="Holland, Karrie" userId="23868a2e-e05c-4e18-9f80-537fd2a8fbe7" providerId="ADAL" clId="{982D9EFC-78CA-4815-93BD-745423C41BAE}" dt="2025-04-03T23:45:10.365" v="2691" actId="255"/>
        <pc:sldMkLst>
          <pc:docMk/>
          <pc:sldMk cId="1886931168" sldId="387"/>
        </pc:sldMkLst>
        <pc:spChg chg="add mod">
          <ac:chgData name="Holland, Karrie" userId="23868a2e-e05c-4e18-9f80-537fd2a8fbe7" providerId="ADAL" clId="{982D9EFC-78CA-4815-93BD-745423C41BAE}" dt="2025-04-03T23:41:14.464" v="2540"/>
          <ac:spMkLst>
            <pc:docMk/>
            <pc:sldMk cId="1886931168" sldId="387"/>
            <ac:spMk id="2" creationId="{58ABE186-E42B-3C0F-781E-76FBD535666F}"/>
          </ac:spMkLst>
        </pc:spChg>
        <pc:spChg chg="mod">
          <ac:chgData name="Holland, Karrie" userId="23868a2e-e05c-4e18-9f80-537fd2a8fbe7" providerId="ADAL" clId="{982D9EFC-78CA-4815-93BD-745423C41BAE}" dt="2025-04-03T23:45:10.365" v="2691" actId="255"/>
          <ac:spMkLst>
            <pc:docMk/>
            <pc:sldMk cId="1886931168" sldId="387"/>
            <ac:spMk id="4" creationId="{73EC47B7-ABE6-B936-ADDC-42EA5B033A19}"/>
          </ac:spMkLst>
        </pc:spChg>
        <pc:spChg chg="mod">
          <ac:chgData name="Holland, Karrie" userId="23868a2e-e05c-4e18-9f80-537fd2a8fbe7" providerId="ADAL" clId="{982D9EFC-78CA-4815-93BD-745423C41BAE}" dt="2025-04-03T23:41:41.479" v="2564" actId="1076"/>
          <ac:spMkLst>
            <pc:docMk/>
            <pc:sldMk cId="1886931168" sldId="387"/>
            <ac:spMk id="9" creationId="{54C26B4F-2531-AF45-FBDE-79825F709094}"/>
          </ac:spMkLst>
        </pc:spChg>
      </pc:sldChg>
      <pc:sldChg chg="modSp add mod">
        <pc:chgData name="Holland, Karrie" userId="23868a2e-e05c-4e18-9f80-537fd2a8fbe7" providerId="ADAL" clId="{982D9EFC-78CA-4815-93BD-745423C41BAE}" dt="2025-04-03T23:45:33.166" v="2703" actId="255"/>
        <pc:sldMkLst>
          <pc:docMk/>
          <pc:sldMk cId="3747733449" sldId="388"/>
        </pc:sldMkLst>
        <pc:spChg chg="mod">
          <ac:chgData name="Holland, Karrie" userId="23868a2e-e05c-4e18-9f80-537fd2a8fbe7" providerId="ADAL" clId="{982D9EFC-78CA-4815-93BD-745423C41BAE}" dt="2025-04-03T23:45:33.166" v="2703" actId="255"/>
          <ac:spMkLst>
            <pc:docMk/>
            <pc:sldMk cId="3747733449" sldId="388"/>
            <ac:spMk id="4" creationId="{0C200C49-17C0-F2DE-6A67-DD99E048064C}"/>
          </ac:spMkLst>
        </pc:spChg>
      </pc:sldChg>
      <pc:sldChg chg="modSp add mod">
        <pc:chgData name="Holland, Karrie" userId="23868a2e-e05c-4e18-9f80-537fd2a8fbe7" providerId="ADAL" clId="{982D9EFC-78CA-4815-93BD-745423C41BAE}" dt="2025-04-03T23:45:46.111" v="2713" actId="255"/>
        <pc:sldMkLst>
          <pc:docMk/>
          <pc:sldMk cId="2088077685" sldId="389"/>
        </pc:sldMkLst>
        <pc:spChg chg="mod">
          <ac:chgData name="Holland, Karrie" userId="23868a2e-e05c-4e18-9f80-537fd2a8fbe7" providerId="ADAL" clId="{982D9EFC-78CA-4815-93BD-745423C41BAE}" dt="2025-04-03T23:45:46.111" v="2713" actId="255"/>
          <ac:spMkLst>
            <pc:docMk/>
            <pc:sldMk cId="2088077685" sldId="389"/>
            <ac:spMk id="4" creationId="{C96658C5-F422-74F8-614F-A503A1C89D94}"/>
          </ac:spMkLst>
        </pc:spChg>
      </pc:sldChg>
    </pc:docChg>
  </pc:docChgLst>
  <pc:docChgLst>
    <pc:chgData name="Goodroe, Hunter" userId="S::matthew.goodroe@tea.texas.gov::2596e579-e8cb-48d7-bceb-d5f26f88144e" providerId="AD" clId="Web-{0CFFEADA-CF47-16C3-A273-3D14A2BCF5FF}"/>
    <pc:docChg chg="addSld delSld modSection">
      <pc:chgData name="Goodroe, Hunter" userId="S::matthew.goodroe@tea.texas.gov::2596e579-e8cb-48d7-bceb-d5f26f88144e" providerId="AD" clId="Web-{0CFFEADA-CF47-16C3-A273-3D14A2BCF5FF}" dt="2025-05-09T20:23:42.691" v="1"/>
      <pc:docMkLst>
        <pc:docMk/>
      </pc:docMkLst>
      <pc:sldChg chg="new del">
        <pc:chgData name="Goodroe, Hunter" userId="S::matthew.goodroe@tea.texas.gov::2596e579-e8cb-48d7-bceb-d5f26f88144e" providerId="AD" clId="Web-{0CFFEADA-CF47-16C3-A273-3D14A2BCF5FF}" dt="2025-05-09T20:23:42.691" v="1"/>
        <pc:sldMkLst>
          <pc:docMk/>
          <pc:sldMk cId="84053580" sldId="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A.1B: use a problem-solving model that incorporates analyzing given information, formulating a plan or strategy, determining a solution, justifying the solution, and evaluating the problem-solving process and the reasonableness of the solution.</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A.1D:</a:t>
                </a:r>
                <a:r>
                  <a:rPr lang="en-US"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communicate mathematical ideas, reasoning, and their implications using multiple representations, including symbols, diagrams, graphs, and language as appropriate.</a:t>
                </a:r>
                <a:b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A.3A:</a:t>
                </a:r>
                <a:r>
                  <a:rPr lang="en-US"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slope of a line given a table of values, a graph, two points on the line, and an equation written in various forms,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US"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𝑦</m:t>
                        </m:r>
                      </m:e>
                      <m:sub>
                        <m:r>
                          <a:rPr lang="en-US" b="0" i="1" smtClean="0">
                            <a:solidFill>
                              <a:srgbClr val="000000"/>
                            </a:solidFill>
                            <a:latin typeface="Cambria Math" panose="02040503050406030204" pitchFamily="18" charset="0"/>
                          </a:rPr>
                          <m:t>1</m:t>
                        </m:r>
                      </m:sub>
                    </m:sSub>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US"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𝑥</m:t>
                        </m:r>
                      </m:e>
                      <m:sub>
                        <m:r>
                          <a:rPr lang="en-US" b="0" i="1" smtClean="0">
                            <a:solidFill>
                              <a:srgbClr val="000000"/>
                            </a:solidFill>
                            <a:latin typeface="Cambria Math" panose="02040503050406030204" pitchFamily="18" charset="0"/>
                          </a:rPr>
                          <m:t>1</m:t>
                        </m:r>
                      </m:sub>
                    </m:sSub>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A.3C: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graph linear functions on the coordinate plane and identify key features,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A.12B:  evaluate functions, expressed in function notation, given one or more elements in their domains.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understand the general meaning, main points, and important details of spoken language ranging from situations in which topics, language, and contexts are familiar to unfamiliar.</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4.A: learn relationships between sounds and letters of the English language and decode (sound out) words using a combination of skills such as recognizing sound-letter relationships and identifying cognates, affixes, roots and base words.</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pPr algn="l"/>
                <a:r>
                  <a:rPr lang="en-US" dirty="0"/>
                  <a:t>A.1A: apply mathematics to problems arising in everyday life, society, and the workplace. </a:t>
                </a:r>
              </a:p>
              <a:p>
                <a:pPr algn="l"/>
                <a:r>
                  <a:rPr lang="en-US" dirty="0"/>
                  <a:t>A.1B: use a problem-solving model that incorporates analyzing given information, formulating a plan or strategy, determining a solution, justifying the solution, and evaluating the problem-solving process and the reasonableness of the solution. </a:t>
                </a:r>
              </a:p>
              <a:p>
                <a:pPr algn="l"/>
                <a:r>
                  <a:rPr lang="en-US" dirty="0"/>
                  <a:t>A.1D: communicate mathematical ideas, reasoning, and their implications using multiple representations, including symbols, diagrams, graphs, and language as appropriate.</a:t>
                </a:r>
                <a:br>
                  <a:rPr lang="en-US" dirty="0"/>
                </a:br>
                <a:r>
                  <a:rPr lang="en-US" dirty="0"/>
                  <a:t>A.3A: determine the slope of a line given a table of values, a graph, two points on the line, and an equation written in various forms, including y = mx + b, Ax + By = C, and y - </a:t>
                </a:r>
                <a:r>
                  <a:rPr lang="en-US" b="0" i="0">
                    <a:latin typeface="Cambria Math" panose="02040503050406030204" pitchFamily="18" charset="0"/>
                  </a:rPr>
                  <a:t>𝑦_1</a:t>
                </a:r>
                <a:r>
                  <a:rPr lang="en-US" dirty="0"/>
                  <a:t> = m(x - </a:t>
                </a:r>
                <a:r>
                  <a:rPr lang="en-US" b="0" i="0">
                    <a:latin typeface="Cambria Math" panose="02040503050406030204" pitchFamily="18" charset="0"/>
                  </a:rPr>
                  <a:t>𝑥_1</a:t>
                </a:r>
                <a:r>
                  <a:rPr lang="en-US" dirty="0"/>
                  <a:t>). </a:t>
                </a:r>
              </a:p>
              <a:p>
                <a:pPr algn="l"/>
                <a:r>
                  <a:rPr lang="en-US" b="1" dirty="0"/>
                  <a:t>A.3C: </a:t>
                </a:r>
                <a:r>
                  <a:rPr lang="en-US" dirty="0"/>
                  <a:t>graph linear functions on the coordinate plane and identify key features, including x-intercept, y-intercept, zeros, and slope, in mathematical and real-world problems.</a:t>
                </a:r>
              </a:p>
              <a:p>
                <a:pPr algn="l"/>
                <a:r>
                  <a:rPr lang="en-US" dirty="0"/>
                  <a:t>A.12B:  evaluate functions, expressed in function notation, given one or more elements in their domains.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dirty="0"/>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2.G:</a:t>
                </a:r>
                <a:r>
                  <a:rPr lang="en-US" dirty="0"/>
                  <a:t> understand the general meaning, main points, and important details of spoken language ranging from situations in which topics, language, and contexts are familiar to unfamiliar.</a:t>
                </a:r>
              </a:p>
              <a:p>
                <a:pPr algn="l"/>
                <a:r>
                  <a:rPr lang="en-US" dirty="0"/>
                  <a:t>4.A: learn relationships between sounds and letters of the English language and decode (sound out) words using a combination of skills such as recognizing sound-letter relationships and identifying cognates, affixes, roots and base words.</a:t>
                </a:r>
                <a:endParaRPr lang="en-US" sz="1200" b="1"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there more than one correct answer? Explain.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a graph of this function look like?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the slopes of the functions compare?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of the functions.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different about the functions’ domains?</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77D1-344F-7E5E-D35D-B911DCEC8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72121-06B8-3621-6FC3-FD0A537D326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78CAD4-5767-47FF-75BA-D858E61B6DA7}"/>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there more than one correct answer? Explain.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a graph of this function look like?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the slopes of the functions compare?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of the functions.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different about the functions’ domains?</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9DD7639-3936-4D78-9D58-84718DFA52C9}"/>
              </a:ext>
            </a:extLst>
          </p:cNvPr>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234381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Characteristics of functions can be determined using a variety of different function representations</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4.1.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BF2C-40D6-7DCA-5276-A75E71FE7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63169-99B3-C5DE-6674-CD289D063A0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4A6AB5-D37E-20CC-3BA9-05B891675962}"/>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87D6FA8D-C4D8-86BE-2C78-5FC9503B470F}"/>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3246999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EAC4-AA41-7828-9060-073D160AA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22F4C-7734-3720-E465-AE0676DB4A3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BEFACA-187D-6BB2-9C69-440B4A67B17A}"/>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B02342D6-D98C-E8FA-4D67-FC5C42EFE2B3}"/>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1266118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1FBF-89F6-BF48-CDF2-CB6F9058A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E90BD-9A70-FFC4-D37C-031EB4DE121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766A85-8EEE-041F-3567-EE1851F04E6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974A9CE4-FAD0-D1FF-7C78-315EFAC1E1B9}"/>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07951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C0309-C93B-14E0-45F4-E82D73E5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5EC69-5733-D802-708F-C540257FE6C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39168B-A52F-2083-9FEE-5C345BED8A4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4.1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The slopes of different representations of lines can be compared to determine whether the graphs of their lines are parallel or perpendicular.</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1DEA511-F9B2-57D3-0F1B-83F8FEA08713}"/>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3301339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E9434-5EB0-A37F-9583-3C51C1237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21BFC-3D63-F718-F818-8805EA505DB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A4DB82A-6841-87EB-49EC-D698FA5EA22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BFA1E28-11E5-2DBD-A786-2D4951FE7037}"/>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077562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F6EDC-9956-3819-D17E-457437B86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58269-6B14-54B0-C0C6-422F74A433B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C62BADA-5091-2F49-CABE-D971E455616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4.2.</a:t>
            </a:r>
          </a:p>
        </p:txBody>
      </p:sp>
      <p:sp>
        <p:nvSpPr>
          <p:cNvPr id="4" name="Slide Number Placeholder 3">
            <a:extLst>
              <a:ext uri="{FF2B5EF4-FFF2-40B4-BE49-F238E27FC236}">
                <a16:creationId xmlns:a16="http://schemas.microsoft.com/office/drawing/2014/main" id="{F18724ED-631D-E34B-D166-90CE350251AB}"/>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028510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many pounds are in a ton?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Table? Graph?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values for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(0.5)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need to calculate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to complete the statement? Explain your thinking.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that each county consistently used the same payout rate regardless of the number of tons of cardboard?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each county’s payout rate?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could each county explain their payout rate as an equation? In a statement?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do you think citizens would prefer? Explain your thinking.</a:t>
            </a:r>
          </a:p>
        </p:txBody>
      </p:sp>
      <p:sp>
        <p:nvSpPr>
          <p:cNvPr id="4" name="Slide Number Placeholder 3"/>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73993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65900-6345-A7E3-6AD5-FDF519BBF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F6BCE-4721-AB77-3291-0D91B2FECC7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0C7E6ED-0B9D-27C7-A770-779E46061DFC}"/>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many pounds are in a ton?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Table? Graph?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values for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(0.5)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need to calculate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to complete the statement? Explain your thinking.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that each county consistently used the same payout rate regardless of the number of tons of cardboard?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each county’s payout rate?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could each county explain their payout rate as an equation? In a statement?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do you think citizens would prefer? Explain your thinking.</a:t>
            </a:r>
          </a:p>
        </p:txBody>
      </p:sp>
      <p:sp>
        <p:nvSpPr>
          <p:cNvPr id="4" name="Slide Number Placeholder 3">
            <a:extLst>
              <a:ext uri="{FF2B5EF4-FFF2-40B4-BE49-F238E27FC236}">
                <a16:creationId xmlns:a16="http://schemas.microsoft.com/office/drawing/2014/main" id="{CCB7FE94-C594-B44F-7266-24146D1C1E51}"/>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2474003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4.2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tables and graphs can be compared</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4.3.</a:t>
            </a:r>
          </a:p>
        </p:txBody>
      </p:sp>
      <p:sp>
        <p:nvSpPr>
          <p:cNvPr id="4" name="Slide Number Placeholder 3"/>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BB1F9-9A54-15AA-FFE4-69A253398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0AC93-70A9-0C54-BA19-FDB9FAA138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89C8027-6AD7-D875-6EAB-98AE80B65827}"/>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B906B4F-98D8-FD34-A082-13FF64259CB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557256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48E5-AF8B-1067-31E6-631A4B53C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C168C-16B0-9B81-D101-1E264657960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56B8E6-82EA-2959-A345-103F796FD376}"/>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CE985A-1A83-FB2F-B9EE-69A9019AC59F}"/>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01981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knowing that 0° F = 32° F help you make sense of the representations?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from Joey’s table?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each representation?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For this situation, do you think a table or equation is more helpful?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two rates of change? Why do you think this is the case?</a:t>
            </a: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4.3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tables and equations can be compared.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CFF11-CFFA-DCD2-DF3C-D180D191E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9B1D4-6FA3-9E63-0A29-729EC91E0B5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BE8B51D-366E-62C2-CE93-90221606DC8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4.4.</a:t>
            </a:r>
          </a:p>
        </p:txBody>
      </p:sp>
      <p:sp>
        <p:nvSpPr>
          <p:cNvPr id="4" name="Slide Number Placeholder 3">
            <a:extLst>
              <a:ext uri="{FF2B5EF4-FFF2-40B4-BE49-F238E27FC236}">
                <a16:creationId xmlns:a16="http://schemas.microsoft.com/office/drawing/2014/main" id="{BC44195F-3A4F-FBA7-3AD3-689BD8762FF5}"/>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2453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304F8-4877-D2DE-7A88-82CB4F152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65084-800E-DA50-D9F9-C985550C2A9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82858D-DAB1-D41F-0493-14205CEAA2BA}"/>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A41A84-B8ED-A4DB-8857-0248799EB68E}"/>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7882367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FBB05-C427-0D98-7858-866206739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472CA-21F4-A6C0-0FA4-7AA60BB8A0E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8F4F441-89AD-1A1E-C9AC-AAC6A0184437}"/>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given information to label and scale the axes?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each slope?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use the situation or graph to determine Miguel’s savings rate? Explain your method.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Lauren’s savings rate?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is more straightforward in this context?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8CE4540-84BE-5708-919E-D82AF53EE760}"/>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8220977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2973-9E00-AEFD-EEC5-604A3DBF0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F1EDE-FFBD-193F-A8D7-B035E107025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4E9D762-1EE8-B185-77AB-69D0E74EB595}"/>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4.4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verbal descriptions and graphs can be compared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0F5F427-9783-A00B-3DF1-9781BEC994BA}"/>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7339033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ED53A-96D3-C86B-6CE7-2A6CC27A7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D0252-EFCC-6CA6-3F65-72C8E6AEB85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A100FF4-1340-9C51-B8E7-28EEA9C8D63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2ECAC690-439D-7F87-4833-C2ACC14D8D8A}"/>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2718453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did you derive from the table to create your situation?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 linear relationship?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an increasing or decreasing function?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does your situation encompass the entire domain?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change the sign of the slope? Why or why not?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of the graphed line?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Can you tell whether a slope is increasing or decreasing more easily from a table or graph?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advantage of calculating the slope of a line from a table?</a:t>
            </a:r>
          </a:p>
        </p:txBody>
      </p:sp>
      <p:sp>
        <p:nvSpPr>
          <p:cNvPr id="4" name="Slide Number Placeholder 3"/>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did you derive from the table to create your situation?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 linear relationship?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an increasing or decreasing function?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does your situation encompass the entire domain?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change the sign of the slope? Why or why not?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of the graphed line?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Can you tell whether a slope is increasing or decreasing more easily from a table or graph?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advantage of calculating the slope of a line from a table?</a:t>
            </a:r>
          </a:p>
        </p:txBody>
      </p:sp>
      <p:sp>
        <p:nvSpPr>
          <p:cNvPr id="4" name="Slide Number Placeholder 3"/>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26624985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You can represent a linear function using an equation, a table, a graph, or a verbal description. You can understand characteristics of linear functions, such as slope,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and independent and dependent quantities from different representations of functions.</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 variety of strategies can be used to compare linear functions presented in different representations.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59"/>
            <a:ext cx="12192003" cy="18062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dirty="0">
                <a:solidFill>
                  <a:srgbClr val="236739"/>
                </a:solidFill>
              </a:rPr>
              <a:t>Comparing Linear Functions</a:t>
            </a:r>
            <a:br>
              <a:rPr lang="en-US" sz="6000" b="1" dirty="0">
                <a:solidFill>
                  <a:srgbClr val="236739"/>
                </a:solidFill>
              </a:rPr>
            </a:br>
            <a:r>
              <a:rPr lang="en-US" sz="6000" b="1" dirty="0">
                <a:solidFill>
                  <a:srgbClr val="236739"/>
                </a:solidFill>
              </a:rPr>
              <a:t>in Different Forms </a:t>
            </a:r>
            <a:endParaRPr kumimoji="0" lang="en-US" sz="6000" b="1" i="0" u="none" strike="noStrike" kern="1200" cap="none" spc="0" normalizeH="0" baseline="0" noProof="0" dirty="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2 | Lesson 4</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5" y="1610686"/>
            <a:ext cx="9834182" cy="4175988"/>
          </a:xfrm>
        </p:spPr>
        <p:txBody>
          <a:bodyPr/>
          <a:lstStyle/>
          <a:p>
            <a:pPr marL="457200" indent="-457200" algn="l">
              <a:buFont typeface="Arial" panose="020B0604020202020204" pitchFamily="34" charset="0"/>
              <a:buChar char="•"/>
            </a:pPr>
            <a:r>
              <a:rPr lang="en-US" sz="2800" dirty="0"/>
              <a:t>Compare linear functions represented algebraically, graphically, in tables, or with verbal descriptions.</a:t>
            </a:r>
          </a:p>
          <a:p>
            <a:pPr marL="457200" indent="-457200" algn="l">
              <a:buFont typeface="Arial" panose="020B0604020202020204" pitchFamily="34" charset="0"/>
              <a:buChar char="•"/>
            </a:pPr>
            <a:r>
              <a:rPr lang="en-US" sz="2800" dirty="0"/>
              <a:t>Choose and interpret appropriate units to represent independent and dependent quantities in situations modeled by linear functions.</a:t>
            </a:r>
          </a:p>
          <a:p>
            <a:pPr marL="457200" indent="-457200" algn="l">
              <a:buFont typeface="Arial" panose="020B0604020202020204" pitchFamily="34" charset="0"/>
              <a:buChar char="•"/>
            </a:pPr>
            <a:r>
              <a:rPr lang="en-US" sz="2800" dirty="0"/>
              <a:t>Choose and interpret appropriate scales and origins for graphs of linear functions.</a:t>
            </a:r>
            <a:endParaRPr lang="en-US" sz="2800" dirty="0">
              <a:solidFill>
                <a:srgbClr val="000000"/>
              </a:solidFill>
            </a:endParaRP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39" y="1604355"/>
            <a:ext cx="9979429" cy="433141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represented linear functions in a variety of different ways. </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How does each linear function representation compare with</a:t>
            </a:r>
            <a:br>
              <a:rPr lang="en-US" sz="2800" dirty="0">
                <a:solidFill>
                  <a:srgbClr val="000000"/>
                </a:solidFill>
              </a:rPr>
            </a:br>
            <a:r>
              <a:rPr lang="en-US" sz="2800" dirty="0">
                <a:solidFill>
                  <a:srgbClr val="000000"/>
                </a:solidFill>
              </a:rPr>
              <a:t>the others?</a:t>
            </a:r>
          </a:p>
        </p:txBody>
      </p:sp>
    </p:spTree>
    <p:extLst>
      <p:ext uri="{BB962C8B-B14F-4D97-AF65-F5344CB8AC3E}">
        <p14:creationId xmlns:p14="http://schemas.microsoft.com/office/powerpoint/2010/main" val="249308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18782"/>
            <a:ext cx="10514013" cy="318782"/>
          </a:xfrm>
          <a:prstGeom prst="rect">
            <a:avLst/>
          </a:prstGeom>
        </p:spPr>
        <p:txBody>
          <a:bodyPr anchor="b"/>
          <a:lstStyle/>
          <a:p>
            <a:r>
              <a:rPr lang="en-US" sz="2000" dirty="0">
                <a:solidFill>
                  <a:schemeClr val="bg2"/>
                </a:solidFill>
              </a:rPr>
              <a:t>Getting Started</a:t>
            </a:r>
          </a:p>
        </p:txBody>
      </p:sp>
      <p:sp>
        <p:nvSpPr>
          <p:cNvPr id="2" name="Text Placeholder 1" descr="5 to 1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379" y="5780973"/>
            <a:ext cx="863947" cy="795338"/>
          </a:xfrm>
        </p:spPr>
        <p:txBody>
          <a:bodyPr/>
          <a:lstStyle/>
          <a:p>
            <a:r>
              <a:rPr lang="en-US" b="1" dirty="0"/>
              <a:t>5–10</a:t>
            </a:r>
          </a:p>
        </p:txBody>
      </p:sp>
    </p:spTree>
    <p:extLst>
      <p:ext uri="{BB962C8B-B14F-4D97-AF65-F5344CB8AC3E}">
        <p14:creationId xmlns:p14="http://schemas.microsoft.com/office/powerpoint/2010/main" val="371961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Odd One Out </a:t>
            </a:r>
            <a:r>
              <a:rPr lang="en-US" sz="2000" b="1" dirty="0">
                <a:solidFill>
                  <a:schemeClr val="bg1"/>
                </a:solidFill>
              </a:rPr>
              <a:t>(1 of 4)</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1616140"/>
            <a:ext cx="9900285" cy="10180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a:pPr>
            <a:r>
              <a:rPr lang="en-US" sz="2800" dirty="0">
                <a:solidFill>
                  <a:srgbClr val="000000"/>
                </a:solidFill>
              </a:rPr>
              <a:t>Choose the function that does not belong with the others and justify your choice.</a:t>
            </a:r>
          </a:p>
          <a:p>
            <a:pPr marL="0" indent="0">
              <a:buNone/>
            </a:pPr>
            <a:endParaRPr lang="en-US" sz="2800" dirty="0">
              <a:solidFill>
                <a:srgbClr val="000000"/>
              </a:solidFill>
            </a:endParaRPr>
          </a:p>
        </p:txBody>
      </p:sp>
      <p:sp>
        <p:nvSpPr>
          <p:cNvPr id="5" name="TextBox 4">
            <a:extLst>
              <a:ext uri="{FF2B5EF4-FFF2-40B4-BE49-F238E27FC236}">
                <a16:creationId xmlns:a16="http://schemas.microsoft.com/office/drawing/2014/main" id="{BCE6389F-92C2-FDE5-2432-A2B5AF6FB960}"/>
              </a:ext>
            </a:extLst>
          </p:cNvPr>
          <p:cNvSpPr txBox="1"/>
          <p:nvPr/>
        </p:nvSpPr>
        <p:spPr>
          <a:xfrm>
            <a:off x="1704002" y="2725480"/>
            <a:ext cx="1819374" cy="523220"/>
          </a:xfrm>
          <a:prstGeom prst="rect">
            <a:avLst/>
          </a:prstGeom>
          <a:noFill/>
        </p:spPr>
        <p:txBody>
          <a:bodyPr wrap="square" rtlCol="0">
            <a:spAutoFit/>
          </a:bodyPr>
          <a:lstStyle/>
          <a:p>
            <a:r>
              <a:rPr lang="en-US" sz="2800" b="1" dirty="0">
                <a:solidFill>
                  <a:srgbClr val="000000"/>
                </a:solidFill>
              </a:rPr>
              <a:t>Function A</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60FCFE7-DD75-9F5B-C2EE-8F8376A74F0E}"/>
                  </a:ext>
                </a:extLst>
              </p:cNvPr>
              <p:cNvGraphicFramePr>
                <a:graphicFrameLocks noGrp="1"/>
              </p:cNvGraphicFramePr>
              <p:nvPr>
                <p:extLst>
                  <p:ext uri="{D42A27DB-BD31-4B8C-83A1-F6EECF244321}">
                    <p14:modId xmlns:p14="http://schemas.microsoft.com/office/powerpoint/2010/main" val="3859544641"/>
                  </p:ext>
                </p:extLst>
              </p:nvPr>
            </p:nvGraphicFramePr>
            <p:xfrm>
              <a:off x="1778019" y="3426271"/>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pPr algn="ctr"/>
                          <a14:m>
                            <m:oMathPara xmlns:m="http://schemas.openxmlformats.org/officeDocument/2006/math">
                              <m:oMathParaPr>
                                <m:jc m:val="centerGroup"/>
                              </m:oMathParaPr>
                              <m:oMath xmlns:m="http://schemas.openxmlformats.org/officeDocument/2006/math">
                                <m:r>
                                  <a:rPr lang="en-US" sz="2000" b="1" i="1" smtClean="0">
                                    <a:ln>
                                      <a:solidFill>
                                        <a:schemeClr val="bg1"/>
                                      </a:solidFill>
                                    </a:ln>
                                    <a:solidFill>
                                      <a:schemeClr val="bg1"/>
                                    </a:solidFill>
                                    <a:latin typeface="Cambria Math" panose="02040503050406030204" pitchFamily="18" charset="0"/>
                                  </a:rPr>
                                  <m:t>𝒙</m:t>
                                </m:r>
                              </m:oMath>
                            </m:oMathPara>
                          </a14:m>
                          <a:endParaRPr lang="en-US" sz="2000" dirty="0">
                            <a:ln>
                              <a:solidFill>
                                <a:schemeClr val="bg1"/>
                              </a:solidFill>
                            </a:ln>
                            <a:solidFill>
                              <a:schemeClr val="bg1"/>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ln>
                                      <a:solidFill>
                                        <a:schemeClr val="bg1"/>
                                      </a:solidFill>
                                    </a:ln>
                                    <a:solidFill>
                                      <a:schemeClr val="bg1"/>
                                    </a:solidFill>
                                    <a:latin typeface="Cambria Math" panose="02040503050406030204" pitchFamily="18" charset="0"/>
                                  </a:rPr>
                                  <m:t>𝒚</m:t>
                                </m:r>
                              </m:oMath>
                            </m:oMathPara>
                          </a14:m>
                          <a:endParaRPr lang="en-US" sz="2000" dirty="0">
                            <a:ln>
                              <a:solidFill>
                                <a:schemeClr val="bg1"/>
                              </a:solidFill>
                            </a:ln>
                            <a:solidFill>
                              <a:schemeClr val="bg1"/>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mc:Choice>
        <mc:Fallback xmlns="">
          <p:graphicFrame>
            <p:nvGraphicFramePr>
              <p:cNvPr id="2" name="Table 1">
                <a:extLst>
                  <a:ext uri="{FF2B5EF4-FFF2-40B4-BE49-F238E27FC236}">
                    <a16:creationId xmlns:a16="http://schemas.microsoft.com/office/drawing/2014/main" id="{360FCFE7-DD75-9F5B-C2EE-8F8376A74F0E}"/>
                  </a:ext>
                </a:extLst>
              </p:cNvPr>
              <p:cNvGraphicFramePr>
                <a:graphicFrameLocks noGrp="1"/>
              </p:cNvGraphicFramePr>
              <p:nvPr>
                <p:extLst>
                  <p:ext uri="{D42A27DB-BD31-4B8C-83A1-F6EECF244321}">
                    <p14:modId xmlns:p14="http://schemas.microsoft.com/office/powerpoint/2010/main" val="3859544641"/>
                  </p:ext>
                </p:extLst>
              </p:nvPr>
            </p:nvGraphicFramePr>
            <p:xfrm>
              <a:off x="1778019" y="3426271"/>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1" t="-1075" r="-101042" b="-405376"/>
                          </a:stretch>
                        </a:blipFill>
                      </a:tcPr>
                    </a:tc>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21" t="-1075" r="-1042" b="-405376"/>
                          </a:stretch>
                        </a:blip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mc:Fallback>
      </mc:AlternateContent>
      <p:sp>
        <p:nvSpPr>
          <p:cNvPr id="6" name="TextBox 5">
            <a:extLst>
              <a:ext uri="{FF2B5EF4-FFF2-40B4-BE49-F238E27FC236}">
                <a16:creationId xmlns:a16="http://schemas.microsoft.com/office/drawing/2014/main" id="{98319DE0-8D4C-F07B-1898-0FCA3AAB9623}"/>
              </a:ext>
            </a:extLst>
          </p:cNvPr>
          <p:cNvSpPr txBox="1"/>
          <p:nvPr/>
        </p:nvSpPr>
        <p:spPr>
          <a:xfrm>
            <a:off x="5877644" y="2725480"/>
            <a:ext cx="1819374" cy="523220"/>
          </a:xfrm>
          <a:prstGeom prst="rect">
            <a:avLst/>
          </a:prstGeom>
          <a:noFill/>
        </p:spPr>
        <p:txBody>
          <a:bodyPr wrap="square" rtlCol="0">
            <a:spAutoFit/>
          </a:bodyPr>
          <a:lstStyle/>
          <a:p>
            <a:r>
              <a:rPr lang="en-US" sz="2800" b="1" dirty="0">
                <a:solidFill>
                  <a:srgbClr val="000000"/>
                </a:solidFill>
              </a:rPr>
              <a:t>Function B</a:t>
            </a:r>
          </a:p>
        </p:txBody>
      </p:sp>
      <p:sp>
        <p:nvSpPr>
          <p:cNvPr id="3" name="TextBox 2">
            <a:extLst>
              <a:ext uri="{FF2B5EF4-FFF2-40B4-BE49-F238E27FC236}">
                <a16:creationId xmlns:a16="http://schemas.microsoft.com/office/drawing/2014/main" id="{805FC542-4DC6-8F9D-9666-E470B89D92B7}"/>
              </a:ext>
            </a:extLst>
          </p:cNvPr>
          <p:cNvSpPr txBox="1"/>
          <p:nvPr/>
        </p:nvSpPr>
        <p:spPr>
          <a:xfrm>
            <a:off x="5877644" y="3435584"/>
            <a:ext cx="4927376" cy="1384995"/>
          </a:xfrm>
          <a:prstGeom prst="rect">
            <a:avLst/>
          </a:prstGeom>
          <a:noFill/>
        </p:spPr>
        <p:txBody>
          <a:bodyPr wrap="square" rtlCol="0">
            <a:spAutoFit/>
          </a:bodyPr>
          <a:lstStyle/>
          <a:p>
            <a:r>
              <a:rPr lang="en-US" sz="2800" dirty="0">
                <a:solidFill>
                  <a:srgbClr val="000000"/>
                </a:solidFill>
              </a:rPr>
              <a:t>During one year at a high school, the ratio of 9th-graders to 10th-graders was 1 : 1.</a:t>
            </a:r>
          </a:p>
        </p:txBody>
      </p:sp>
    </p:spTree>
    <p:extLst>
      <p:ext uri="{BB962C8B-B14F-4D97-AF65-F5344CB8AC3E}">
        <p14:creationId xmlns:p14="http://schemas.microsoft.com/office/powerpoint/2010/main" val="258230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C69E-08CF-71F4-54AE-E0EA6ECAA5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2B4368-061E-A874-B644-F55A92210248}"/>
              </a:ext>
            </a:extLst>
          </p:cNvPr>
          <p:cNvSpPr>
            <a:spLocks noGrp="1"/>
          </p:cNvSpPr>
          <p:nvPr>
            <p:ph type="title"/>
          </p:nvPr>
        </p:nvSpPr>
        <p:spPr/>
        <p:txBody>
          <a:bodyPr/>
          <a:lstStyle/>
          <a:p>
            <a:pPr algn="l"/>
            <a:r>
              <a:rPr lang="en-US" b="1" dirty="0"/>
              <a:t>Odd One Out </a:t>
            </a:r>
            <a:r>
              <a:rPr lang="en-US" sz="2000" b="1" dirty="0">
                <a:solidFill>
                  <a:schemeClr val="bg1"/>
                </a:solidFill>
              </a:rPr>
              <a:t>(2 of 4)</a:t>
            </a:r>
          </a:p>
        </p:txBody>
      </p:sp>
      <p:sp>
        <p:nvSpPr>
          <p:cNvPr id="5" name="TextBox 4">
            <a:extLst>
              <a:ext uri="{FF2B5EF4-FFF2-40B4-BE49-F238E27FC236}">
                <a16:creationId xmlns:a16="http://schemas.microsoft.com/office/drawing/2014/main" id="{1117FA7F-046F-42F5-E77A-3FD07E8992E1}"/>
              </a:ext>
            </a:extLst>
          </p:cNvPr>
          <p:cNvSpPr txBox="1"/>
          <p:nvPr/>
        </p:nvSpPr>
        <p:spPr>
          <a:xfrm>
            <a:off x="777240" y="1699196"/>
            <a:ext cx="1991127" cy="523220"/>
          </a:xfrm>
          <a:prstGeom prst="rect">
            <a:avLst/>
          </a:prstGeom>
          <a:noFill/>
        </p:spPr>
        <p:txBody>
          <a:bodyPr wrap="square" rtlCol="0">
            <a:spAutoFit/>
          </a:bodyPr>
          <a:lstStyle/>
          <a:p>
            <a:r>
              <a:rPr lang="en-US" sz="2800" b="1" dirty="0">
                <a:solidFill>
                  <a:srgbClr val="000000"/>
                </a:solidFill>
              </a:rPr>
              <a:t>Function 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0C503E-7057-6CE0-0FB0-57C5DB626E34}"/>
                  </a:ext>
                </a:extLst>
              </p:cNvPr>
              <p:cNvSpPr txBox="1"/>
              <p:nvPr/>
            </p:nvSpPr>
            <p:spPr>
              <a:xfrm>
                <a:off x="777239" y="2581605"/>
                <a:ext cx="2561579" cy="78380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𝑐</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5</m:t>
                          </m:r>
                        </m:den>
                      </m:f>
                      <m:r>
                        <a:rPr lang="en-US" sz="2400" b="0" i="1" smtClean="0">
                          <a:solidFill>
                            <a:srgbClr val="000000"/>
                          </a:solidFill>
                          <a:latin typeface="Cambria Math" panose="02040503050406030204" pitchFamily="18" charset="0"/>
                        </a:rPr>
                        <m:t>𝑥</m:t>
                      </m:r>
                    </m:oMath>
                  </m:oMathPara>
                </a14:m>
                <a:endParaRPr lang="en-US" sz="2400" dirty="0">
                  <a:solidFill>
                    <a:srgbClr val="000000"/>
                  </a:solidFill>
                </a:endParaRPr>
              </a:p>
            </p:txBody>
          </p:sp>
        </mc:Choice>
        <mc:Fallback xmlns="">
          <p:sp>
            <p:nvSpPr>
              <p:cNvPr id="3" name="TextBox 2">
                <a:extLst>
                  <a:ext uri="{FF2B5EF4-FFF2-40B4-BE49-F238E27FC236}">
                    <a16:creationId xmlns:a16="http://schemas.microsoft.com/office/drawing/2014/main" id="{E80C503E-7057-6CE0-0FB0-57C5DB626E34}"/>
                  </a:ext>
                </a:extLst>
              </p:cNvPr>
              <p:cNvSpPr txBox="1">
                <a:spLocks noRot="1" noChangeAspect="1" noMove="1" noResize="1" noEditPoints="1" noAdjustHandles="1" noChangeArrowheads="1" noChangeShapeType="1" noTextEdit="1"/>
              </p:cNvSpPr>
              <p:nvPr/>
            </p:nvSpPr>
            <p:spPr>
              <a:xfrm>
                <a:off x="777239" y="2581605"/>
                <a:ext cx="2561579" cy="783804"/>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F3A017D-6DF2-6723-A2AC-F2B386FECCDF}"/>
              </a:ext>
            </a:extLst>
          </p:cNvPr>
          <p:cNvSpPr txBox="1"/>
          <p:nvPr/>
        </p:nvSpPr>
        <p:spPr>
          <a:xfrm>
            <a:off x="6147756" y="1699196"/>
            <a:ext cx="1991127" cy="523220"/>
          </a:xfrm>
          <a:prstGeom prst="rect">
            <a:avLst/>
          </a:prstGeom>
          <a:noFill/>
        </p:spPr>
        <p:txBody>
          <a:bodyPr wrap="square" rtlCol="0">
            <a:spAutoFit/>
          </a:bodyPr>
          <a:lstStyle/>
          <a:p>
            <a:r>
              <a:rPr lang="en-US" sz="2800" b="1" dirty="0">
                <a:solidFill>
                  <a:srgbClr val="000000"/>
                </a:solidFill>
              </a:rPr>
              <a:t>Function D</a:t>
            </a:r>
          </a:p>
        </p:txBody>
      </p:sp>
      <p:pic>
        <p:nvPicPr>
          <p:cNvPr id="8" name="Picture 7" descr="A graph of a line on the coordinate plane. The line rises from left to right through the points (negative 1, 0) and (0, 5).">
            <a:extLst>
              <a:ext uri="{FF2B5EF4-FFF2-40B4-BE49-F238E27FC236}">
                <a16:creationId xmlns:a16="http://schemas.microsoft.com/office/drawing/2014/main" id="{3DC38ABE-BA12-387E-0212-7DBAA8DDB39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47756" y="2581605"/>
            <a:ext cx="3108485" cy="3101500"/>
          </a:xfrm>
          <a:prstGeom prst="rect">
            <a:avLst/>
          </a:prstGeom>
        </p:spPr>
      </p:pic>
    </p:spTree>
    <p:extLst>
      <p:ext uri="{BB962C8B-B14F-4D97-AF65-F5344CB8AC3E}">
        <p14:creationId xmlns:p14="http://schemas.microsoft.com/office/powerpoint/2010/main" val="3708120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Odd One Out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8120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Odd One Out </a:t>
            </a:r>
            <a:r>
              <a:rPr lang="en-US" sz="2000" b="1" dirty="0">
                <a:solidFill>
                  <a:schemeClr val="bg1"/>
                </a:solidFill>
              </a:rPr>
              <a:t>(4 of 4)</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274347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Activity 4.1</a:t>
            </a:r>
          </a:p>
        </p:txBody>
      </p:sp>
      <p:sp>
        <p:nvSpPr>
          <p:cNvPr id="3" name="Text Placeholder 2" descr="15 to 2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09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4.1</a:t>
            </a:r>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EB2D-E310-5A6B-6959-D60AE1212F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E13AFC-ADBD-88F6-0C81-A44006CA0916}"/>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(1 of 5)</a:t>
            </a:r>
          </a:p>
        </p:txBody>
      </p:sp>
      <p:sp>
        <p:nvSpPr>
          <p:cNvPr id="9" name="Text Placeholder 2">
            <a:extLst>
              <a:ext uri="{FF2B5EF4-FFF2-40B4-BE49-F238E27FC236}">
                <a16:creationId xmlns:a16="http://schemas.microsoft.com/office/drawing/2014/main" id="{89EB1915-7488-82C9-985A-537B7BD393C5}"/>
              </a:ext>
            </a:extLst>
          </p:cNvPr>
          <p:cNvSpPr txBox="1">
            <a:spLocks/>
          </p:cNvSpPr>
          <p:nvPr/>
        </p:nvSpPr>
        <p:spPr>
          <a:xfrm>
            <a:off x="777240" y="1493240"/>
            <a:ext cx="10514342" cy="20301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Consider the line that represents the equation </a:t>
            </a:r>
            <a:r>
              <a:rPr lang="en-US" sz="2800" i="1" dirty="0">
                <a:solidFill>
                  <a:srgbClr val="000000"/>
                </a:solidFill>
              </a:rPr>
              <a:t>y</a:t>
            </a:r>
            <a:r>
              <a:rPr lang="en-US" sz="2800" dirty="0">
                <a:solidFill>
                  <a:srgbClr val="000000"/>
                </a:solidFill>
              </a:rPr>
              <a:t> = 4</a:t>
            </a:r>
            <a:r>
              <a:rPr lang="en-US" sz="2800" i="1" dirty="0">
                <a:solidFill>
                  <a:srgbClr val="000000"/>
                </a:solidFill>
              </a:rPr>
              <a:t>x</a:t>
            </a:r>
            <a:r>
              <a:rPr lang="en-US" sz="2800" dirty="0">
                <a:solidFill>
                  <a:srgbClr val="000000"/>
                </a:solidFill>
              </a:rPr>
              <a:t> − 3. </a:t>
            </a:r>
          </a:p>
          <a:p>
            <a:pPr marL="514350" indent="-514350">
              <a:buFont typeface="+mj-lt"/>
              <a:buAutoNum type="arabicPeriod"/>
            </a:pPr>
            <a:r>
              <a:rPr lang="en-US" sz="2800" dirty="0">
                <a:solidFill>
                  <a:srgbClr val="000000"/>
                </a:solidFill>
              </a:rPr>
              <a:t>Determine whether the graph of each linear relationship is parallel, perpendicular, or neither parallel nor perpendicular to the graph of </a:t>
            </a:r>
            <a:r>
              <a:rPr lang="en-US" sz="2800" i="1" dirty="0">
                <a:solidFill>
                  <a:srgbClr val="000000"/>
                </a:solidFill>
              </a:rPr>
              <a:t>y</a:t>
            </a:r>
            <a:r>
              <a:rPr lang="en-US" sz="2800" dirty="0">
                <a:solidFill>
                  <a:srgbClr val="000000"/>
                </a:solidFill>
              </a:rPr>
              <a:t> = 4</a:t>
            </a:r>
            <a:r>
              <a:rPr lang="en-US" sz="2800" i="1" dirty="0">
                <a:solidFill>
                  <a:srgbClr val="000000"/>
                </a:solidFill>
              </a:rPr>
              <a:t>x</a:t>
            </a:r>
            <a:r>
              <a:rPr lang="en-US" sz="2800" dirty="0">
                <a:solidFill>
                  <a:srgbClr val="000000"/>
                </a:solidFill>
              </a:rPr>
              <a:t> − 3.</a:t>
            </a:r>
          </a:p>
        </p:txBody>
      </p:sp>
      <p:sp>
        <p:nvSpPr>
          <p:cNvPr id="5" name="TextBox 4">
            <a:extLst>
              <a:ext uri="{FF2B5EF4-FFF2-40B4-BE49-F238E27FC236}">
                <a16:creationId xmlns:a16="http://schemas.microsoft.com/office/drawing/2014/main" id="{203F5E66-BCBF-5D21-0685-171CD705A2B4}"/>
              </a:ext>
            </a:extLst>
          </p:cNvPr>
          <p:cNvSpPr txBox="1"/>
          <p:nvPr/>
        </p:nvSpPr>
        <p:spPr>
          <a:xfrm>
            <a:off x="777240" y="3737954"/>
            <a:ext cx="1252896" cy="523220"/>
          </a:xfrm>
          <a:prstGeom prst="rect">
            <a:avLst/>
          </a:prstGeom>
          <a:noFill/>
        </p:spPr>
        <p:txBody>
          <a:bodyPr wrap="square" rtlCol="0">
            <a:spAutoFit/>
          </a:bodyPr>
          <a:lstStyle/>
          <a:p>
            <a:pPr marL="511175"/>
            <a:r>
              <a:rPr lang="en-US" sz="2800" dirty="0">
                <a:solidFill>
                  <a:srgbClr val="000000"/>
                </a:solidFill>
              </a:rPr>
              <a:t>a.</a:t>
            </a:r>
          </a:p>
        </p:txBody>
      </p:sp>
      <p:graphicFrame>
        <p:nvGraphicFramePr>
          <p:cNvPr id="2" name="Table 1">
            <a:extLst>
              <a:ext uri="{FF2B5EF4-FFF2-40B4-BE49-F238E27FC236}">
                <a16:creationId xmlns:a16="http://schemas.microsoft.com/office/drawing/2014/main" id="{32A2AED7-DBD2-D6A2-4D20-24E5F02004C3}"/>
              </a:ext>
            </a:extLst>
          </p:cNvPr>
          <p:cNvGraphicFramePr>
            <a:graphicFrameLocks noGrp="1"/>
          </p:cNvGraphicFramePr>
          <p:nvPr>
            <p:extLst>
              <p:ext uri="{D42A27DB-BD31-4B8C-83A1-F6EECF244321}">
                <p14:modId xmlns:p14="http://schemas.microsoft.com/office/powerpoint/2010/main" val="301235102"/>
              </p:ext>
            </p:extLst>
          </p:nvPr>
        </p:nvGraphicFramePr>
        <p:xfrm>
          <a:off x="2030136" y="3866750"/>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pPr algn="ctr"/>
                      <a:r>
                        <a:rPr lang="en-US" sz="2000" i="1" dirty="0">
                          <a:ln>
                            <a:solidFill>
                              <a:schemeClr val="bg1"/>
                            </a:solidFill>
                          </a:ln>
                          <a:solidFill>
                            <a:schemeClr val="bg1"/>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0" name="TextBox 9">
            <a:extLst>
              <a:ext uri="{FF2B5EF4-FFF2-40B4-BE49-F238E27FC236}">
                <a16:creationId xmlns:a16="http://schemas.microsoft.com/office/drawing/2014/main" id="{629771DC-5810-104A-31F1-FE8FBF1610BB}"/>
              </a:ext>
            </a:extLst>
          </p:cNvPr>
          <p:cNvSpPr txBox="1"/>
          <p:nvPr/>
        </p:nvSpPr>
        <p:spPr>
          <a:xfrm>
            <a:off x="6034410" y="3700230"/>
            <a:ext cx="4636385" cy="1384995"/>
          </a:xfrm>
          <a:prstGeom prst="rect">
            <a:avLst/>
          </a:prstGeom>
          <a:noFill/>
        </p:spPr>
        <p:txBody>
          <a:bodyPr wrap="square" rtlCol="0">
            <a:spAutoFit/>
          </a:bodyPr>
          <a:lstStyle/>
          <a:p>
            <a:pPr marL="403225" indent="-403225"/>
            <a:r>
              <a:rPr lang="en-US" sz="2800" dirty="0">
                <a:solidFill>
                  <a:srgbClr val="000000"/>
                </a:solidFill>
              </a:rPr>
              <a:t>b.  An elevator descends 4 feet</a:t>
            </a:r>
            <a:br>
              <a:rPr lang="en-US" sz="2800" dirty="0">
                <a:solidFill>
                  <a:srgbClr val="000000"/>
                </a:solidFill>
              </a:rPr>
            </a:br>
            <a:r>
              <a:rPr lang="en-US" sz="2800" dirty="0">
                <a:solidFill>
                  <a:srgbClr val="000000"/>
                </a:solidFill>
              </a:rPr>
              <a:t>every second.</a:t>
            </a:r>
          </a:p>
          <a:p>
            <a:endParaRPr lang="en-US" sz="2800" dirty="0">
              <a:solidFill>
                <a:srgbClr val="000000"/>
              </a:solidFill>
            </a:endParaRPr>
          </a:p>
        </p:txBody>
      </p:sp>
    </p:spTree>
    <p:extLst>
      <p:ext uri="{BB962C8B-B14F-4D97-AF65-F5344CB8AC3E}">
        <p14:creationId xmlns:p14="http://schemas.microsoft.com/office/powerpoint/2010/main" val="3170485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06995-0E25-8DF1-0EFC-825A8425BE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9331AE-E0B6-E562-687C-DA1CD6A0F52B}"/>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(2 of 5)</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A820EF-8837-A40A-8EE7-B820A59163CD}"/>
                  </a:ext>
                </a:extLst>
              </p:cNvPr>
              <p:cNvSpPr txBox="1"/>
              <p:nvPr/>
            </p:nvSpPr>
            <p:spPr>
              <a:xfrm>
                <a:off x="777240" y="1602522"/>
                <a:ext cx="3069176" cy="712631"/>
              </a:xfrm>
              <a:prstGeom prst="rect">
                <a:avLst/>
              </a:prstGeom>
              <a:noFill/>
            </p:spPr>
            <p:txBody>
              <a:bodyPr wrap="square" rtlCol="0">
                <a:spAutoFit/>
              </a:bodyPr>
              <a:lstStyle/>
              <a:p>
                <a:r>
                  <a:rPr lang="en-US" sz="2800" b="0" dirty="0">
                    <a:solidFill>
                      <a:srgbClr val="000000"/>
                    </a:solidFill>
                  </a:rPr>
                  <a:t>c.  </a:t>
                </a:r>
                <a:r>
                  <a:rPr lang="en-US" sz="2800" i="1" dirty="0">
                    <a:solidFill>
                      <a:srgbClr val="000000"/>
                    </a:solidFill>
                  </a:rPr>
                  <a:t>y</a:t>
                </a:r>
                <a:r>
                  <a:rPr lang="en-US" sz="2800" dirty="0">
                    <a:solidFill>
                      <a:srgbClr val="000000"/>
                    </a:solidFill>
                  </a:rPr>
                  <a:t> = </a:t>
                </a:r>
                <a14:m>
                  <m:oMath xmlns:m="http://schemas.openxmlformats.org/officeDocument/2006/math">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4</m:t>
                        </m:r>
                      </m:den>
                    </m:f>
                  </m:oMath>
                </a14:m>
                <a:r>
                  <a:rPr lang="en-US" sz="2800" i="1" dirty="0">
                    <a:solidFill>
                      <a:srgbClr val="000000"/>
                    </a:solidFill>
                  </a:rPr>
                  <a:t>x</a:t>
                </a:r>
                <a:r>
                  <a:rPr lang="en-US" sz="2800" dirty="0">
                    <a:solidFill>
                      <a:srgbClr val="000000"/>
                    </a:solidFill>
                  </a:rPr>
                  <a:t> + 5</a:t>
                </a:r>
              </a:p>
            </p:txBody>
          </p:sp>
        </mc:Choice>
        <mc:Fallback xmlns="">
          <p:sp>
            <p:nvSpPr>
              <p:cNvPr id="6" name="TextBox 5">
                <a:extLst>
                  <a:ext uri="{FF2B5EF4-FFF2-40B4-BE49-F238E27FC236}">
                    <a16:creationId xmlns:a16="http://schemas.microsoft.com/office/drawing/2014/main" id="{25A820EF-8837-A40A-8EE7-B820A59163CD}"/>
                  </a:ext>
                </a:extLst>
              </p:cNvPr>
              <p:cNvSpPr txBox="1">
                <a:spLocks noRot="1" noChangeAspect="1" noMove="1" noResize="1" noEditPoints="1" noAdjustHandles="1" noChangeArrowheads="1" noChangeShapeType="1" noTextEdit="1"/>
              </p:cNvSpPr>
              <p:nvPr/>
            </p:nvSpPr>
            <p:spPr>
              <a:xfrm>
                <a:off x="777240" y="1602522"/>
                <a:ext cx="3069176" cy="712631"/>
              </a:xfrm>
              <a:prstGeom prst="rect">
                <a:avLst/>
              </a:prstGeom>
              <a:blipFill>
                <a:blip r:embed="rId3"/>
                <a:stretch>
                  <a:fillRect l="-4175" b="-1025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ED52763-745B-AD82-6523-93CF5CF5B262}"/>
              </a:ext>
            </a:extLst>
          </p:cNvPr>
          <p:cNvSpPr txBox="1"/>
          <p:nvPr/>
        </p:nvSpPr>
        <p:spPr>
          <a:xfrm>
            <a:off x="6091616" y="1697227"/>
            <a:ext cx="513708" cy="523220"/>
          </a:xfrm>
          <a:prstGeom prst="rect">
            <a:avLst/>
          </a:prstGeom>
          <a:noFill/>
        </p:spPr>
        <p:txBody>
          <a:bodyPr wrap="square" rtlCol="0">
            <a:spAutoFit/>
          </a:bodyPr>
          <a:lstStyle/>
          <a:p>
            <a:r>
              <a:rPr lang="en-US" sz="2800" dirty="0">
                <a:solidFill>
                  <a:srgbClr val="000000"/>
                </a:solidFill>
              </a:rPr>
              <a:t>d.</a:t>
            </a:r>
          </a:p>
        </p:txBody>
      </p:sp>
      <p:pic>
        <p:nvPicPr>
          <p:cNvPr id="11" name="Picture 10" descr="A graph of a line on the coordinate plane. The line rises from left to right through the points (0, negative 1) and (4, 0).">
            <a:extLst>
              <a:ext uri="{FF2B5EF4-FFF2-40B4-BE49-F238E27FC236}">
                <a16:creationId xmlns:a16="http://schemas.microsoft.com/office/drawing/2014/main" id="{FA26FB44-9918-0F4E-60EA-6D4081E43E4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605324" y="1697227"/>
            <a:ext cx="3235411" cy="3245682"/>
          </a:xfrm>
          <a:prstGeom prst="rect">
            <a:avLst/>
          </a:prstGeom>
        </p:spPr>
      </p:pic>
    </p:spTree>
    <p:extLst>
      <p:ext uri="{BB962C8B-B14F-4D97-AF65-F5344CB8AC3E}">
        <p14:creationId xmlns:p14="http://schemas.microsoft.com/office/powerpoint/2010/main" val="584255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D4F4-F333-B3EE-45A2-A92886F858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07B504-EE9C-CCF8-6990-15695CDB1F6B}"/>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(3 of 5)</a:t>
            </a:r>
          </a:p>
        </p:txBody>
      </p:sp>
      <p:sp>
        <p:nvSpPr>
          <p:cNvPr id="5" name="TextBox 4">
            <a:extLst>
              <a:ext uri="{FF2B5EF4-FFF2-40B4-BE49-F238E27FC236}">
                <a16:creationId xmlns:a16="http://schemas.microsoft.com/office/drawing/2014/main" id="{45F52E18-5661-7031-E060-1229566B5875}"/>
              </a:ext>
            </a:extLst>
          </p:cNvPr>
          <p:cNvSpPr txBox="1"/>
          <p:nvPr/>
        </p:nvSpPr>
        <p:spPr>
          <a:xfrm>
            <a:off x="777240" y="1629199"/>
            <a:ext cx="991171" cy="523220"/>
          </a:xfrm>
          <a:prstGeom prst="rect">
            <a:avLst/>
          </a:prstGeom>
          <a:noFill/>
        </p:spPr>
        <p:txBody>
          <a:bodyPr wrap="square" rtlCol="0">
            <a:spAutoFit/>
          </a:bodyPr>
          <a:lstStyle/>
          <a:p>
            <a:r>
              <a:rPr lang="en-US" sz="2800" dirty="0">
                <a:solidFill>
                  <a:srgbClr val="000000"/>
                </a:solidFill>
              </a:rPr>
              <a:t>e.</a:t>
            </a:r>
          </a:p>
        </p:txBody>
      </p:sp>
      <p:graphicFrame>
        <p:nvGraphicFramePr>
          <p:cNvPr id="2" name="Table 1">
            <a:extLst>
              <a:ext uri="{FF2B5EF4-FFF2-40B4-BE49-F238E27FC236}">
                <a16:creationId xmlns:a16="http://schemas.microsoft.com/office/drawing/2014/main" id="{2B0EF7E6-19AC-752C-19A0-2698FF3A0697}"/>
              </a:ext>
            </a:extLst>
          </p:cNvPr>
          <p:cNvGraphicFramePr>
            <a:graphicFrameLocks noGrp="1"/>
          </p:cNvGraphicFramePr>
          <p:nvPr>
            <p:extLst>
              <p:ext uri="{D42A27DB-BD31-4B8C-83A1-F6EECF244321}">
                <p14:modId xmlns:p14="http://schemas.microsoft.com/office/powerpoint/2010/main" val="814416451"/>
              </p:ext>
            </p:extLst>
          </p:nvPr>
        </p:nvGraphicFramePr>
        <p:xfrm>
          <a:off x="1346476" y="1797060"/>
          <a:ext cx="2513380" cy="3263880"/>
        </p:xfrm>
        <a:graphic>
          <a:graphicData uri="http://schemas.openxmlformats.org/drawingml/2006/table">
            <a:tbl>
              <a:tblPr firstRow="1" bandRow="1">
                <a:tableStyleId>{5C22544A-7EE6-4342-B048-85BDC9FD1C3A}</a:tableStyleId>
              </a:tblPr>
              <a:tblGrid>
                <a:gridCol w="1256690">
                  <a:extLst>
                    <a:ext uri="{9D8B030D-6E8A-4147-A177-3AD203B41FA5}">
                      <a16:colId xmlns:a16="http://schemas.microsoft.com/office/drawing/2014/main" val="254935214"/>
                    </a:ext>
                  </a:extLst>
                </a:gridCol>
                <a:gridCol w="1256690">
                  <a:extLst>
                    <a:ext uri="{9D8B030D-6E8A-4147-A177-3AD203B41FA5}">
                      <a16:colId xmlns:a16="http://schemas.microsoft.com/office/drawing/2014/main" val="2894643554"/>
                    </a:ext>
                  </a:extLst>
                </a:gridCol>
              </a:tblGrid>
              <a:tr h="652776">
                <a:tc>
                  <a:txBody>
                    <a:bodyPr/>
                    <a:lstStyle/>
                    <a:p>
                      <a:pPr algn="ctr"/>
                      <a:r>
                        <a:rPr lang="en-US" sz="2000" i="1" dirty="0">
                          <a:ln>
                            <a:solidFill>
                              <a:schemeClr val="bg1"/>
                            </a:solidFill>
                          </a:ln>
                          <a:solidFill>
                            <a:schemeClr val="bg1"/>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652776">
                <a:tc>
                  <a:txBody>
                    <a:bodyPr/>
                    <a:lstStyle/>
                    <a:p>
                      <a:pPr algn="ctr"/>
                      <a:r>
                        <a:rPr lang="en-US" sz="2000" b="0" dirty="0">
                          <a:ln>
                            <a:noFill/>
                          </a:ln>
                          <a:solidFill>
                            <a:srgbClr val="000000"/>
                          </a:solidFill>
                        </a:rPr>
                        <a:t>−4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652776">
                <a:tc>
                  <a:txBody>
                    <a:bodyPr/>
                    <a:lstStyle/>
                    <a:p>
                      <a:pPr algn="ctr"/>
                      <a:r>
                        <a:rPr lang="en-US" sz="2000" b="0" dirty="0">
                          <a:ln>
                            <a:noFill/>
                          </a:ln>
                          <a:solidFill>
                            <a:srgbClr val="000000"/>
                          </a:solidFill>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652776">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652776">
                <a:tc>
                  <a:txBody>
                    <a:bodyPr/>
                    <a:lstStyle/>
                    <a:p>
                      <a:pPr algn="ctr"/>
                      <a:r>
                        <a:rPr lang="en-US" sz="2000" b="0" dirty="0">
                          <a:ln>
                            <a:noFill/>
                          </a:ln>
                          <a:solidFill>
                            <a:srgbClr val="000000"/>
                          </a:solidFill>
                        </a:rPr>
                        <a:t>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3" name="TextBox 2">
            <a:extLst>
              <a:ext uri="{FF2B5EF4-FFF2-40B4-BE49-F238E27FC236}">
                <a16:creationId xmlns:a16="http://schemas.microsoft.com/office/drawing/2014/main" id="{590B6FBD-B52C-5A34-577A-06A5780A9437}"/>
              </a:ext>
            </a:extLst>
          </p:cNvPr>
          <p:cNvSpPr txBox="1"/>
          <p:nvPr/>
        </p:nvSpPr>
        <p:spPr>
          <a:xfrm>
            <a:off x="6095206" y="1629199"/>
            <a:ext cx="5053763" cy="954107"/>
          </a:xfrm>
          <a:prstGeom prst="rect">
            <a:avLst/>
          </a:prstGeom>
          <a:noFill/>
        </p:spPr>
        <p:txBody>
          <a:bodyPr wrap="square" rtlCol="0">
            <a:spAutoFit/>
          </a:bodyPr>
          <a:lstStyle/>
          <a:p>
            <a:pPr marL="344488" indent="-344488"/>
            <a:r>
              <a:rPr lang="en-US" sz="2800" dirty="0">
                <a:solidFill>
                  <a:srgbClr val="000000"/>
                </a:solidFill>
              </a:rPr>
              <a:t>f.  For every hour </a:t>
            </a:r>
            <a:r>
              <a:rPr lang="en-US" sz="2800" dirty="0" err="1">
                <a:solidFill>
                  <a:srgbClr val="000000"/>
                </a:solidFill>
              </a:rPr>
              <a:t>Chiletso</a:t>
            </a:r>
            <a:r>
              <a:rPr lang="en-US" sz="2800" dirty="0">
                <a:solidFill>
                  <a:srgbClr val="000000"/>
                </a:solidFill>
              </a:rPr>
              <a:t> bakes, she makes 4 dozen cookies.</a:t>
            </a:r>
          </a:p>
        </p:txBody>
      </p:sp>
    </p:spTree>
    <p:extLst>
      <p:ext uri="{BB962C8B-B14F-4D97-AF65-F5344CB8AC3E}">
        <p14:creationId xmlns:p14="http://schemas.microsoft.com/office/powerpoint/2010/main" val="403670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3B2A8-7392-F2B1-2630-9D241FE0CC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DC49B4-7831-78CE-5E8F-C7EDCF1C2FAC}"/>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78DEA9F7-F102-81CF-A4B7-DBED2BA2BBD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4.1!</a:t>
            </a:r>
          </a:p>
        </p:txBody>
      </p:sp>
      <p:pic>
        <p:nvPicPr>
          <p:cNvPr id="2" name="Picture 1">
            <a:extLst>
              <a:ext uri="{FF2B5EF4-FFF2-40B4-BE49-F238E27FC236}">
                <a16:creationId xmlns:a16="http://schemas.microsoft.com/office/drawing/2014/main" id="{E53797F3-0727-38F9-CB80-F570BF5BD45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392137" y="372494"/>
            <a:ext cx="1501270" cy="518205"/>
          </a:xfrm>
          <a:prstGeom prst="rect">
            <a:avLst/>
          </a:prstGeom>
        </p:spPr>
      </p:pic>
    </p:spTree>
    <p:extLst>
      <p:ext uri="{BB962C8B-B14F-4D97-AF65-F5344CB8AC3E}">
        <p14:creationId xmlns:p14="http://schemas.microsoft.com/office/powerpoint/2010/main" val="1881760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7E271-242E-AEA2-475F-97E6DE8B5A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7E0AD1-26B2-95E4-C316-FB63509529B8}"/>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BF7A4BBF-95D4-B1D8-C7FF-4A24FF0F9D7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1484210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294A3-71B0-2B5B-7430-A3F6FF94F8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65738B-3EEF-D8BE-8AB2-81703C3F4C19}"/>
              </a:ext>
            </a:extLst>
          </p:cNvPr>
          <p:cNvSpPr>
            <a:spLocks noGrp="1"/>
          </p:cNvSpPr>
          <p:nvPr>
            <p:ph type="title" idx="4294967295"/>
          </p:nvPr>
        </p:nvSpPr>
        <p:spPr>
          <a:xfrm>
            <a:off x="838200" y="-327171"/>
            <a:ext cx="10514013" cy="327171"/>
          </a:xfrm>
          <a:prstGeom prst="rect">
            <a:avLst/>
          </a:prstGeom>
        </p:spPr>
        <p:txBody>
          <a:bodyPr anchor="b"/>
          <a:lstStyle/>
          <a:p>
            <a:r>
              <a:rPr lang="en-US" sz="2000" dirty="0">
                <a:solidFill>
                  <a:schemeClr val="bg2"/>
                </a:solidFill>
              </a:rPr>
              <a:t>Activity 4.2</a:t>
            </a:r>
          </a:p>
        </p:txBody>
      </p:sp>
      <p:sp>
        <p:nvSpPr>
          <p:cNvPr id="3" name="Text Placeholder 2" descr="10 to 15 minutes">
            <a:extLst>
              <a:ext uri="{FF2B5EF4-FFF2-40B4-BE49-F238E27FC236}">
                <a16:creationId xmlns:a16="http://schemas.microsoft.com/office/drawing/2014/main" id="{357589AB-5F1D-5572-E397-D101AD9F6779}"/>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8C7244A1-AD17-AEC1-E16E-BE38F7FBB8D0}"/>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4.2</a:t>
            </a:r>
          </a:p>
        </p:txBody>
      </p:sp>
    </p:spTree>
    <p:extLst>
      <p:ext uri="{BB962C8B-B14F-4D97-AF65-F5344CB8AC3E}">
        <p14:creationId xmlns:p14="http://schemas.microsoft.com/office/powerpoint/2010/main" val="3471694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Comparing Tables and Graphs </a:t>
            </a:r>
            <a:r>
              <a:rPr lang="en-US" sz="2000" b="1" dirty="0">
                <a:solidFill>
                  <a:schemeClr val="bg1"/>
                </a:solidFill>
              </a:rPr>
              <a:t>(1 of 5)</a:t>
            </a:r>
          </a:p>
        </p:txBody>
      </p:sp>
      <p:pic>
        <p:nvPicPr>
          <p:cNvPr id="7" name="Picture 6" descr="Problem solving has 5 steps. Notice, organize, analyze, interpret, and report. Interpreting may also lead back to organizing.">
            <a:extLst>
              <a:ext uri="{FF2B5EF4-FFF2-40B4-BE49-F238E27FC236}">
                <a16:creationId xmlns:a16="http://schemas.microsoft.com/office/drawing/2014/main" id="{3CC95000-1B72-4F43-2C90-C62D4CFAA31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77240" y="1451046"/>
            <a:ext cx="1546994" cy="2301439"/>
          </a:xfrm>
          <a:prstGeom prst="rect">
            <a:avLst/>
          </a:prstGeom>
        </p:spPr>
      </p:pic>
      <p:sp>
        <p:nvSpPr>
          <p:cNvPr id="5" name="Speech Bubble: Rectangle with Corners Rounded 4">
            <a:extLst>
              <a:ext uri="{FF2B5EF4-FFF2-40B4-BE49-F238E27FC236}">
                <a16:creationId xmlns:a16="http://schemas.microsoft.com/office/drawing/2014/main" id="{AAA53DF8-5EF3-31F9-D30C-00BF5849A5DE}"/>
              </a:ext>
            </a:extLst>
          </p:cNvPr>
          <p:cNvSpPr/>
          <p:nvPr/>
        </p:nvSpPr>
        <p:spPr>
          <a:xfrm>
            <a:off x="777240" y="4580350"/>
            <a:ext cx="2036729" cy="1565005"/>
          </a:xfrm>
          <a:prstGeom prst="wedgeRoundRectCallout">
            <a:avLst>
              <a:gd name="adj1" fmla="val -34981"/>
              <a:gd name="adj2" fmla="val -64545"/>
              <a:gd name="adj3" fmla="val 16667"/>
            </a:avLst>
          </a:prstGeom>
          <a:solidFill>
            <a:schemeClr val="bg1"/>
          </a:solidFill>
          <a:ln>
            <a:solidFill>
              <a:srgbClr val="008F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236739"/>
                </a:solidFill>
              </a:rPr>
              <a:t>Ask Yourself…</a:t>
            </a:r>
          </a:p>
          <a:p>
            <a:r>
              <a:rPr lang="en-US" dirty="0">
                <a:solidFill>
                  <a:srgbClr val="000000"/>
                </a:solidFill>
              </a:rPr>
              <a:t>How else can you represent this information?</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2813970" y="1315064"/>
            <a:ext cx="8939004" cy="213876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Large recycling centers pay out different amounts per ton of cardboard recycled. Travis County Recycling Center lists its payout amounts in a table, and Hays County uses a graph to advertise its payout amounts. The two centers’ payout amounts are close but not equal.</a:t>
            </a:r>
          </a:p>
        </p:txBody>
      </p:sp>
      <p:sp>
        <p:nvSpPr>
          <p:cNvPr id="12" name="TextBox 11">
            <a:extLst>
              <a:ext uri="{FF2B5EF4-FFF2-40B4-BE49-F238E27FC236}">
                <a16:creationId xmlns:a16="http://schemas.microsoft.com/office/drawing/2014/main" id="{9B602097-0E67-507C-EAAE-F0E1F475B81E}"/>
              </a:ext>
            </a:extLst>
          </p:cNvPr>
          <p:cNvSpPr txBox="1"/>
          <p:nvPr/>
        </p:nvSpPr>
        <p:spPr>
          <a:xfrm>
            <a:off x="3729994" y="3662175"/>
            <a:ext cx="2801932" cy="400110"/>
          </a:xfrm>
          <a:prstGeom prst="rect">
            <a:avLst/>
          </a:prstGeom>
          <a:noFill/>
        </p:spPr>
        <p:txBody>
          <a:bodyPr wrap="square" rtlCol="0">
            <a:spAutoFit/>
          </a:bodyPr>
          <a:lstStyle/>
          <a:p>
            <a:r>
              <a:rPr lang="en-US" sz="2000" b="1" dirty="0">
                <a:solidFill>
                  <a:srgbClr val="000000"/>
                </a:solidFill>
              </a:rPr>
              <a:t>Travis County Recycling</a:t>
            </a:r>
          </a:p>
        </p:txBody>
      </p:sp>
      <p:graphicFrame>
        <p:nvGraphicFramePr>
          <p:cNvPr id="10" name="Table 9">
            <a:extLst>
              <a:ext uri="{FF2B5EF4-FFF2-40B4-BE49-F238E27FC236}">
                <a16:creationId xmlns:a16="http://schemas.microsoft.com/office/drawing/2014/main" id="{D4E7480A-4CC5-5AB9-169E-C627D029530D}"/>
              </a:ext>
            </a:extLst>
          </p:cNvPr>
          <p:cNvGraphicFramePr>
            <a:graphicFrameLocks noGrp="1"/>
          </p:cNvGraphicFramePr>
          <p:nvPr>
            <p:extLst>
              <p:ext uri="{D42A27DB-BD31-4B8C-83A1-F6EECF244321}">
                <p14:modId xmlns:p14="http://schemas.microsoft.com/office/powerpoint/2010/main" val="1095333599"/>
              </p:ext>
            </p:extLst>
          </p:nvPr>
        </p:nvGraphicFramePr>
        <p:xfrm>
          <a:off x="3881199" y="4186744"/>
          <a:ext cx="2036738" cy="2470340"/>
        </p:xfrm>
        <a:graphic>
          <a:graphicData uri="http://schemas.openxmlformats.org/drawingml/2006/table">
            <a:tbl>
              <a:tblPr firstRow="1" bandRow="1">
                <a:tableStyleId>{5C22544A-7EE6-4342-B048-85BDC9FD1C3A}</a:tableStyleId>
              </a:tblPr>
              <a:tblGrid>
                <a:gridCol w="1018369">
                  <a:extLst>
                    <a:ext uri="{9D8B030D-6E8A-4147-A177-3AD203B41FA5}">
                      <a16:colId xmlns:a16="http://schemas.microsoft.com/office/drawing/2014/main" val="254935214"/>
                    </a:ext>
                  </a:extLst>
                </a:gridCol>
                <a:gridCol w="1018369">
                  <a:extLst>
                    <a:ext uri="{9D8B030D-6E8A-4147-A177-3AD203B41FA5}">
                      <a16:colId xmlns:a16="http://schemas.microsoft.com/office/drawing/2014/main" val="2894643554"/>
                    </a:ext>
                  </a:extLst>
                </a:gridCol>
              </a:tblGrid>
              <a:tr h="494068">
                <a:tc>
                  <a:txBody>
                    <a:bodyPr/>
                    <a:lstStyle/>
                    <a:p>
                      <a:pPr algn="ctr"/>
                      <a:r>
                        <a:rPr lang="en-US" sz="2000" i="1" dirty="0">
                          <a:ln>
                            <a:solidFill>
                              <a:schemeClr val="bg1"/>
                            </a:solidFill>
                          </a:ln>
                          <a:solidFill>
                            <a:schemeClr val="bg1"/>
                          </a:solidFill>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494068">
                <a:tc>
                  <a:txBody>
                    <a:bodyPr/>
                    <a:lstStyle/>
                    <a:p>
                      <a:pPr algn="ctr"/>
                      <a:r>
                        <a:rPr lang="en-US" sz="2000" b="0" dirty="0">
                          <a:ln>
                            <a:noFill/>
                          </a:ln>
                          <a:solidFill>
                            <a:srgbClr val="000000"/>
                          </a:solidFill>
                        </a:rPr>
                        <a:t>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$7.50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494068">
                <a:tc>
                  <a:txBody>
                    <a:bodyPr/>
                    <a:lstStyle/>
                    <a:p>
                      <a:pPr algn="ctr"/>
                      <a:r>
                        <a:rPr lang="en-US" sz="2000" b="0" dirty="0">
                          <a:ln>
                            <a:noFill/>
                          </a:ln>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494068">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$22.50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494068">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$30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1" name="TextBox 10">
            <a:extLst>
              <a:ext uri="{FF2B5EF4-FFF2-40B4-BE49-F238E27FC236}">
                <a16:creationId xmlns:a16="http://schemas.microsoft.com/office/drawing/2014/main" id="{DEC69AC1-CE6F-25C1-7714-9E66263A65E4}"/>
              </a:ext>
            </a:extLst>
          </p:cNvPr>
          <p:cNvSpPr txBox="1"/>
          <p:nvPr/>
        </p:nvSpPr>
        <p:spPr>
          <a:xfrm>
            <a:off x="7246695" y="3662175"/>
            <a:ext cx="2801932" cy="400110"/>
          </a:xfrm>
          <a:prstGeom prst="rect">
            <a:avLst/>
          </a:prstGeom>
          <a:noFill/>
        </p:spPr>
        <p:txBody>
          <a:bodyPr wrap="square" rtlCol="0">
            <a:spAutoFit/>
          </a:bodyPr>
          <a:lstStyle/>
          <a:p>
            <a:r>
              <a:rPr lang="en-US" sz="2000" b="1" dirty="0">
                <a:solidFill>
                  <a:srgbClr val="000000"/>
                </a:solidFill>
              </a:rPr>
              <a:t>Hays County Recycling</a:t>
            </a:r>
          </a:p>
        </p:txBody>
      </p:sp>
      <p:pic>
        <p:nvPicPr>
          <p:cNvPr id="3" name="Picture 2" descr="A graph of a line on the coordinate plane. The line rises from left to right through the points (0, 0) and (0.5, 10) and (1, 20). ">
            <a:extLst>
              <a:ext uri="{FF2B5EF4-FFF2-40B4-BE49-F238E27FC236}">
                <a16:creationId xmlns:a16="http://schemas.microsoft.com/office/drawing/2014/main" id="{FBDA78C2-5D68-8A9B-FD6D-1E5ADCB30F91}"/>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7146805" y="4058645"/>
            <a:ext cx="2742610" cy="2746488"/>
          </a:xfrm>
          <a:prstGeom prst="rect">
            <a:avLst/>
          </a:prstGeom>
        </p:spPr>
      </p:pic>
      <p:cxnSp>
        <p:nvCxnSpPr>
          <p:cNvPr id="8" name="Straight Connector 7">
            <a:extLst>
              <a:ext uri="{FF2B5EF4-FFF2-40B4-BE49-F238E27FC236}">
                <a16:creationId xmlns:a16="http://schemas.microsoft.com/office/drawing/2014/main" id="{F0C79E61-783E-8A08-0630-45DB87C64CEA}"/>
              </a:ext>
              <a:ext uri="{C183D7F6-B498-43B3-948B-1728B52AA6E4}">
                <adec:decorative xmlns:adec="http://schemas.microsoft.com/office/drawing/2017/decorative" val="1"/>
              </a:ext>
            </a:extLst>
          </p:cNvPr>
          <p:cNvCxnSpPr>
            <a:cxnSpLocks/>
          </p:cNvCxnSpPr>
          <p:nvPr/>
        </p:nvCxnSpPr>
        <p:spPr>
          <a:xfrm>
            <a:off x="6701741" y="3752485"/>
            <a:ext cx="0" cy="2945608"/>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3801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C1517-642A-EA37-4DDE-B1563C40E9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459C77-8992-C4E5-D2BB-2198F40557A1}"/>
              </a:ext>
            </a:extLst>
          </p:cNvPr>
          <p:cNvSpPr>
            <a:spLocks noGrp="1"/>
          </p:cNvSpPr>
          <p:nvPr>
            <p:ph type="title"/>
          </p:nvPr>
        </p:nvSpPr>
        <p:spPr/>
        <p:txBody>
          <a:bodyPr/>
          <a:lstStyle/>
          <a:p>
            <a:pPr algn="l"/>
            <a:r>
              <a:rPr lang="en-US" b="1" dirty="0"/>
              <a:t>Comparing Tables and Graphs </a:t>
            </a:r>
            <a:r>
              <a:rPr lang="en-US" sz="2000" b="1" dirty="0">
                <a:solidFill>
                  <a:schemeClr val="bg1"/>
                </a:solidFill>
              </a:rPr>
              <a:t>(2 of 5)</a:t>
            </a:r>
          </a:p>
        </p:txBody>
      </p:sp>
      <p:sp>
        <p:nvSpPr>
          <p:cNvPr id="9" name="Text Placeholder 2">
            <a:extLst>
              <a:ext uri="{FF2B5EF4-FFF2-40B4-BE49-F238E27FC236}">
                <a16:creationId xmlns:a16="http://schemas.microsoft.com/office/drawing/2014/main" id="{1D8551D8-EB69-A1B3-909C-7E019355E286}"/>
              </a:ext>
            </a:extLst>
          </p:cNvPr>
          <p:cNvSpPr txBox="1">
            <a:spLocks/>
          </p:cNvSpPr>
          <p:nvPr/>
        </p:nvSpPr>
        <p:spPr>
          <a:xfrm>
            <a:off x="777240" y="1579172"/>
            <a:ext cx="11126738" cy="41965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a:pPr>
            <a:r>
              <a:rPr lang="en-US" sz="2800" dirty="0">
                <a:solidFill>
                  <a:srgbClr val="000000"/>
                </a:solidFill>
              </a:rPr>
              <a:t>Each representation shows a functional relationship between quantities. Label the quantities and their units in the table and on the graph.</a:t>
            </a:r>
            <a:br>
              <a:rPr lang="en-US" sz="2800" dirty="0">
                <a:solidFill>
                  <a:srgbClr val="000000"/>
                </a:solidFill>
              </a:rPr>
            </a:br>
            <a:br>
              <a:rPr lang="en-US" sz="2800" dirty="0">
                <a:solidFill>
                  <a:srgbClr val="000000"/>
                </a:solidFill>
              </a:rPr>
            </a:br>
            <a:endParaRPr lang="en-US" sz="2800" dirty="0">
              <a:solidFill>
                <a:srgbClr val="000000"/>
              </a:solidFill>
            </a:endParaRPr>
          </a:p>
          <a:p>
            <a:pPr marL="511175" indent="-511175">
              <a:buFont typeface="+mj-lt"/>
              <a:buAutoNum type="arabicPeriod"/>
            </a:pPr>
            <a:r>
              <a:rPr lang="en-US" sz="2800" dirty="0">
                <a:solidFill>
                  <a:srgbClr val="000000"/>
                </a:solidFill>
              </a:rPr>
              <a:t>Let </a:t>
            </a:r>
            <a:r>
              <a:rPr lang="en-US" sz="2800" i="1" dirty="0">
                <a:solidFill>
                  <a:srgbClr val="000000"/>
                </a:solidFill>
              </a:rPr>
              <a:t>w</a:t>
            </a:r>
            <a:r>
              <a:rPr lang="en-US" sz="2800" dirty="0">
                <a:solidFill>
                  <a:srgbClr val="000000"/>
                </a:solidFill>
              </a:rPr>
              <a:t>(</a:t>
            </a:r>
            <a:r>
              <a:rPr lang="en-US" sz="2800" i="1" dirty="0">
                <a:solidFill>
                  <a:srgbClr val="000000"/>
                </a:solidFill>
              </a:rPr>
              <a:t>x</a:t>
            </a:r>
            <a:r>
              <a:rPr lang="en-US" sz="2800" dirty="0">
                <a:solidFill>
                  <a:srgbClr val="000000"/>
                </a:solidFill>
              </a:rPr>
              <a:t>) represent the function for Travis County, and let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represent the function for Hays County. Use &gt;, &lt;, or = to complete each statement.</a:t>
            </a:r>
          </a:p>
          <a:p>
            <a:pPr marL="457200" indent="-457200">
              <a:buFont typeface="+mj-lt"/>
              <a:buAutoNum type="arabicPeriod"/>
            </a:pPr>
            <a:endParaRPr lang="en-US" sz="2800" dirty="0">
              <a:solidFill>
                <a:srgbClr val="000000"/>
              </a:solidFill>
            </a:endParaRPr>
          </a:p>
          <a:p>
            <a:pPr marL="461963" indent="0">
              <a:buNone/>
            </a:pPr>
            <a:r>
              <a:rPr lang="en-US" sz="2800" dirty="0">
                <a:solidFill>
                  <a:srgbClr val="000000"/>
                </a:solidFill>
              </a:rPr>
              <a:t>a.  </a:t>
            </a:r>
            <a:r>
              <a:rPr lang="en-US" sz="2800" i="1" dirty="0">
                <a:solidFill>
                  <a:srgbClr val="000000"/>
                </a:solidFill>
              </a:rPr>
              <a:t>w</a:t>
            </a:r>
            <a:r>
              <a:rPr lang="en-US" sz="2800" dirty="0">
                <a:solidFill>
                  <a:srgbClr val="000000"/>
                </a:solidFill>
              </a:rPr>
              <a:t>(0.5) ___ </a:t>
            </a:r>
            <a:r>
              <a:rPr lang="en-US" sz="2800" i="1" dirty="0">
                <a:solidFill>
                  <a:srgbClr val="000000"/>
                </a:solidFill>
              </a:rPr>
              <a:t>j</a:t>
            </a:r>
            <a:r>
              <a:rPr lang="en-US" sz="2800" dirty="0">
                <a:solidFill>
                  <a:srgbClr val="000000"/>
                </a:solidFill>
              </a:rPr>
              <a:t>(0.5)        b.  </a:t>
            </a:r>
            <a:r>
              <a:rPr lang="en-US" sz="2800" i="1" dirty="0">
                <a:solidFill>
                  <a:srgbClr val="000000"/>
                </a:solidFill>
              </a:rPr>
              <a:t>w</a:t>
            </a:r>
            <a:r>
              <a:rPr lang="en-US" sz="2800" dirty="0">
                <a:solidFill>
                  <a:srgbClr val="000000"/>
                </a:solidFill>
              </a:rPr>
              <a:t>(1) ____ </a:t>
            </a:r>
            <a:r>
              <a:rPr lang="en-US" sz="2800" i="1" dirty="0">
                <a:solidFill>
                  <a:srgbClr val="000000"/>
                </a:solidFill>
              </a:rPr>
              <a:t>j</a:t>
            </a:r>
            <a:r>
              <a:rPr lang="en-US" sz="2800" dirty="0">
                <a:solidFill>
                  <a:srgbClr val="000000"/>
                </a:solidFill>
              </a:rPr>
              <a:t>(1)        c. </a:t>
            </a:r>
            <a:r>
              <a:rPr lang="en-US" sz="2800" i="1" dirty="0">
                <a:solidFill>
                  <a:srgbClr val="000000"/>
                </a:solidFill>
              </a:rPr>
              <a:t>w</a:t>
            </a:r>
            <a:r>
              <a:rPr lang="en-US" sz="2800" dirty="0">
                <a:solidFill>
                  <a:srgbClr val="000000"/>
                </a:solidFill>
              </a:rPr>
              <a:t>(3) ____ </a:t>
            </a:r>
            <a:r>
              <a:rPr lang="en-US" sz="2800" i="1" dirty="0">
                <a:solidFill>
                  <a:srgbClr val="000000"/>
                </a:solidFill>
              </a:rPr>
              <a:t>j</a:t>
            </a:r>
            <a:r>
              <a:rPr lang="en-US" sz="2800" dirty="0">
                <a:solidFill>
                  <a:srgbClr val="000000"/>
                </a:solidFill>
              </a:rPr>
              <a:t>(3)</a:t>
            </a:r>
          </a:p>
        </p:txBody>
      </p:sp>
    </p:spTree>
    <p:extLst>
      <p:ext uri="{BB962C8B-B14F-4D97-AF65-F5344CB8AC3E}">
        <p14:creationId xmlns:p14="http://schemas.microsoft.com/office/powerpoint/2010/main" val="1878611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7273-E160-AE17-2C8F-4000733C07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6456B8-09EC-EC2D-BE37-F0D1FBC21E15}"/>
              </a:ext>
            </a:extLst>
          </p:cNvPr>
          <p:cNvSpPr>
            <a:spLocks noGrp="1"/>
          </p:cNvSpPr>
          <p:nvPr>
            <p:ph type="title"/>
          </p:nvPr>
        </p:nvSpPr>
        <p:spPr/>
        <p:txBody>
          <a:bodyPr/>
          <a:lstStyle/>
          <a:p>
            <a:pPr algn="l"/>
            <a:r>
              <a:rPr lang="en-US" b="1" dirty="0"/>
              <a:t>Comparing Tables and Graphs </a:t>
            </a:r>
            <a:r>
              <a:rPr lang="en-US" sz="2000" b="1" dirty="0">
                <a:solidFill>
                  <a:schemeClr val="bg1"/>
                </a:solidFill>
              </a:rPr>
              <a:t>(3 of 5)</a:t>
            </a:r>
          </a:p>
        </p:txBody>
      </p:sp>
      <p:sp>
        <p:nvSpPr>
          <p:cNvPr id="2" name="Speech Bubble: Rectangle with Corners Rounded 1">
            <a:extLst>
              <a:ext uri="{FF2B5EF4-FFF2-40B4-BE49-F238E27FC236}">
                <a16:creationId xmlns:a16="http://schemas.microsoft.com/office/drawing/2014/main" id="{A3ECA2D0-3874-2669-315F-CD2D427C63E7}"/>
              </a:ext>
            </a:extLst>
          </p:cNvPr>
          <p:cNvSpPr/>
          <p:nvPr/>
        </p:nvSpPr>
        <p:spPr>
          <a:xfrm>
            <a:off x="777240" y="3773561"/>
            <a:ext cx="2251724" cy="2002203"/>
          </a:xfrm>
          <a:prstGeom prst="wedgeRoundRectCallout">
            <a:avLst>
              <a:gd name="adj1" fmla="val -35009"/>
              <a:gd name="adj2" fmla="val -62482"/>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Did you complete all the steps in the problem- solving model?</a:t>
            </a:r>
          </a:p>
        </p:txBody>
      </p:sp>
      <p:sp>
        <p:nvSpPr>
          <p:cNvPr id="9" name="Text Placeholder 2">
            <a:extLst>
              <a:ext uri="{FF2B5EF4-FFF2-40B4-BE49-F238E27FC236}">
                <a16:creationId xmlns:a16="http://schemas.microsoft.com/office/drawing/2014/main" id="{FB671D66-4878-CA17-EF73-C232678174E7}"/>
              </a:ext>
            </a:extLst>
          </p:cNvPr>
          <p:cNvSpPr txBox="1">
            <a:spLocks/>
          </p:cNvSpPr>
          <p:nvPr/>
        </p:nvSpPr>
        <p:spPr>
          <a:xfrm>
            <a:off x="3355596" y="1579172"/>
            <a:ext cx="8057578" cy="41965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startAt="3"/>
            </a:pPr>
            <a:r>
              <a:rPr lang="en-US" sz="2800" dirty="0">
                <a:solidFill>
                  <a:srgbClr val="000000"/>
                </a:solidFill>
              </a:rPr>
              <a:t>Compare the </a:t>
            </a:r>
            <a:r>
              <a:rPr lang="en-US" sz="2800" i="1" dirty="0">
                <a:solidFill>
                  <a:srgbClr val="000000"/>
                </a:solidFill>
              </a:rPr>
              <a:t>y</a:t>
            </a:r>
            <a:r>
              <a:rPr lang="en-US" sz="2800" dirty="0">
                <a:solidFill>
                  <a:srgbClr val="000000"/>
                </a:solidFill>
              </a:rPr>
              <a:t>-intercepts of each relationship. What does each </a:t>
            </a:r>
            <a:r>
              <a:rPr lang="en-US" sz="2800" i="1" dirty="0">
                <a:solidFill>
                  <a:srgbClr val="000000"/>
                </a:solidFill>
              </a:rPr>
              <a:t>y</a:t>
            </a:r>
            <a:r>
              <a:rPr lang="en-US" sz="2800" dirty="0">
                <a:solidFill>
                  <a:srgbClr val="000000"/>
                </a:solidFill>
              </a:rPr>
              <a:t>-intercept mean in terms of the relationship between the quantities? </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indent="-511175">
              <a:buFont typeface="+mj-lt"/>
              <a:buAutoNum type="arabicPeriod" startAt="3"/>
            </a:pPr>
            <a:r>
              <a:rPr lang="en-US" sz="2800" dirty="0">
                <a:solidFill>
                  <a:srgbClr val="000000"/>
                </a:solidFill>
              </a:rPr>
              <a:t>Which recycling center would you choose? Provide evidence to justify your choice.</a:t>
            </a:r>
          </a:p>
        </p:txBody>
      </p:sp>
    </p:spTree>
    <p:extLst>
      <p:ext uri="{BB962C8B-B14F-4D97-AF65-F5344CB8AC3E}">
        <p14:creationId xmlns:p14="http://schemas.microsoft.com/office/powerpoint/2010/main" val="484427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Comparing Tables and Graphs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4.2!</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does each linear function representation compare with the others?</a:t>
            </a: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400588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Comparing Tables and Graphs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293615"/>
            <a:ext cx="10514013" cy="293615"/>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401305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6140"/>
            <a:ext cx="9893556"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How does each linear function representation compare with</a:t>
            </a:r>
            <a:br>
              <a:rPr lang="en-US" sz="2800" dirty="0">
                <a:solidFill>
                  <a:srgbClr val="000000"/>
                </a:solidFill>
              </a:rPr>
            </a:br>
            <a:r>
              <a:rPr lang="en-US" sz="2800" dirty="0">
                <a:solidFill>
                  <a:srgbClr val="000000"/>
                </a:solidFill>
              </a:rPr>
              <a:t>the others?</a:t>
            </a:r>
          </a:p>
        </p:txBody>
      </p:sp>
    </p:spTree>
    <p:extLst>
      <p:ext uri="{BB962C8B-B14F-4D97-AF65-F5344CB8AC3E}">
        <p14:creationId xmlns:p14="http://schemas.microsoft.com/office/powerpoint/2010/main" val="2814969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Activity 4.3</a:t>
            </a:r>
          </a:p>
        </p:txBody>
      </p:sp>
      <p:sp>
        <p:nvSpPr>
          <p:cNvPr id="3" name="Text Placeholder 2" descr="10 to 1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4.3</a:t>
            </a:r>
          </a:p>
        </p:txBody>
      </p:sp>
    </p:spTree>
    <p:extLst>
      <p:ext uri="{BB962C8B-B14F-4D97-AF65-F5344CB8AC3E}">
        <p14:creationId xmlns:p14="http://schemas.microsoft.com/office/powerpoint/2010/main" val="219159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545A-3D71-901A-3A0F-A9C4785446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C32C40-A528-AE21-0E15-934866AEA8C1}"/>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(1 of 5)</a:t>
            </a:r>
          </a:p>
        </p:txBody>
      </p:sp>
      <p:sp>
        <p:nvSpPr>
          <p:cNvPr id="9" name="Text Placeholder 2">
            <a:extLst>
              <a:ext uri="{FF2B5EF4-FFF2-40B4-BE49-F238E27FC236}">
                <a16:creationId xmlns:a16="http://schemas.microsoft.com/office/drawing/2014/main" id="{83860D54-4F35-5E29-42D9-6BBA44259024}"/>
              </a:ext>
            </a:extLst>
          </p:cNvPr>
          <p:cNvSpPr txBox="1">
            <a:spLocks/>
          </p:cNvSpPr>
          <p:nvPr/>
        </p:nvSpPr>
        <p:spPr>
          <a:xfrm>
            <a:off x="787702" y="1567172"/>
            <a:ext cx="9874706" cy="186182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Xavier and Joey are friends who live in different countries. When they chat online and talk about the weather, one of them always uses temperature in degrees Celsius while the other talks about temperature using degrees Fahrenheit. </a:t>
            </a:r>
          </a:p>
        </p:txBody>
      </p:sp>
    </p:spTree>
    <p:extLst>
      <p:ext uri="{BB962C8B-B14F-4D97-AF65-F5344CB8AC3E}">
        <p14:creationId xmlns:p14="http://schemas.microsoft.com/office/powerpoint/2010/main" val="1828308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6F426-C8C4-BB22-4D99-7B3424CE7B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D7DACD-E219-6A46-95D9-79D4F02087E1}"/>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(2 of 5)</a:t>
            </a:r>
          </a:p>
        </p:txBody>
      </p:sp>
      <p:sp>
        <p:nvSpPr>
          <p:cNvPr id="9" name="Text Placeholder 2">
            <a:extLst>
              <a:ext uri="{FF2B5EF4-FFF2-40B4-BE49-F238E27FC236}">
                <a16:creationId xmlns:a16="http://schemas.microsoft.com/office/drawing/2014/main" id="{98146092-35D7-A869-E537-D03D918EBA8D}"/>
              </a:ext>
            </a:extLst>
          </p:cNvPr>
          <p:cNvSpPr txBox="1">
            <a:spLocks/>
          </p:cNvSpPr>
          <p:nvPr/>
        </p:nvSpPr>
        <p:spPr>
          <a:xfrm>
            <a:off x="777240" y="1602297"/>
            <a:ext cx="8643595" cy="144290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Xavier uses an equation to convert Joey’s temperatures, and Joey looks at a table to convert Xavier’s temperatures. The equation and part of the table are shown.</a:t>
            </a:r>
          </a:p>
        </p:txBody>
      </p:sp>
      <p:sp>
        <p:nvSpPr>
          <p:cNvPr id="7" name="TextBox 6">
            <a:extLst>
              <a:ext uri="{FF2B5EF4-FFF2-40B4-BE49-F238E27FC236}">
                <a16:creationId xmlns:a16="http://schemas.microsoft.com/office/drawing/2014/main" id="{E890A0AE-DA40-E2D7-6CE0-AB535611B0F5}"/>
              </a:ext>
            </a:extLst>
          </p:cNvPr>
          <p:cNvSpPr txBox="1"/>
          <p:nvPr/>
        </p:nvSpPr>
        <p:spPr>
          <a:xfrm>
            <a:off x="9740758" y="1804757"/>
            <a:ext cx="1845522" cy="1037985"/>
          </a:xfrm>
          <a:prstGeom prst="rect">
            <a:avLst/>
          </a:prstGeom>
          <a:noFill/>
          <a:ln w="31750">
            <a:solidFill>
              <a:srgbClr val="236739"/>
            </a:solidFill>
            <a:prstDash val="sysDot"/>
          </a:ln>
        </p:spPr>
        <p:txBody>
          <a:bodyPr wrap="square" lIns="182880" rtlCol="0" anchor="ctr" anchorCtr="0">
            <a:noAutofit/>
          </a:bodyPr>
          <a:lstStyle/>
          <a:p>
            <a:r>
              <a:rPr lang="en-US" sz="2000" b="1" dirty="0">
                <a:solidFill>
                  <a:srgbClr val="236739"/>
                </a:solidFill>
              </a:rPr>
              <a:t>Remember…</a:t>
            </a:r>
          </a:p>
          <a:p>
            <a:r>
              <a:rPr lang="en-US" sz="2000" dirty="0">
                <a:solidFill>
                  <a:srgbClr val="000000"/>
                </a:solidFill>
              </a:rPr>
              <a:t>0°C = 32°F</a:t>
            </a:r>
          </a:p>
        </p:txBody>
      </p:sp>
      <p:cxnSp>
        <p:nvCxnSpPr>
          <p:cNvPr id="8" name="Straight Connector 7">
            <a:extLst>
              <a:ext uri="{FF2B5EF4-FFF2-40B4-BE49-F238E27FC236}">
                <a16:creationId xmlns:a16="http://schemas.microsoft.com/office/drawing/2014/main" id="{1D141E9D-E57A-48F7-0E9A-9F329E6075E0}"/>
              </a:ext>
              <a:ext uri="{C183D7F6-B498-43B3-948B-1728B52AA6E4}">
                <adec:decorative xmlns:adec="http://schemas.microsoft.com/office/drawing/2017/decorative" val="1"/>
              </a:ext>
            </a:extLst>
          </p:cNvPr>
          <p:cNvCxnSpPr/>
          <p:nvPr/>
        </p:nvCxnSpPr>
        <p:spPr>
          <a:xfrm>
            <a:off x="4342192" y="3364355"/>
            <a:ext cx="0" cy="284494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E71218A-6A63-FB45-8E77-9A32AC9E1444}"/>
              </a:ext>
            </a:extLst>
          </p:cNvPr>
          <p:cNvSpPr txBox="1"/>
          <p:nvPr/>
        </p:nvSpPr>
        <p:spPr>
          <a:xfrm>
            <a:off x="1062058" y="3208139"/>
            <a:ext cx="1708004" cy="461665"/>
          </a:xfrm>
          <a:prstGeom prst="rect">
            <a:avLst/>
          </a:prstGeom>
          <a:noFill/>
        </p:spPr>
        <p:txBody>
          <a:bodyPr wrap="square" rtlCol="0">
            <a:spAutoFit/>
          </a:bodyPr>
          <a:lstStyle/>
          <a:p>
            <a:r>
              <a:rPr lang="en-US" sz="2400" b="1" dirty="0">
                <a:solidFill>
                  <a:srgbClr val="000000"/>
                </a:solidFill>
              </a:rPr>
              <a:t>Joey’s Table</a:t>
            </a:r>
          </a:p>
        </p:txBody>
      </p:sp>
      <p:graphicFrame>
        <p:nvGraphicFramePr>
          <p:cNvPr id="10" name="Table 9">
            <a:extLst>
              <a:ext uri="{FF2B5EF4-FFF2-40B4-BE49-F238E27FC236}">
                <a16:creationId xmlns:a16="http://schemas.microsoft.com/office/drawing/2014/main" id="{F901D451-7586-48FB-D37B-9F8A5078480A}"/>
              </a:ext>
            </a:extLst>
          </p:cNvPr>
          <p:cNvGraphicFramePr>
            <a:graphicFrameLocks noGrp="1"/>
          </p:cNvGraphicFramePr>
          <p:nvPr>
            <p:extLst>
              <p:ext uri="{D42A27DB-BD31-4B8C-83A1-F6EECF244321}">
                <p14:modId xmlns:p14="http://schemas.microsoft.com/office/powerpoint/2010/main" val="2434698082"/>
              </p:ext>
            </p:extLst>
          </p:nvPr>
        </p:nvGraphicFramePr>
        <p:xfrm>
          <a:off x="897691" y="3680222"/>
          <a:ext cx="2036738" cy="2470340"/>
        </p:xfrm>
        <a:graphic>
          <a:graphicData uri="http://schemas.openxmlformats.org/drawingml/2006/table">
            <a:tbl>
              <a:tblPr firstRow="1" bandRow="1">
                <a:tableStyleId>{5C22544A-7EE6-4342-B048-85BDC9FD1C3A}</a:tableStyleId>
              </a:tblPr>
              <a:tblGrid>
                <a:gridCol w="1018369">
                  <a:extLst>
                    <a:ext uri="{9D8B030D-6E8A-4147-A177-3AD203B41FA5}">
                      <a16:colId xmlns:a16="http://schemas.microsoft.com/office/drawing/2014/main" val="254935214"/>
                    </a:ext>
                  </a:extLst>
                </a:gridCol>
                <a:gridCol w="1018369">
                  <a:extLst>
                    <a:ext uri="{9D8B030D-6E8A-4147-A177-3AD203B41FA5}">
                      <a16:colId xmlns:a16="http://schemas.microsoft.com/office/drawing/2014/main" val="2894643554"/>
                    </a:ext>
                  </a:extLst>
                </a:gridCol>
              </a:tblGrid>
              <a:tr h="494068">
                <a:tc>
                  <a:txBody>
                    <a:bodyPr/>
                    <a:lstStyle/>
                    <a:p>
                      <a:pPr algn="ctr"/>
                      <a:endParaRPr lang="en-US" sz="2000" dirty="0">
                        <a:ln>
                          <a:solidFill>
                            <a:schemeClr val="bg1"/>
                          </a:solidFill>
                        </a:ln>
                        <a:solidFill>
                          <a:schemeClr val="bg1"/>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endParaRPr lang="en-US" sz="2000" dirty="0">
                        <a:ln>
                          <a:solidFill>
                            <a:schemeClr val="bg1"/>
                          </a:solidFill>
                        </a:ln>
                        <a:solidFill>
                          <a:schemeClr val="bg1"/>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494068">
                <a:tc>
                  <a:txBody>
                    <a:bodyPr/>
                    <a:lstStyle/>
                    <a:p>
                      <a:pPr algn="ctr"/>
                      <a:r>
                        <a:rPr lang="en-US" sz="2000" b="0" dirty="0">
                          <a:ln>
                            <a:noFill/>
                          </a:ln>
                          <a:solidFill>
                            <a:srgbClr val="000000"/>
                          </a:solidFill>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−12.2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494068">
                <a:tc>
                  <a:txBody>
                    <a:bodyPr/>
                    <a:lstStyle/>
                    <a:p>
                      <a:pPr algn="ctr"/>
                      <a:r>
                        <a:rPr lang="en-US" sz="2000" b="0" dirty="0">
                          <a:ln>
                            <a:noFill/>
                          </a:ln>
                          <a:solidFill>
                            <a:srgbClr val="000000"/>
                          </a:solidFill>
                        </a:rPr>
                        <a:t>30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494068">
                <a:tc>
                  <a:txBody>
                    <a:bodyPr/>
                    <a:lstStyle/>
                    <a:p>
                      <a:pPr algn="ctr"/>
                      <a:r>
                        <a:rPr lang="en-US" sz="2000" b="0" dirty="0">
                          <a:ln>
                            <a:noFill/>
                          </a:ln>
                          <a:solidFill>
                            <a:srgbClr val="000000"/>
                          </a:solidFill>
                        </a:rPr>
                        <a:t>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494068">
                <a:tc>
                  <a:txBody>
                    <a:bodyPr/>
                    <a:lstStyle/>
                    <a:p>
                      <a:pPr algn="ctr"/>
                      <a:r>
                        <a:rPr lang="en-US" sz="2000" b="0" dirty="0">
                          <a:ln>
                            <a:noFill/>
                          </a:ln>
                          <a:solidFill>
                            <a:srgbClr val="000000"/>
                          </a:solidFill>
                        </a:rPr>
                        <a:t>75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23.9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1" name="TextBox 10">
            <a:extLst>
              <a:ext uri="{FF2B5EF4-FFF2-40B4-BE49-F238E27FC236}">
                <a16:creationId xmlns:a16="http://schemas.microsoft.com/office/drawing/2014/main" id="{E5CC86EC-7744-92FA-83A8-2C4C4946EE8C}"/>
              </a:ext>
            </a:extLst>
          </p:cNvPr>
          <p:cNvSpPr txBox="1"/>
          <p:nvPr/>
        </p:nvSpPr>
        <p:spPr>
          <a:xfrm>
            <a:off x="5377860" y="3208139"/>
            <a:ext cx="2801932" cy="461665"/>
          </a:xfrm>
          <a:prstGeom prst="rect">
            <a:avLst/>
          </a:prstGeom>
          <a:noFill/>
        </p:spPr>
        <p:txBody>
          <a:bodyPr wrap="square" rtlCol="0">
            <a:spAutoFit/>
          </a:bodyPr>
          <a:lstStyle/>
          <a:p>
            <a:r>
              <a:rPr lang="en-US" sz="2400" b="1" dirty="0">
                <a:solidFill>
                  <a:srgbClr val="000000"/>
                </a:solidFill>
              </a:rPr>
              <a:t>Xavier’s Equation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87E83D8-A1E4-07E3-F4C8-6737385A0A90}"/>
                  </a:ext>
                </a:extLst>
              </p:cNvPr>
              <p:cNvSpPr txBox="1"/>
              <p:nvPr/>
            </p:nvSpPr>
            <p:spPr>
              <a:xfrm>
                <a:off x="5377860" y="3797618"/>
                <a:ext cx="2387796" cy="7284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200" b="0" i="1" smtClean="0">
                          <a:solidFill>
                            <a:srgbClr val="000000"/>
                          </a:solidFill>
                          <a:latin typeface="Cambria Math" panose="02040503050406030204" pitchFamily="18" charset="0"/>
                        </a:rPr>
                        <m:t>𝐽</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9</m:t>
                          </m:r>
                        </m:num>
                        <m:den>
                          <m:r>
                            <a:rPr lang="en-US" sz="2200" b="0" i="1" smtClean="0">
                              <a:solidFill>
                                <a:srgbClr val="000000"/>
                              </a:solidFill>
                              <a:latin typeface="Cambria Math" panose="02040503050406030204" pitchFamily="18" charset="0"/>
                            </a:rPr>
                            <m:t>5</m:t>
                          </m:r>
                        </m:den>
                      </m:f>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+32</m:t>
                      </m:r>
                    </m:oMath>
                  </m:oMathPara>
                </a14:m>
                <a:endParaRPr lang="en-US" sz="2200" dirty="0">
                  <a:solidFill>
                    <a:srgbClr val="000000"/>
                  </a:solidFill>
                </a:endParaRPr>
              </a:p>
            </p:txBody>
          </p:sp>
        </mc:Choice>
        <mc:Fallback xmlns="">
          <p:sp>
            <p:nvSpPr>
              <p:cNvPr id="2" name="TextBox 1">
                <a:extLst>
                  <a:ext uri="{FF2B5EF4-FFF2-40B4-BE49-F238E27FC236}">
                    <a16:creationId xmlns:a16="http://schemas.microsoft.com/office/drawing/2014/main" id="{C87E83D8-A1E4-07E3-F4C8-6737385A0A90}"/>
                  </a:ext>
                </a:extLst>
              </p:cNvPr>
              <p:cNvSpPr txBox="1">
                <a:spLocks noRot="1" noChangeAspect="1" noMove="1" noResize="1" noEditPoints="1" noAdjustHandles="1" noChangeArrowheads="1" noChangeShapeType="1" noTextEdit="1"/>
              </p:cNvSpPr>
              <p:nvPr/>
            </p:nvSpPr>
            <p:spPr>
              <a:xfrm>
                <a:off x="5377860" y="3797618"/>
                <a:ext cx="2387796" cy="72840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86258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(3 of 5)</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39" y="1612719"/>
            <a:ext cx="8140257" cy="46334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buAutoNum type="arabicPeriod"/>
            </a:pPr>
            <a:r>
              <a:rPr lang="en-US" sz="2800" dirty="0">
                <a:solidFill>
                  <a:srgbClr val="000000"/>
                </a:solidFill>
              </a:rPr>
              <a:t>Identify quantities in the table and equation. Who is converting from °C to °F, and who is converting from °F to °C? Explain your reasoning.</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lgn="l">
              <a:lnSpc>
                <a:spcPts val="3000"/>
              </a:lnSpc>
              <a:spcBef>
                <a:spcPts val="0"/>
              </a:spcBef>
              <a:spcAft>
                <a:spcPts val="600"/>
              </a:spcAft>
              <a:buAutoNum type="arabicPeriod"/>
            </a:pPr>
            <a:r>
              <a:rPr lang="en-US" sz="2800" dirty="0">
                <a:solidFill>
                  <a:srgbClr val="000000"/>
                </a:solidFill>
              </a:rPr>
              <a:t>Compare the given characteristics for each function in terms of the quantities.</a:t>
            </a:r>
          </a:p>
          <a:p>
            <a:pPr marL="511175" indent="0" algn="l">
              <a:lnSpc>
                <a:spcPts val="3000"/>
              </a:lnSpc>
              <a:spcBef>
                <a:spcPts val="0"/>
              </a:spcBef>
              <a:buNone/>
            </a:pPr>
            <a:r>
              <a:rPr lang="en-US" sz="2800" dirty="0">
                <a:solidFill>
                  <a:srgbClr val="000000"/>
                </a:solidFill>
              </a:rPr>
              <a:t>a.  slope                            b.  </a:t>
            </a:r>
            <a:r>
              <a:rPr lang="en-US" sz="2800" i="1" dirty="0">
                <a:solidFill>
                  <a:srgbClr val="000000"/>
                </a:solidFill>
              </a:rPr>
              <a:t>y</a:t>
            </a:r>
            <a:r>
              <a:rPr lang="en-US" sz="2800" dirty="0">
                <a:solidFill>
                  <a:srgbClr val="000000"/>
                </a:solidFill>
              </a:rPr>
              <a:t>-intercept</a:t>
            </a:r>
          </a:p>
        </p:txBody>
      </p:sp>
      <p:sp>
        <p:nvSpPr>
          <p:cNvPr id="3" name="TextBox 2">
            <a:extLst>
              <a:ext uri="{FF2B5EF4-FFF2-40B4-BE49-F238E27FC236}">
                <a16:creationId xmlns:a16="http://schemas.microsoft.com/office/drawing/2014/main" id="{51410DCC-B149-09B3-326C-A58DA7CB0ED2}"/>
              </a:ext>
            </a:extLst>
          </p:cNvPr>
          <p:cNvSpPr txBox="1"/>
          <p:nvPr/>
        </p:nvSpPr>
        <p:spPr>
          <a:xfrm>
            <a:off x="9306220" y="4782351"/>
            <a:ext cx="2106952" cy="1571449"/>
          </a:xfrm>
          <a:prstGeom prst="rect">
            <a:avLst/>
          </a:prstGeom>
          <a:noFill/>
          <a:ln w="31750">
            <a:solidFill>
              <a:srgbClr val="236739"/>
            </a:solidFill>
            <a:prstDash val="sysDot"/>
          </a:ln>
        </p:spPr>
        <p:txBody>
          <a:bodyPr wrap="square" lIns="182880" rIns="91440" rtlCol="0" anchor="ctr" anchorCtr="0">
            <a:noAutofit/>
          </a:bodyPr>
          <a:lstStyle/>
          <a:p>
            <a:r>
              <a:rPr lang="en-US" sz="2000" b="1" dirty="0">
                <a:solidFill>
                  <a:srgbClr val="236739"/>
                </a:solidFill>
              </a:rPr>
              <a:t>Think About…</a:t>
            </a:r>
            <a:br>
              <a:rPr lang="en-US" sz="2000" b="1" dirty="0">
                <a:solidFill>
                  <a:srgbClr val="236739"/>
                </a:solidFill>
              </a:rPr>
            </a:br>
            <a:r>
              <a:rPr lang="en-US" sz="2000" dirty="0">
                <a:solidFill>
                  <a:srgbClr val="000000"/>
                </a:solidFill>
              </a:rPr>
              <a:t>The units of the quantities are</a:t>
            </a:r>
            <a:br>
              <a:rPr lang="en-US" sz="2000" dirty="0">
                <a:solidFill>
                  <a:srgbClr val="000000"/>
                </a:solidFill>
              </a:rPr>
            </a:br>
            <a:r>
              <a:rPr lang="en-US" sz="2000" dirty="0">
                <a:solidFill>
                  <a:srgbClr val="000000"/>
                </a:solidFill>
              </a:rPr>
              <a:t>very important.</a:t>
            </a:r>
          </a:p>
        </p:txBody>
      </p:sp>
    </p:spTree>
    <p:extLst>
      <p:ext uri="{BB962C8B-B14F-4D97-AF65-F5344CB8AC3E}">
        <p14:creationId xmlns:p14="http://schemas.microsoft.com/office/powerpoint/2010/main" val="3407321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35686"/>
            <a:ext cx="9893719" cy="40023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4.3!</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283080" y="372494"/>
            <a:ext cx="1501270" cy="518205"/>
          </a:xfrm>
          <a:prstGeom prst="rect">
            <a:avLst/>
          </a:prstGeom>
        </p:spPr>
      </p:pic>
    </p:spTree>
    <p:extLst>
      <p:ext uri="{BB962C8B-B14F-4D97-AF65-F5344CB8AC3E}">
        <p14:creationId xmlns:p14="http://schemas.microsoft.com/office/powerpoint/2010/main" val="1393578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555148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6760-75EA-7FC9-60DB-01C5695DEE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39F478-F202-0516-2A4A-22A515C17063}"/>
              </a:ext>
            </a:extLst>
          </p:cNvPr>
          <p:cNvSpPr>
            <a:spLocks noGrp="1"/>
          </p:cNvSpPr>
          <p:nvPr>
            <p:ph type="title" idx="4294967295"/>
          </p:nvPr>
        </p:nvSpPr>
        <p:spPr>
          <a:xfrm>
            <a:off x="838200" y="-327171"/>
            <a:ext cx="10514013" cy="327171"/>
          </a:xfrm>
          <a:prstGeom prst="rect">
            <a:avLst/>
          </a:prstGeom>
        </p:spPr>
        <p:txBody>
          <a:bodyPr anchor="b"/>
          <a:lstStyle/>
          <a:p>
            <a:r>
              <a:rPr lang="en-US" sz="2000" dirty="0">
                <a:solidFill>
                  <a:schemeClr val="bg2"/>
                </a:solidFill>
              </a:rPr>
              <a:t>Activity 4.4</a:t>
            </a:r>
          </a:p>
        </p:txBody>
      </p:sp>
      <p:sp>
        <p:nvSpPr>
          <p:cNvPr id="3" name="Text Placeholder 2" descr="10 to 15 minutes">
            <a:extLst>
              <a:ext uri="{FF2B5EF4-FFF2-40B4-BE49-F238E27FC236}">
                <a16:creationId xmlns:a16="http://schemas.microsoft.com/office/drawing/2014/main" id="{A3271A1D-81FA-696F-3498-FDCE23DF7CAD}"/>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4748B020-5CE8-452A-7175-FC1274C98CBD}"/>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4.4</a:t>
            </a:r>
          </a:p>
        </p:txBody>
      </p:sp>
    </p:spTree>
    <p:extLst>
      <p:ext uri="{BB962C8B-B14F-4D97-AF65-F5344CB8AC3E}">
        <p14:creationId xmlns:p14="http://schemas.microsoft.com/office/powerpoint/2010/main" val="3752965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18D52-CB7A-35B3-A9EE-81E010171F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618C60-3F16-1E5C-7E8E-45D48FBD4086}"/>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(1 of 4) </a:t>
            </a:r>
          </a:p>
        </p:txBody>
      </p:sp>
      <p:sp>
        <p:nvSpPr>
          <p:cNvPr id="9" name="Text Placeholder 2">
            <a:extLst>
              <a:ext uri="{FF2B5EF4-FFF2-40B4-BE49-F238E27FC236}">
                <a16:creationId xmlns:a16="http://schemas.microsoft.com/office/drawing/2014/main" id="{B37D7255-D78C-4736-C6C5-DCC358674965}"/>
              </a:ext>
            </a:extLst>
          </p:cNvPr>
          <p:cNvSpPr txBox="1">
            <a:spLocks/>
          </p:cNvSpPr>
          <p:nvPr/>
        </p:nvSpPr>
        <p:spPr>
          <a:xfrm>
            <a:off x="777240" y="1384712"/>
            <a:ext cx="10487194" cy="220248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Lauren and Miguel both opened bank accounts at the same time. Miguel’s account balance is shown in the graph. He started with $0 and deposited the same amount each month. In the 4th month, he had $80 saved. Michelle opened her bank account on September 1st with $25 and continues to deposit $25 each month.</a:t>
            </a:r>
          </a:p>
        </p:txBody>
      </p:sp>
      <p:sp>
        <p:nvSpPr>
          <p:cNvPr id="12" name="TextBox 11">
            <a:extLst>
              <a:ext uri="{FF2B5EF4-FFF2-40B4-BE49-F238E27FC236}">
                <a16:creationId xmlns:a16="http://schemas.microsoft.com/office/drawing/2014/main" id="{D0BF9A61-26C4-934B-72C1-D478EEC0DE6C}"/>
              </a:ext>
            </a:extLst>
          </p:cNvPr>
          <p:cNvSpPr txBox="1"/>
          <p:nvPr/>
        </p:nvSpPr>
        <p:spPr>
          <a:xfrm>
            <a:off x="2742498" y="3708714"/>
            <a:ext cx="1430433" cy="461665"/>
          </a:xfrm>
          <a:prstGeom prst="rect">
            <a:avLst/>
          </a:prstGeom>
          <a:noFill/>
        </p:spPr>
        <p:txBody>
          <a:bodyPr wrap="square" rtlCol="0">
            <a:spAutoFit/>
          </a:bodyPr>
          <a:lstStyle/>
          <a:p>
            <a:r>
              <a:rPr lang="en-US" sz="2400" b="1" dirty="0">
                <a:solidFill>
                  <a:srgbClr val="000000"/>
                </a:solidFill>
              </a:rPr>
              <a:t>Miguel</a:t>
            </a:r>
          </a:p>
        </p:txBody>
      </p:sp>
      <p:pic>
        <p:nvPicPr>
          <p:cNvPr id="5" name="Picture 4" descr="A graph of 4 points on an unnumbered coordinate plane. Assuming axes are in increments of 1, the points are at (1, 1) and (2, 2) and (3, 3) and (4, 4).">
            <a:extLst>
              <a:ext uri="{FF2B5EF4-FFF2-40B4-BE49-F238E27FC236}">
                <a16:creationId xmlns:a16="http://schemas.microsoft.com/office/drawing/2014/main" id="{41469A2D-98A2-8FEA-3012-4E01FDFC442F}"/>
              </a:ext>
            </a:extLst>
          </p:cNvPr>
          <p:cNvPicPr>
            <a:picLocks noChangeAspect="1"/>
          </p:cNvPicPr>
          <p:nvPr/>
        </p:nvPicPr>
        <p:blipFill>
          <a:blip r:embed="rId3" cstate="screen">
            <a:extLst>
              <a:ext uri="{28A0092B-C50C-407E-A947-70E740481C1C}">
                <a14:useLocalDpi xmlns:a14="http://schemas.microsoft.com/office/drawing/2010/main"/>
              </a:ext>
            </a:extLst>
          </a:blip>
          <a:srcRect t="5736" b="8088"/>
          <a:stretch/>
        </p:blipFill>
        <p:spPr>
          <a:xfrm>
            <a:off x="2147896" y="4236441"/>
            <a:ext cx="2619639" cy="2539675"/>
          </a:xfrm>
          <a:prstGeom prst="rect">
            <a:avLst/>
          </a:prstGeom>
        </p:spPr>
      </p:pic>
      <p:sp>
        <p:nvSpPr>
          <p:cNvPr id="11" name="TextBox 10">
            <a:extLst>
              <a:ext uri="{FF2B5EF4-FFF2-40B4-BE49-F238E27FC236}">
                <a16:creationId xmlns:a16="http://schemas.microsoft.com/office/drawing/2014/main" id="{1D50D635-05CE-1C97-B88D-18090D538CB8}"/>
              </a:ext>
            </a:extLst>
          </p:cNvPr>
          <p:cNvSpPr txBox="1"/>
          <p:nvPr/>
        </p:nvSpPr>
        <p:spPr>
          <a:xfrm>
            <a:off x="7644077" y="3714181"/>
            <a:ext cx="1185232" cy="461665"/>
          </a:xfrm>
          <a:prstGeom prst="rect">
            <a:avLst/>
          </a:prstGeom>
          <a:noFill/>
        </p:spPr>
        <p:txBody>
          <a:bodyPr wrap="square" rtlCol="0">
            <a:spAutoFit/>
          </a:bodyPr>
          <a:lstStyle/>
          <a:p>
            <a:r>
              <a:rPr lang="en-US" sz="2400" b="1" dirty="0">
                <a:solidFill>
                  <a:srgbClr val="000000"/>
                </a:solidFill>
              </a:rPr>
              <a:t>Lauren</a:t>
            </a:r>
          </a:p>
        </p:txBody>
      </p:sp>
      <p:sp>
        <p:nvSpPr>
          <p:cNvPr id="2" name="TextBox 1">
            <a:extLst>
              <a:ext uri="{FF2B5EF4-FFF2-40B4-BE49-F238E27FC236}">
                <a16:creationId xmlns:a16="http://schemas.microsoft.com/office/drawing/2014/main" id="{D8934DCD-5B7D-4783-A15D-D7EF9FCCE5B2}"/>
              </a:ext>
            </a:extLst>
          </p:cNvPr>
          <p:cNvSpPr txBox="1"/>
          <p:nvPr/>
        </p:nvSpPr>
        <p:spPr>
          <a:xfrm>
            <a:off x="6430873" y="4297365"/>
            <a:ext cx="3611640" cy="1569660"/>
          </a:xfrm>
          <a:prstGeom prst="rect">
            <a:avLst/>
          </a:prstGeom>
          <a:noFill/>
        </p:spPr>
        <p:txBody>
          <a:bodyPr wrap="square" rtlCol="0">
            <a:spAutoFit/>
          </a:bodyPr>
          <a:lstStyle/>
          <a:p>
            <a:r>
              <a:rPr lang="en-US" sz="2400" dirty="0">
                <a:solidFill>
                  <a:srgbClr val="000000"/>
                </a:solidFill>
              </a:rPr>
              <a:t>Lauren opened her bank account on September 1st with $25 and continues to deposit $25 each month.</a:t>
            </a:r>
          </a:p>
        </p:txBody>
      </p:sp>
      <p:cxnSp>
        <p:nvCxnSpPr>
          <p:cNvPr id="8" name="Straight Connector 7">
            <a:extLst>
              <a:ext uri="{FF2B5EF4-FFF2-40B4-BE49-F238E27FC236}">
                <a16:creationId xmlns:a16="http://schemas.microsoft.com/office/drawing/2014/main" id="{1F5130B1-5A79-5736-BF82-5E3EC5A8B23D}"/>
              </a:ext>
              <a:ext uri="{C183D7F6-B498-43B3-948B-1728B52AA6E4}">
                <adec:decorative xmlns:adec="http://schemas.microsoft.com/office/drawing/2017/decorative" val="1"/>
              </a:ext>
            </a:extLst>
          </p:cNvPr>
          <p:cNvCxnSpPr/>
          <p:nvPr/>
        </p:nvCxnSpPr>
        <p:spPr>
          <a:xfrm>
            <a:off x="5643794" y="3931170"/>
            <a:ext cx="0" cy="284494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9425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7D23-3D46-C3AD-7F96-6B7545805B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EC47B7-ABE6-B936-ADDC-42EA5B033A19}"/>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(2 of 4) </a:t>
            </a:r>
          </a:p>
        </p:txBody>
      </p:sp>
      <p:sp>
        <p:nvSpPr>
          <p:cNvPr id="2" name="Speech Bubble: Rectangle with Corners Rounded 1">
            <a:extLst>
              <a:ext uri="{FF2B5EF4-FFF2-40B4-BE49-F238E27FC236}">
                <a16:creationId xmlns:a16="http://schemas.microsoft.com/office/drawing/2014/main" id="{58ABE186-E42B-3C0F-781E-76FBD535666F}"/>
              </a:ext>
            </a:extLst>
          </p:cNvPr>
          <p:cNvSpPr/>
          <p:nvPr/>
        </p:nvSpPr>
        <p:spPr>
          <a:xfrm>
            <a:off x="777240" y="4499409"/>
            <a:ext cx="2133739" cy="2002203"/>
          </a:xfrm>
          <a:prstGeom prst="wedgeRoundRectCallout">
            <a:avLst>
              <a:gd name="adj1" fmla="val -34847"/>
              <a:gd name="adj2" fmla="val -62063"/>
              <a:gd name="adj3" fmla="val 16667"/>
            </a:avLst>
          </a:prstGeom>
          <a:ln>
            <a:solidFill>
              <a:srgbClr val="236739"/>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36739"/>
                </a:solidFill>
              </a:rPr>
              <a:t>Ask Yourself…</a:t>
            </a:r>
          </a:p>
          <a:p>
            <a:r>
              <a:rPr lang="en-US" sz="2000" dirty="0">
                <a:solidFill>
                  <a:srgbClr val="000000"/>
                </a:solidFill>
              </a:rPr>
              <a:t>How can you</a:t>
            </a:r>
            <a:br>
              <a:rPr lang="en-US" sz="2000" dirty="0">
                <a:solidFill>
                  <a:srgbClr val="000000"/>
                </a:solidFill>
              </a:rPr>
            </a:br>
            <a:r>
              <a:rPr lang="en-US" sz="2000" dirty="0">
                <a:solidFill>
                  <a:srgbClr val="000000"/>
                </a:solidFill>
              </a:rPr>
              <a:t>use comparing graphs, tables, and descriptions in everyday life?</a:t>
            </a:r>
          </a:p>
        </p:txBody>
      </p:sp>
      <p:sp>
        <p:nvSpPr>
          <p:cNvPr id="9" name="Text Placeholder 2">
            <a:extLst>
              <a:ext uri="{FF2B5EF4-FFF2-40B4-BE49-F238E27FC236}">
                <a16:creationId xmlns:a16="http://schemas.microsoft.com/office/drawing/2014/main" id="{54C26B4F-2531-AF45-FBDE-79825F709094}"/>
              </a:ext>
            </a:extLst>
          </p:cNvPr>
          <p:cNvSpPr txBox="1">
            <a:spLocks/>
          </p:cNvSpPr>
          <p:nvPr/>
        </p:nvSpPr>
        <p:spPr>
          <a:xfrm>
            <a:off x="3036815" y="1452797"/>
            <a:ext cx="8376358" cy="46334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buAutoNum type="arabicPeriod"/>
            </a:pPr>
            <a:r>
              <a:rPr lang="en-US" sz="2800" dirty="0">
                <a:solidFill>
                  <a:srgbClr val="000000"/>
                </a:solidFill>
              </a:rPr>
              <a:t>Use what you know about Miguel’s account to determine the scale of each axis and interpret the origin on the graph. Explain your reasoning.</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lgn="l">
              <a:lnSpc>
                <a:spcPts val="3000"/>
              </a:lnSpc>
              <a:spcBef>
                <a:spcPts val="0"/>
              </a:spcBef>
              <a:spcAft>
                <a:spcPts val="1200"/>
              </a:spcAft>
              <a:buAutoNum type="arabicPeriod"/>
            </a:pPr>
            <a:r>
              <a:rPr lang="en-US" sz="2800" dirty="0">
                <a:solidFill>
                  <a:srgbClr val="000000"/>
                </a:solidFill>
              </a:rPr>
              <a:t>Compare the given characteristics for each function in terms of the quantities.</a:t>
            </a:r>
          </a:p>
          <a:p>
            <a:pPr marL="511175" indent="0" algn="l">
              <a:lnSpc>
                <a:spcPts val="3000"/>
              </a:lnSpc>
              <a:spcBef>
                <a:spcPts val="0"/>
              </a:spcBef>
              <a:buNone/>
            </a:pPr>
            <a:r>
              <a:rPr lang="en-US" sz="2800" dirty="0">
                <a:solidFill>
                  <a:srgbClr val="000000"/>
                </a:solidFill>
              </a:rPr>
              <a:t>a. slope                            b. </a:t>
            </a:r>
            <a:r>
              <a:rPr lang="en-US" sz="2800" i="1" dirty="0">
                <a:solidFill>
                  <a:srgbClr val="000000"/>
                </a:solidFill>
              </a:rPr>
              <a:t>y</a:t>
            </a:r>
            <a:r>
              <a:rPr lang="en-US" sz="2800" dirty="0">
                <a:solidFill>
                  <a:srgbClr val="000000"/>
                </a:solidFill>
              </a:rPr>
              <a:t>-intercept</a:t>
            </a:r>
          </a:p>
        </p:txBody>
      </p:sp>
    </p:spTree>
    <p:extLst>
      <p:ext uri="{BB962C8B-B14F-4D97-AF65-F5344CB8AC3E}">
        <p14:creationId xmlns:p14="http://schemas.microsoft.com/office/powerpoint/2010/main" val="1886931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10BD-5DF6-0488-2AC9-70A6B80225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200C49-17C0-F2DE-6A67-DD99E048064C}"/>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(3 of 4) </a:t>
            </a:r>
          </a:p>
        </p:txBody>
      </p:sp>
      <p:sp>
        <p:nvSpPr>
          <p:cNvPr id="9" name="Text Placeholder 2">
            <a:extLst>
              <a:ext uri="{FF2B5EF4-FFF2-40B4-BE49-F238E27FC236}">
                <a16:creationId xmlns:a16="http://schemas.microsoft.com/office/drawing/2014/main" id="{9C24C0EA-7CB3-905C-0FE8-37358B85D7A0}"/>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4.4!</a:t>
            </a:r>
          </a:p>
        </p:txBody>
      </p:sp>
      <p:pic>
        <p:nvPicPr>
          <p:cNvPr id="2" name="Picture 1">
            <a:extLst>
              <a:ext uri="{FF2B5EF4-FFF2-40B4-BE49-F238E27FC236}">
                <a16:creationId xmlns:a16="http://schemas.microsoft.com/office/drawing/2014/main" id="{EE77B372-880E-9EE0-5F23-0731DA7F197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3747733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EE577-CFAE-037D-9C5F-8CDEB88ED3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658C5-F422-74F8-614F-A503A1C89D94}"/>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(4 of 4) </a:t>
            </a:r>
          </a:p>
        </p:txBody>
      </p:sp>
      <p:sp>
        <p:nvSpPr>
          <p:cNvPr id="9" name="Text Placeholder 2">
            <a:extLst>
              <a:ext uri="{FF2B5EF4-FFF2-40B4-BE49-F238E27FC236}">
                <a16:creationId xmlns:a16="http://schemas.microsoft.com/office/drawing/2014/main" id="{385254E4-CB5D-E9B4-3EDF-30A8B31A0251}"/>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088077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69116"/>
            <a:ext cx="10514013" cy="369116"/>
          </a:xfrm>
          <a:prstGeom prst="rect">
            <a:avLst/>
          </a:prstGeom>
        </p:spPr>
        <p:txBody>
          <a:bodyPr anchor="b"/>
          <a:lstStyle/>
          <a:p>
            <a:r>
              <a:rPr lang="en-US" sz="2000" dirty="0">
                <a:solidFill>
                  <a:schemeClr val="bg2"/>
                </a:solidFill>
              </a:rPr>
              <a:t>Talk the Talk</a:t>
            </a:r>
          </a:p>
        </p:txBody>
      </p:sp>
      <p:sp>
        <p:nvSpPr>
          <p:cNvPr id="2" name="Text Placeholder 1" descr="10 to 1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0973"/>
            <a:ext cx="863947" cy="795338"/>
          </a:xfrm>
        </p:spPr>
        <p:txBody>
          <a:bodyPr/>
          <a:lstStyle/>
          <a:p>
            <a:r>
              <a:rPr lang="en-US" b="1" dirty="0"/>
              <a:t>10–15</a:t>
            </a:r>
          </a:p>
        </p:txBody>
      </p:sp>
    </p:spTree>
    <p:extLst>
      <p:ext uri="{BB962C8B-B14F-4D97-AF65-F5344CB8AC3E}">
        <p14:creationId xmlns:p14="http://schemas.microsoft.com/office/powerpoint/2010/main" val="3352223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Function Maker Space </a:t>
            </a:r>
            <a:r>
              <a:rPr lang="en-US" sz="2000" b="1" dirty="0">
                <a:solidFill>
                  <a:schemeClr val="bg1"/>
                </a:solidFill>
              </a:rPr>
              <a:t>(1 of 4)</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50"/>
            <a:ext cx="9887216" cy="6572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Consider the table of values.</a:t>
            </a:r>
          </a:p>
        </p:txBody>
      </p:sp>
      <p:graphicFrame>
        <p:nvGraphicFramePr>
          <p:cNvPr id="3" name="Table 2">
            <a:extLst>
              <a:ext uri="{FF2B5EF4-FFF2-40B4-BE49-F238E27FC236}">
                <a16:creationId xmlns:a16="http://schemas.microsoft.com/office/drawing/2014/main" id="{3709527D-91E9-2561-193A-E7B2253C88FF}"/>
              </a:ext>
            </a:extLst>
          </p:cNvPr>
          <p:cNvGraphicFramePr>
            <a:graphicFrameLocks noGrp="1"/>
          </p:cNvGraphicFramePr>
          <p:nvPr>
            <p:extLst>
              <p:ext uri="{D42A27DB-BD31-4B8C-83A1-F6EECF244321}">
                <p14:modId xmlns:p14="http://schemas.microsoft.com/office/powerpoint/2010/main" val="3263595884"/>
              </p:ext>
            </p:extLst>
          </p:nvPr>
        </p:nvGraphicFramePr>
        <p:xfrm>
          <a:off x="874267" y="2434769"/>
          <a:ext cx="4612133" cy="825008"/>
        </p:xfrm>
        <a:graphic>
          <a:graphicData uri="http://schemas.openxmlformats.org/drawingml/2006/table">
            <a:tbl>
              <a:tblPr firstRow="1" bandRow="1">
                <a:tableStyleId>{5C22544A-7EE6-4342-B048-85BDC9FD1C3A}</a:tableStyleId>
              </a:tblPr>
              <a:tblGrid>
                <a:gridCol w="908234">
                  <a:extLst>
                    <a:ext uri="{9D8B030D-6E8A-4147-A177-3AD203B41FA5}">
                      <a16:colId xmlns:a16="http://schemas.microsoft.com/office/drawing/2014/main" val="265092765"/>
                    </a:ext>
                  </a:extLst>
                </a:gridCol>
                <a:gridCol w="949125">
                  <a:extLst>
                    <a:ext uri="{9D8B030D-6E8A-4147-A177-3AD203B41FA5}">
                      <a16:colId xmlns:a16="http://schemas.microsoft.com/office/drawing/2014/main" val="4126814221"/>
                    </a:ext>
                  </a:extLst>
                </a:gridCol>
                <a:gridCol w="902825">
                  <a:extLst>
                    <a:ext uri="{9D8B030D-6E8A-4147-A177-3AD203B41FA5}">
                      <a16:colId xmlns:a16="http://schemas.microsoft.com/office/drawing/2014/main" val="1956978079"/>
                    </a:ext>
                  </a:extLst>
                </a:gridCol>
                <a:gridCol w="924772">
                  <a:extLst>
                    <a:ext uri="{9D8B030D-6E8A-4147-A177-3AD203B41FA5}">
                      <a16:colId xmlns:a16="http://schemas.microsoft.com/office/drawing/2014/main" val="198823813"/>
                    </a:ext>
                  </a:extLst>
                </a:gridCol>
                <a:gridCol w="927177">
                  <a:extLst>
                    <a:ext uri="{9D8B030D-6E8A-4147-A177-3AD203B41FA5}">
                      <a16:colId xmlns:a16="http://schemas.microsoft.com/office/drawing/2014/main" val="3395431017"/>
                    </a:ext>
                  </a:extLst>
                </a:gridCol>
              </a:tblGrid>
              <a:tr h="412504">
                <a:tc>
                  <a:txBody>
                    <a:bodyPr/>
                    <a:lstStyle/>
                    <a:p>
                      <a:pPr algn="ctr"/>
                      <a:r>
                        <a:rPr lang="en-US" sz="2000" b="1" i="1" dirty="0">
                          <a:solidFill>
                            <a:schemeClr val="bg1"/>
                          </a:solidFill>
                          <a:latin typeface="+mn-lt"/>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6739"/>
                    </a:solidFill>
                  </a:tcPr>
                </a:tc>
                <a:tc>
                  <a:txBody>
                    <a:bodyPr/>
                    <a:lstStyle/>
                    <a:p>
                      <a:pPr algn="ctr"/>
                      <a:r>
                        <a:rPr lang="en-US" sz="2000" b="0" dirty="0">
                          <a:solidFill>
                            <a:srgbClr val="000000"/>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1128252"/>
                  </a:ext>
                </a:extLst>
              </a:tr>
              <a:tr h="412504">
                <a:tc>
                  <a:txBody>
                    <a:bodyPr/>
                    <a:lstStyle/>
                    <a:p>
                      <a:pPr algn="ctr"/>
                      <a:r>
                        <a:rPr lang="en-US" sz="2000" b="1" i="1" dirty="0">
                          <a:solidFill>
                            <a:schemeClr val="bg1"/>
                          </a:solidFill>
                          <a:latin typeface="+mn-lt"/>
                        </a:rPr>
                        <a: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6739"/>
                    </a:solidFill>
                  </a:tcPr>
                </a:tc>
                <a:tc>
                  <a:txBody>
                    <a:bodyPr/>
                    <a:lstStyle/>
                    <a:p>
                      <a:pPr algn="ctr"/>
                      <a:r>
                        <a:rPr lang="en-US" sz="2000" dirty="0">
                          <a:solidFill>
                            <a:srgbClr val="000000"/>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6483271"/>
                  </a:ext>
                </a:extLst>
              </a:tr>
            </a:tbl>
          </a:graphicData>
        </a:graphic>
      </p:graphicFrame>
      <p:sp>
        <p:nvSpPr>
          <p:cNvPr id="6" name="TextBox 5">
            <a:extLst>
              <a:ext uri="{FF2B5EF4-FFF2-40B4-BE49-F238E27FC236}">
                <a16:creationId xmlns:a16="http://schemas.microsoft.com/office/drawing/2014/main" id="{E8E0D506-3DE0-A062-B734-5C48B45D05C3}"/>
              </a:ext>
            </a:extLst>
          </p:cNvPr>
          <p:cNvSpPr txBox="1"/>
          <p:nvPr/>
        </p:nvSpPr>
        <p:spPr>
          <a:xfrm>
            <a:off x="777240" y="3514333"/>
            <a:ext cx="9186157" cy="2677656"/>
          </a:xfrm>
          <a:prstGeom prst="rect">
            <a:avLst/>
          </a:prstGeom>
          <a:noFill/>
        </p:spPr>
        <p:txBody>
          <a:bodyPr wrap="square" rtlCol="0">
            <a:spAutoFit/>
          </a:bodyPr>
          <a:lstStyle/>
          <a:p>
            <a:pPr marL="511175" indent="-511175">
              <a:buFont typeface="+mj-lt"/>
              <a:buAutoNum type="arabicPeriod"/>
            </a:pPr>
            <a:r>
              <a:rPr lang="en-US" sz="2800" dirty="0">
                <a:solidFill>
                  <a:srgbClr val="000000"/>
                </a:solidFill>
              </a:rPr>
              <a:t>Create a situation to represent the table of values shown.</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indent="-511175">
              <a:buFont typeface="+mj-lt"/>
              <a:buAutoNum type="arabicPeriod"/>
            </a:pPr>
            <a:r>
              <a:rPr lang="en-US" sz="2800" dirty="0">
                <a:solidFill>
                  <a:srgbClr val="000000"/>
                </a:solidFill>
              </a:rPr>
              <a:t>Write an equation that has a slope that is less steep than the relationship in the table. </a:t>
            </a:r>
          </a:p>
        </p:txBody>
      </p:sp>
    </p:spTree>
    <p:extLst>
      <p:ext uri="{BB962C8B-B14F-4D97-AF65-F5344CB8AC3E}">
        <p14:creationId xmlns:p14="http://schemas.microsoft.com/office/powerpoint/2010/main" val="1043301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D852A-E0B0-08E4-F295-C235420BBD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F21CE9-91E1-1AEE-D94B-EE0C9F24EBE8}"/>
              </a:ext>
            </a:extLst>
          </p:cNvPr>
          <p:cNvSpPr>
            <a:spLocks noGrp="1"/>
          </p:cNvSpPr>
          <p:nvPr>
            <p:ph type="title"/>
          </p:nvPr>
        </p:nvSpPr>
        <p:spPr/>
        <p:txBody>
          <a:bodyPr/>
          <a:lstStyle/>
          <a:p>
            <a:pPr algn="l"/>
            <a:r>
              <a:rPr lang="en-US" b="1" dirty="0"/>
              <a:t>Function Maker Space </a:t>
            </a:r>
            <a:r>
              <a:rPr lang="en-US" sz="2000" b="1" dirty="0">
                <a:solidFill>
                  <a:schemeClr val="bg1"/>
                </a:solidFill>
              </a:rPr>
              <a:t>(2 of 4)</a:t>
            </a:r>
          </a:p>
        </p:txBody>
      </p:sp>
      <p:sp>
        <p:nvSpPr>
          <p:cNvPr id="9" name="Text Placeholder 2">
            <a:extLst>
              <a:ext uri="{FF2B5EF4-FFF2-40B4-BE49-F238E27FC236}">
                <a16:creationId xmlns:a16="http://schemas.microsoft.com/office/drawing/2014/main" id="{E600B7B1-10EE-9478-74FC-E684381B7F32}"/>
              </a:ext>
            </a:extLst>
          </p:cNvPr>
          <p:cNvSpPr txBox="1">
            <a:spLocks/>
          </p:cNvSpPr>
          <p:nvPr/>
        </p:nvSpPr>
        <p:spPr>
          <a:xfrm>
            <a:off x="777240" y="1610687"/>
            <a:ext cx="6383581" cy="42797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startAt="3"/>
            </a:pPr>
            <a:r>
              <a:rPr lang="en-US" sz="2800" dirty="0">
                <a:solidFill>
                  <a:srgbClr val="000000"/>
                </a:solidFill>
              </a:rPr>
              <a:t>How does the slope of the graph shown compare to the slope from the table of values and your equation?</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indent="-511175">
              <a:buFont typeface="+mj-lt"/>
              <a:buAutoNum type="arabicPeriod" startAt="3"/>
            </a:pPr>
            <a:r>
              <a:rPr lang="en-US" sz="2800" dirty="0">
                <a:solidFill>
                  <a:srgbClr val="000000"/>
                </a:solidFill>
              </a:rPr>
              <a:t>What strategies did you use to create your linear functions and to compare the slopes?</a:t>
            </a:r>
            <a:endParaRPr lang="en-US" sz="2800" b="0" i="0" u="none" strike="noStrike" baseline="0" dirty="0">
              <a:solidFill>
                <a:srgbClr val="000000"/>
              </a:solidFill>
            </a:endParaRPr>
          </a:p>
          <a:p>
            <a:pPr marL="0" indent="0">
              <a:buNone/>
            </a:pPr>
            <a:endParaRPr lang="en-US" sz="2800" b="0" i="0" u="none" strike="noStrike" baseline="0" dirty="0">
              <a:solidFill>
                <a:srgbClr val="000000"/>
              </a:solidFill>
            </a:endParaRPr>
          </a:p>
          <a:p>
            <a:pPr marL="0" indent="0" algn="ctr">
              <a:buNone/>
            </a:pPr>
            <a:endParaRPr lang="en-US" sz="2800" dirty="0">
              <a:solidFill>
                <a:srgbClr val="000000"/>
              </a:solidFill>
            </a:endParaRPr>
          </a:p>
        </p:txBody>
      </p:sp>
      <p:pic>
        <p:nvPicPr>
          <p:cNvPr id="3" name="Picture 2" descr="A graph of a line on the coordinate plane. The line rises from left to right through the points (0, negative 4) and (3, negative 3).">
            <a:extLst>
              <a:ext uri="{FF2B5EF4-FFF2-40B4-BE49-F238E27FC236}">
                <a16:creationId xmlns:a16="http://schemas.microsoft.com/office/drawing/2014/main" id="{65407A3C-F4F6-3361-C0FA-3218F9AA76F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558745" y="1756892"/>
            <a:ext cx="3854428" cy="3987339"/>
          </a:xfrm>
          <a:prstGeom prst="rect">
            <a:avLst/>
          </a:prstGeom>
        </p:spPr>
      </p:pic>
    </p:spTree>
    <p:extLst>
      <p:ext uri="{BB962C8B-B14F-4D97-AF65-F5344CB8AC3E}">
        <p14:creationId xmlns:p14="http://schemas.microsoft.com/office/powerpoint/2010/main" val="70171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Function Maker Space </a:t>
            </a:r>
            <a:r>
              <a:rPr lang="en-US" sz="2000" b="1" dirty="0">
                <a:solidFill>
                  <a:schemeClr val="bg1"/>
                </a:solidFill>
              </a:rPr>
              <a:t>(3 of 4)</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does each linear function representation compare with the others?</a:t>
            </a: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Function Maker Space </a:t>
            </a:r>
            <a:r>
              <a:rPr lang="en-US" sz="2000" b="1" dirty="0">
                <a:solidFill>
                  <a:schemeClr val="bg1"/>
                </a:solidFill>
              </a:rPr>
              <a:t>(4 of 4)</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18782"/>
            <a:ext cx="10514013" cy="318782"/>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1 Lesson 1</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9472546" cy="4915289"/>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ea typeface="+mn-lt"/>
                    <a:cs typeface="+mn-lt"/>
                  </a:rPr>
                  <a:t>Solve each equation for </a:t>
                </a:r>
                <a:r>
                  <a:rPr lang="en-US" sz="2800" i="1" dirty="0">
                    <a:solidFill>
                      <a:srgbClr val="000000"/>
                    </a:solidFill>
                    <a:ea typeface="+mn-lt"/>
                    <a:cs typeface="+mn-lt"/>
                  </a:rPr>
                  <a:t>x</a:t>
                </a:r>
                <a:r>
                  <a:rPr lang="en-US" sz="2800" dirty="0">
                    <a:solidFill>
                      <a:srgbClr val="000000"/>
                    </a:solidFill>
                    <a:ea typeface="+mn-lt"/>
                    <a:cs typeface="+mn-lt"/>
                  </a:rPr>
                  <a:t>.</a:t>
                </a:r>
              </a:p>
              <a:p>
                <a:pPr marL="514350" indent="-514350">
                  <a:buFont typeface="+mj-lt"/>
                  <a:buAutoNum type="arabicPeriod"/>
                </a:pPr>
                <a:r>
                  <a:rPr lang="en-US" sz="2800" dirty="0">
                    <a:solidFill>
                      <a:srgbClr val="000000"/>
                    </a:solidFill>
                    <a:ea typeface="+mn-lt"/>
                    <a:cs typeface="+mn-lt"/>
                  </a:rPr>
                  <a:t> </a:t>
                </a:r>
                <a14:m>
                  <m:oMath xmlns:m="http://schemas.openxmlformats.org/officeDocument/2006/math">
                    <m:f>
                      <m:fPr>
                        <m:ctrlPr>
                          <a:rPr lang="en-US" sz="2800" i="1" smtClean="0">
                            <a:solidFill>
                              <a:srgbClr val="000000"/>
                            </a:solidFill>
                            <a:latin typeface="Cambria Math" panose="02040503050406030204" pitchFamily="18" charset="0"/>
                            <a:ea typeface="+mn-lt"/>
                            <a:cs typeface="+mn-lt"/>
                          </a:rPr>
                        </m:ctrlPr>
                      </m:fPr>
                      <m:num>
                        <m:r>
                          <a:rPr lang="en-US" sz="2800" b="0" i="1" smtClean="0">
                            <a:solidFill>
                              <a:srgbClr val="000000"/>
                            </a:solidFill>
                            <a:latin typeface="Cambria Math" panose="02040503050406030204" pitchFamily="18" charset="0"/>
                            <a:ea typeface="+mn-lt"/>
                            <a:cs typeface="+mn-lt"/>
                          </a:rPr>
                          <m:t>1</m:t>
                        </m:r>
                      </m:num>
                      <m:den>
                        <m:r>
                          <a:rPr lang="en-US" sz="2800" b="0" i="1" smtClean="0">
                            <a:solidFill>
                              <a:srgbClr val="000000"/>
                            </a:solidFill>
                            <a:latin typeface="Cambria Math" panose="02040503050406030204" pitchFamily="18" charset="0"/>
                            <a:ea typeface="+mn-lt"/>
                            <a:cs typeface="+mn-lt"/>
                          </a:rPr>
                          <m:t>3</m:t>
                        </m:r>
                      </m:den>
                    </m:f>
                  </m:oMath>
                </a14:m>
                <a:r>
                  <a:rPr lang="en-US" sz="2800" i="1" dirty="0">
                    <a:solidFill>
                      <a:srgbClr val="000000"/>
                    </a:solidFill>
                    <a:ea typeface="+mn-lt"/>
                    <a:cs typeface="+mn-lt"/>
                  </a:rPr>
                  <a:t>x</a:t>
                </a:r>
                <a:r>
                  <a:rPr lang="en-US" sz="2800" dirty="0">
                    <a:solidFill>
                      <a:srgbClr val="000000"/>
                    </a:solidFill>
                    <a:ea typeface="+mn-lt"/>
                    <a:cs typeface="+mn-lt"/>
                  </a:rPr>
                  <a:t> = 8</a:t>
                </a:r>
                <a:br>
                  <a:rPr lang="en-US" sz="2800" dirty="0">
                    <a:solidFill>
                      <a:srgbClr val="000000"/>
                    </a:solidFill>
                    <a:ea typeface="+mn-lt"/>
                    <a:cs typeface="+mn-lt"/>
                  </a:rPr>
                </a:br>
                <a:endParaRPr lang="en-US" sz="2800" dirty="0">
                  <a:solidFill>
                    <a:srgbClr val="000000"/>
                  </a:solidFill>
                  <a:ea typeface="+mn-lt"/>
                  <a:cs typeface="+mn-lt"/>
                </a:endParaRPr>
              </a:p>
              <a:p>
                <a:pPr marL="514350" indent="-514350">
                  <a:buFont typeface="+mj-lt"/>
                  <a:buAutoNum type="arabicPeriod"/>
                </a:pPr>
                <a:r>
                  <a:rPr lang="en-US" sz="2800" dirty="0">
                    <a:solidFill>
                      <a:srgbClr val="000000"/>
                    </a:solidFill>
                    <a:ea typeface="+mn-lt"/>
                    <a:cs typeface="+mn-lt"/>
                  </a:rPr>
                  <a:t>5 + </a:t>
                </a:r>
                <a:r>
                  <a:rPr lang="en-US" sz="2800" i="1" dirty="0">
                    <a:solidFill>
                      <a:srgbClr val="000000"/>
                    </a:solidFill>
                    <a:ea typeface="+mn-lt"/>
                    <a:cs typeface="+mn-lt"/>
                  </a:rPr>
                  <a:t>x</a:t>
                </a:r>
                <a:r>
                  <a:rPr lang="en-US" sz="2800" dirty="0">
                    <a:solidFill>
                      <a:srgbClr val="000000"/>
                    </a:solidFill>
                    <a:ea typeface="+mn-lt"/>
                    <a:cs typeface="+mn-lt"/>
                  </a:rPr>
                  <a:t> = 12.7</a:t>
                </a:r>
                <a:br>
                  <a:rPr lang="en-US" sz="2800" dirty="0">
                    <a:solidFill>
                      <a:srgbClr val="000000"/>
                    </a:solidFill>
                    <a:ea typeface="+mn-lt"/>
                    <a:cs typeface="+mn-lt"/>
                  </a:rPr>
                </a:br>
                <a:endParaRPr lang="en-US" sz="2800" dirty="0">
                  <a:solidFill>
                    <a:srgbClr val="000000"/>
                  </a:solidFill>
                  <a:ea typeface="+mn-lt"/>
                  <a:cs typeface="+mn-lt"/>
                </a:endParaRPr>
              </a:p>
              <a:p>
                <a:pPr marL="514350" indent="-514350">
                  <a:buFont typeface="+mj-lt"/>
                  <a:buAutoNum type="arabicPeriod"/>
                </a:pPr>
                <a:r>
                  <a:rPr lang="en-US" sz="2800" dirty="0">
                    <a:solidFill>
                      <a:srgbClr val="000000"/>
                    </a:solidFill>
                    <a:ea typeface="+mn-lt"/>
                    <a:cs typeface="+mn-lt"/>
                  </a:rPr>
                  <a:t>2</a:t>
                </a:r>
                <a:r>
                  <a:rPr lang="en-US" sz="2800" i="1" dirty="0">
                    <a:solidFill>
                      <a:srgbClr val="000000"/>
                    </a:solidFill>
                    <a:ea typeface="+mn-lt"/>
                    <a:cs typeface="+mn-lt"/>
                  </a:rPr>
                  <a:t>x</a:t>
                </a:r>
                <a:r>
                  <a:rPr lang="en-US" sz="2800" dirty="0">
                    <a:solidFill>
                      <a:srgbClr val="000000"/>
                    </a:solidFill>
                    <a:ea typeface="+mn-lt"/>
                    <a:cs typeface="+mn-lt"/>
                  </a:rPr>
                  <a:t> − 9 = 6</a:t>
                </a:r>
                <a:br>
                  <a:rPr lang="en-US" sz="2800" dirty="0">
                    <a:solidFill>
                      <a:srgbClr val="000000"/>
                    </a:solidFill>
                    <a:ea typeface="+mn-lt"/>
                    <a:cs typeface="+mn-lt"/>
                  </a:rPr>
                </a:br>
                <a:endParaRPr lang="en-US" sz="2800" dirty="0">
                  <a:solidFill>
                    <a:srgbClr val="000000"/>
                  </a:solidFill>
                  <a:ea typeface="+mn-lt"/>
                  <a:cs typeface="+mn-lt"/>
                </a:endParaRPr>
              </a:p>
              <a:p>
                <a:pPr marL="514350" indent="-514350">
                  <a:buFont typeface="+mj-lt"/>
                  <a:buAutoNum type="arabicPeriod"/>
                </a:pPr>
                <a:r>
                  <a:rPr lang="en-US" sz="2800" b="0" i="0" u="none" strike="noStrike" baseline="0" dirty="0">
                    <a:solidFill>
                      <a:srgbClr val="000000"/>
                    </a:solidFill>
                  </a:rPr>
                  <a:t>12 + 2</a:t>
                </a:r>
                <a:r>
                  <a:rPr lang="en-US" sz="2800" b="0" i="1" u="none" strike="noStrike" baseline="0" dirty="0">
                    <a:solidFill>
                      <a:srgbClr val="000000"/>
                    </a:solidFill>
                  </a:rPr>
                  <a:t>x</a:t>
                </a:r>
                <a:r>
                  <a:rPr lang="en-US" sz="2800" b="0" i="0" u="none" strike="noStrike" baseline="0" dirty="0">
                    <a:solidFill>
                      <a:srgbClr val="000000"/>
                    </a:solidFill>
                  </a:rPr>
                  <a:t> = 3</a:t>
                </a:r>
                <a:r>
                  <a:rPr lang="en-US" sz="2800" b="0" i="1" u="none" strike="noStrike" baseline="0" dirty="0">
                    <a:solidFill>
                      <a:srgbClr val="000000"/>
                    </a:solidFill>
                  </a:rPr>
                  <a:t>x</a:t>
                </a:r>
                <a:r>
                  <a:rPr lang="en-US" sz="2800" b="0" i="0" u="none" strike="noStrike" baseline="0" dirty="0">
                    <a:solidFill>
                      <a:srgbClr val="000000"/>
                    </a:solidFill>
                  </a:rPr>
                  <a:t> </a:t>
                </a:r>
                <a:r>
                  <a:rPr lang="en-US" sz="2800" dirty="0">
                    <a:solidFill>
                      <a:srgbClr val="000000"/>
                    </a:solidFill>
                    <a:ea typeface="+mn-lt"/>
                    <a:cs typeface="+mn-lt"/>
                  </a:rPr>
                  <a:t>− 1</a:t>
                </a:r>
                <a:endParaRPr lang="en-US" sz="2800" dirty="0"/>
              </a:p>
            </p:txBody>
          </p:sp>
        </mc:Choice>
        <mc:Fallback xmlns="">
          <p:sp>
            <p:nvSpPr>
              <p:cNvPr id="2" name="Text Placeholder 2">
                <a:extLst>
                  <a:ext uri="{FF2B5EF4-FFF2-40B4-BE49-F238E27FC236}">
                    <a16:creationId xmlns:a16="http://schemas.microsoft.com/office/drawing/2014/main" id="{06890774-7848-58D0-0262-B11B4D8F7BE9}"/>
                  </a:ext>
                </a:extLst>
              </p:cNvPr>
              <p:cNvSpPr txBox="1">
                <a:spLocks noRot="1" noChangeAspect="1" noMove="1" noResize="1" noEditPoints="1" noAdjustHandles="1" noChangeArrowheads="1" noChangeShapeType="1" noTextEdit="1"/>
              </p:cNvSpPr>
              <p:nvPr/>
            </p:nvSpPr>
            <p:spPr>
              <a:xfrm>
                <a:off x="777240" y="1616140"/>
                <a:ext cx="9472546" cy="4915289"/>
              </a:xfrm>
              <a:prstGeom prst="rect">
                <a:avLst/>
              </a:prstGeom>
              <a:blipFill>
                <a:blip r:embed="rId3"/>
                <a:stretch>
                  <a:fillRect l="-1352" t="-1117"/>
                </a:stretch>
              </a:blipFill>
            </p:spPr>
            <p:txBody>
              <a:bodyPr/>
              <a:lstStyle/>
              <a:p>
                <a:r>
                  <a:rPr lang="en-US">
                    <a:noFill/>
                  </a:rPr>
                  <a:t> </a:t>
                </a:r>
              </a:p>
            </p:txBody>
          </p:sp>
        </mc:Fallback>
      </mc:AlternateContent>
    </p:spTree>
    <p:extLst>
      <p:ext uri="{BB962C8B-B14F-4D97-AF65-F5344CB8AC3E}">
        <p14:creationId xmlns:p14="http://schemas.microsoft.com/office/powerpoint/2010/main" val="349278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BLMATH_AlgI_M2_T2_L4_DCS_ENG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DFB36-FBAE-42FF-A732-AA8F5E6D15D5}">
  <ds:schemaRefs>
    <ds:schemaRef ds:uri="http://purl.org/dc/terms/"/>
    <ds:schemaRef ds:uri="0dcd9276-8cec-436a-8eeb-3b403764ffa6"/>
    <ds:schemaRef ds:uri="http://schemas.microsoft.com/office/2006/metadata/properties"/>
    <ds:schemaRef ds:uri="http://schemas.microsoft.com/office/2006/documentManagement/types"/>
    <ds:schemaRef ds:uri="http://purl.org/dc/dcmitype/"/>
    <ds:schemaRef ds:uri="http://www.w3.org/XML/1998/namespace"/>
    <ds:schemaRef ds:uri="http://purl.org/dc/elements/1.1/"/>
    <ds:schemaRef ds:uri="http://schemas.microsoft.com/office/infopath/2007/PartnerControls"/>
    <ds:schemaRef ds:uri="http://schemas.openxmlformats.org/package/2006/metadata/core-properties"/>
    <ds:schemaRef ds:uri="6f22a075-b9a9-4670-bd03-816e8ab831f8"/>
    <ds:schemaRef ds:uri="1870ca36-48b9-408f-8764-2f018f10cce8"/>
    <ds:schemaRef ds:uri="696893de-3167-48c0-a9e9-62134322dc49"/>
    <ds:schemaRef ds:uri="5aa991ed-cfdb-45f0-90fe-74f6c83d7f1e"/>
    <ds:schemaRef ds:uri="33e0dbe9-2ee3-4e40-8d2a-c14405aa398e"/>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6913</TotalTime>
  <Words>3161</Words>
  <Application>Microsoft Office PowerPoint</Application>
  <PresentationFormat>Custom</PresentationFormat>
  <Paragraphs>376</Paragraphs>
  <Slides>43</Slides>
  <Notes>43</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43</vt:i4>
      </vt:variant>
    </vt:vector>
  </HeadingPairs>
  <TitlesOfParts>
    <vt:vector size="51" baseType="lpstr">
      <vt:lpstr>Arial</vt:lpstr>
      <vt:lpstr>Calibri</vt:lpstr>
      <vt:lpstr>Cambria Math</vt:lpstr>
      <vt:lpstr>Wingdings</vt:lpstr>
      <vt:lpstr>A1_green</vt:lpstr>
      <vt:lpstr>G7_navy</vt:lpstr>
      <vt:lpstr>G8_purple</vt:lpstr>
      <vt:lpstr>G6_teal</vt:lpstr>
      <vt:lpstr>Comparing Linear Functions in Different Forms </vt:lpstr>
      <vt:lpstr>Objectives</vt:lpstr>
      <vt:lpstr>Essential Question (1 of 2)</vt:lpstr>
      <vt:lpstr>Day 1</vt:lpstr>
      <vt:lpstr>Getting Started</vt:lpstr>
      <vt:lpstr>Odd One Out (1 of 4)</vt:lpstr>
      <vt:lpstr>Odd One Out (2 of 4)</vt:lpstr>
      <vt:lpstr>Odd One Out (3 of 4)</vt:lpstr>
      <vt:lpstr>Odd One Out (4 of 4)</vt:lpstr>
      <vt:lpstr>Activity 4.1</vt:lpstr>
      <vt:lpstr>Slopes of Linear Relationships (1 of 5)</vt:lpstr>
      <vt:lpstr>Slopes of Linear Relationships (2 of 5)</vt:lpstr>
      <vt:lpstr>Slopes of Linear Relationships (3 of 5)</vt:lpstr>
      <vt:lpstr>Slopes of Linear Relationships (4 of 5)</vt:lpstr>
      <vt:lpstr>Slopes of Linear Relationships (5 of 5)</vt:lpstr>
      <vt:lpstr>Activity 4.2</vt:lpstr>
      <vt:lpstr>Comparing Tables and Graphs (1 of 5)</vt:lpstr>
      <vt:lpstr>Comparing Tables and Graphs (2 of 5)</vt:lpstr>
      <vt:lpstr>Comparing Tables and Graphs (3 of 5)</vt:lpstr>
      <vt:lpstr>Comparing Tables and Graphs (4 of 5)</vt:lpstr>
      <vt:lpstr>Comparing Tables and Graphs (5 of 5)</vt:lpstr>
      <vt:lpstr>Day 2</vt:lpstr>
      <vt:lpstr>Essential Question (2 of 2)</vt:lpstr>
      <vt:lpstr>Activity 4.3</vt:lpstr>
      <vt:lpstr>Comparing Equations and Tables (1 of 5)</vt:lpstr>
      <vt:lpstr>Comparing Equations and Tables (2 of 5)</vt:lpstr>
      <vt:lpstr>Comparing Equations and Tables (3 of 5)</vt:lpstr>
      <vt:lpstr>Comparing Equations and Tables (4 of 5)</vt:lpstr>
      <vt:lpstr>Comparing Equations and Tables (5 of 5)</vt:lpstr>
      <vt:lpstr>Activity 4.4</vt:lpstr>
      <vt:lpstr>Comparing Descriptions and Graphs (1 of 4) </vt:lpstr>
      <vt:lpstr>Comparing Descriptions and Graphs (2 of 4) </vt:lpstr>
      <vt:lpstr>Comparing Descriptions and Graphs (3 of 4) </vt:lpstr>
      <vt:lpstr>Comparing Descriptions and Graphs (4 of 4) </vt:lpstr>
      <vt:lpstr>Talk the Talk</vt:lpstr>
      <vt:lpstr>Function Maker Space (1 of 4)</vt:lpstr>
      <vt:lpstr>Function Maker Space (2 of 4)</vt:lpstr>
      <vt:lpstr>Function Maker Space (3 of 4)</vt:lpstr>
      <vt:lpstr>Function Maker Space (4 of 4)</vt:lpstr>
      <vt:lpstr>Prepare</vt:lpstr>
      <vt:lpstr>Prepare for Module 3 Topic 1 Lesson 1</vt:lpstr>
      <vt:lpstr>Acknowledgment and Notice</vt:lpstr>
      <vt:lpstr>BLMATH_AlgI_M2_T2_L4_DCS_ENG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87</cp:revision>
  <dcterms:created xsi:type="dcterms:W3CDTF">2024-02-22T09:58:00Z</dcterms:created>
  <dcterms:modified xsi:type="dcterms:W3CDTF">2025-05-28T19:00:23Z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