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5-bellwork-day1.html" TargetMode="External"/><Relationship Id="rId4" Type="http://schemas.openxmlformats.org/officeDocument/2006/relationships/hyperlink" Target="https://algebra1m2u1l4.vercel.app/lesson5-bellwork-day2.html" TargetMode="External"/><Relationship Id="rId5" Type="http://schemas.openxmlformats.org/officeDocument/2006/relationships/hyperlink" Target="https://algebra1m2u1l4.vercel.app/lesson5-bellwork-day3.html" TargetMode="External"/><Relationship Id="rId6" Type="http://schemas.openxmlformats.org/officeDocument/2006/relationships/hyperlink" Target="https://algebra1m2u1l4.vercel.app/lesson5-homework.html" TargetMode="External"/><Relationship Id="rId7" Type="http://schemas.openxmlformats.org/officeDocument/2006/relationships/hyperlink" Target="https://algebra1m2u1l4.vercel.app/lesson5-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5-bellwork-day1.html" TargetMode="External"/><Relationship Id="rId4" Type="http://schemas.openxmlformats.org/officeDocument/2006/relationships/hyperlink" Target="https://algebra1m2u1l4.vercel.app/lesson5-bellwork-day2.html" TargetMode="External"/><Relationship Id="rId5" Type="http://schemas.openxmlformats.org/officeDocument/2006/relationships/hyperlink" Target="https://algebra1m2u1l4.vercel.app/lesson5-bellwork-day3.html" TargetMode="External"/><Relationship Id="rId6" Type="http://schemas.openxmlformats.org/officeDocument/2006/relationships/hyperlink" Target="https://algebra1m2u1l4.vercel.app/lesson5-homework.html" TargetMode="External"/><Relationship Id="rId7" Type="http://schemas.openxmlformats.org/officeDocument/2006/relationships/hyperlink" Target="https://algebra1m2u1l4.vercel.app/lesson5-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