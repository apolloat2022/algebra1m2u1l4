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4-homework.html" TargetMode="External"/><Relationship Id="rId4" Type="http://schemas.openxmlformats.org/officeDocument/2006/relationships/hyperlink" Target="https://algebra1m2u1l4.vercel.app/lesson4-quiz.html" TargetMode="External"/><Relationship Id="rId5"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hyperlink" Target="https://algebra1m2u1l4.vercel.app/lesson4-homework.html" TargetMode="External"/><Relationship Id="rId4" Type="http://schemas.openxmlformats.org/officeDocument/2006/relationships/hyperlink" Target="https://algebra1m2u1l4.vercel.app/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6565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52524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Practice online: </a:t>
            </a:r>
            <a:r>
              <a:rPr lang="en-US" sz="1800" dirty="0" b="1">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Quiz →</a:t>
            </a:r>
            <a:endParaRPr lang="en-US" sz="1800" dirty="0"/>
          </a:p>
        </p:txBody>
      </p:sp>
      <p:sp>
        <p:nvSpPr>
          <p:cNvPr id="7" name="Shape 7"/>
          <p:cNvSpPr txBox="1"/>
          <p:nvPr/>
        </p:nvSpPr>
        <p:spPr>
          <a:xfrm>
            <a:off x="685800" y="57531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5"/>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 215).</a:t>
            </a:r>
            <a:endParaRPr lang="en-US" sz="1575" dirty="0"/>
          </a:p>
        </p:txBody>
      </p:sp>
    </p:spTree>
  </p:cSld>
  <p:clrMapOvr>
    <a:masterClrMapping/>
  </p:clrMapOvr>
  <p:transition spd="med">
    <p:fade/>
  </p:transition>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32</Slides>
  <Notes>32</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