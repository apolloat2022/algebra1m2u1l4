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1572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5F6272"/>
                </a:solidFill>
                <a:latin typeface="Segoe UI"/>
                <a:cs typeface="Segoe UI"/>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