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 Id="rId5"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2524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Practice online: </a:t>
            </a:r>
            <a:r>
              <a:rPr lang="en-US" sz="1800" dirty="0" b="1">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Quiz →</a:t>
            </a:r>
            <a:endParaRPr lang="en-US" sz="1800" dirty="0"/>
          </a:p>
        </p:txBody>
      </p:sp>
      <p:sp>
        <p:nvSpPr>
          <p:cNvPr id="7" name="Shape 7"/>
          <p:cNvSpPr txBox="1"/>
          <p:nvPr/>
        </p:nvSpPr>
        <p:spPr>
          <a:xfrm>
            <a:off x="685800" y="57531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5"/>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 215).</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