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59943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6" name="Shape 6"/>
          <p:cNvSpPr txBox="1"/>
          <p:nvPr/>
        </p:nvSpPr>
        <p:spPr>
          <a:xfrm>
            <a:off x="685800" y="5843016"/>
            <a:ext cx="10820095" cy="7406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