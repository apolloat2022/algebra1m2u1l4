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4/lesson4-bellwork-day1.html" TargetMode="External"/><Relationship Id="rId4" Type="http://schemas.openxmlformats.org/officeDocument/2006/relationships/hyperlink" Target="https://algebra1m2u1l4.vercel.app/lesson4/lesson4-bellwork-day2.html" TargetMode="External"/><Relationship Id="rId5" Type="http://schemas.openxmlformats.org/officeDocument/2006/relationships/hyperlink" Target="https://algebra1m2u1l4.vercel.app/lesson4/lesson4-homework.html" TargetMode="External"/><Relationship Id="rId6" Type="http://schemas.openxmlformats.org/officeDocument/2006/relationships/hyperlink" Target="https://algebra1m2u1l4.vercel.app/lesson4/lesson4-quiz.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hyperlink" Target="https://algebra1m2u1l4.vercel.app/lesson4/lesson4-homework.html" TargetMode="External"/><Relationship Id="rId4" Type="http://schemas.openxmlformats.org/officeDocument/2006/relationships/hyperlink" Target="https://algebra1m2u1l4.vercel.app/lesson4/lesson4-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6" name="Shape 6"/>
          <p:cNvSpPr txBox="1"/>
          <p:nvPr/>
        </p:nvSpPr>
        <p:spPr>
          <a:xfrm>
            <a:off x="685800" y="44714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
        <p:nvSpPr>
          <p:cNvPr id="61" name="Slide Number 6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
        <p:nvSpPr>
          <p:cNvPr id="29" name="Slide Number 2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pp. 215–216).</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34</Slides>
  <Notes>34</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