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308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Are y = ¾x + 1 and y = −4/3x − 2 perpendicular?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the slopes multiply to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¾ · (−4/3)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−¾x and passes through (3, −8)?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4/3x − 12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4/3: −8 = 4/3(3) + b = 4 + b, so b = −12.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311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“All horizontal lines are parallel.” Is this always, sometimes, or never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horizontal line has slope 0.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horizontal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 line perpendicular to a line with slope ⅕?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⅕ · (−5)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314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slope 1 and lines with slope −¼ look perpendicular on a graph. Are they?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1 · (−¼) ≠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Different axis scales can make lines look perpendicular. Check the slopes.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11)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perpendicular to y = ½x − 4 that passes through the point (2, 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slope: −2. Put in the point: 3 = −2(2) + b = −4 + b, so b =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13)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statement describes the lines 2x − y = 3 and y = 2x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They are parallel.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2x − y = 3 for y: y = 2x − 3. Same slope 2, different y-intercept: parallel.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3 Quiz Answer Key</dc:title>
  <dc:subject>Bluebonnet Algebra I</dc:subject>
</cp:coreProperties>
</file>