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308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Are y = ¾x + 1 and y = −4/3x − 2 perpendicular?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the slopes multiply to 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¾ · (−4/3) =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312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perpendicular to y = −¾x and passes through (3, −8)?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4/3x − 12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4/3: −8 = 4/3(3) + b = 4 + b, so b = −12.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311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“All horizontal lines are parallel.” Is this always, sometimes, or never true?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horizontal line has slope 0.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5057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8) · SE p. 311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the horizontal line through (2, −1)?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horizontal line has the same y-value.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309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a line perpendicular to a line with slope ⅕?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⅕ · (−5)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48157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10) · SE p. 314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348157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Lines with slope 1 and lines with slope −¼ look perpendicular on a graph. Are they?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348157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1 · (−¼) ≠ −1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Different axis scales can make lines look perpendicular. Check the slopes.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47800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Topic 2 Lesson 3 Quiz Answer Key</dc:title>
  <dc:subject>Bluebonnet Algebra I</dc:subject>
</cp:coreProperties>
</file>