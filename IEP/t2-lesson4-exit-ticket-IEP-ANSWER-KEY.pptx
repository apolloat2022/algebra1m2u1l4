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A table has (0, 1) and (2, 9). What is its slope?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Is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+ 7 parallel or perpendicular to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− 3?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20725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Savings: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10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+ 50. What does 50 mean?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20725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$50 to start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9570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12851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(9 − 1) ÷ (2 − 0) = 4. 2. Both slopes are 4, so the lines are parallel. 3. 50 is the y-intercept: the starting amount.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4 Exit Ticket Answer Key</dc:title>
  <dc:subject>Bluebonnet Algebra I</dc:subject>
</cp:coreProperties>
</file>