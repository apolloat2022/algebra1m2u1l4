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Exit Ticket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 questions, the same ones on the exit ticket slide of the IEP deck.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22042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Exit Ticket · IEP Version · Answer Key (teacher copy)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Exit ticket answers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4869043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5554843" y="1209294"/>
            <a:ext cx="5951052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</a:t>
            </a:r>
            <a:endParaRPr lang="en-US" sz="1950" dirty="0"/>
          </a:p>
        </p:txBody>
      </p:sp>
      <p:cxnSp>
        <p:nvCxnSpPr>
          <p:cNvPr id="5" name="Line 5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6" name="Shape 6"/>
          <p:cNvSpPr txBox="1"/>
          <p:nvPr/>
        </p:nvSpPr>
        <p:spPr>
          <a:xfrm>
            <a:off x="685800" y="1707642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1. A table has (0, 1) and (2, 9). What is its slope?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5554843" y="1707642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endParaRPr lang="en-US" sz="1800" dirty="0"/>
          </a:p>
        </p:txBody>
      </p:sp>
      <p:cxnSp>
        <p:nvCxnSpPr>
          <p:cNvPr id="8" name="Line 8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9" name="Shape 9"/>
          <p:cNvSpPr txBox="1"/>
          <p:nvPr/>
        </p:nvSpPr>
        <p:spPr>
          <a:xfrm>
            <a:off x="685800" y="2457450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2. Is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+ 7 parallel or perpendicular to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4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− 3?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5554843" y="2457450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endParaRPr lang="en-US" sz="1800" dirty="0"/>
          </a:p>
        </p:txBody>
      </p:sp>
      <p:cxnSp>
        <p:nvCxnSpPr>
          <p:cNvPr id="11" name="Line 11"/>
          <p:cNvCxnSpPr/>
          <p:nvPr/>
        </p:nvCxnSpPr>
        <p:spPr>
          <a:xfrm>
            <a:off x="685800" y="320725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2" name="Shape 12"/>
          <p:cNvSpPr txBox="1"/>
          <p:nvPr/>
        </p:nvSpPr>
        <p:spPr>
          <a:xfrm>
            <a:off x="685800" y="3207258"/>
            <a:ext cx="4869043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3. Savings: 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= 10</a:t>
            </a:r>
            <a:r>
              <a:rPr lang="en-US" sz="180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+ 50. What does 50 mean?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5554843" y="3207258"/>
            <a:ext cx="5951052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$50 to start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95706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4128516"/>
            <a:ext cx="10820095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Work: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1. Change in y: 9 − 1 = 8. Change in x: 2 − 0 = 2. Divide: 8 ÷ 2 = 4. 2. The slope is the number with x: both are 4. Same slope means parallel. 3. In y = mx + b, 50 is b: the value when x = 0. x = 0 months is the start, so 50 is the $50 saved at the start.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Exit Ticket · IEP Version · Answer Key (teacher copy)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Exit Ticket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2</Slides>
  <Notes>2</Notes>
</Properties>
</file>

<file path=docProps/core.xml><?xml version="1.0" encoding="utf-8"?>
<cp:coreProperties xmlns:cp="http://schemas.openxmlformats.org/package/2006/metadata/core-properties" xmlns:dc="http://purl.org/dc/elements/1.1/">
  <dc:title>Topic 2 Lesson 4 Exit Ticket Answer Key</dc:title>
  <dc:subject>Bluebonnet Algebra I</dc:subject>
</cp:coreProperties>
</file>