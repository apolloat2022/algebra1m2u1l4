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Homework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73989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left 3 units to make t(x). Which is t(x)?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t(x) = f(x + 3) = 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3 adds 3 to the input: f(x + 3).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translating right n units gives the same graph as which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n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n) = x − n = f(x) − n.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293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b(x) = j(x − 2). Simplify b(x).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b(x) = 2x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− 2) − 1 = 2x − 4 − 1 = 2x − 5.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300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+ 5).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left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5 to the input moves the graph left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 of walking. Which domain fits the situation?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≥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He can't walk a negative number of minutes.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10) · SE p. 303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minutes. How many calories does he burn in 45 minutes?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180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45 = 180.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12) · SE p. 293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4x is translated left 2 units. Which function represents the new graph?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4x + 8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2 means f(x + 2) = 4(x + 2). Distribute: 4x + 8.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13) · SE p. 289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graph of f(x) = x is transformed to make g(x) = f(x + 1). Which describes the transformation?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 translation left 1 unit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1 inside, to the input, moves the graph left 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IEP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Homework Answer Key</dc:title>
  <dc:subject>Bluebonnet Algebra I</dc:subject>
</cp:coreProperties>
</file>