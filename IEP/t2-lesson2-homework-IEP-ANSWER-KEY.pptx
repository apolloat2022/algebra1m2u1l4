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left 3 units to make t(x). Which is t(x)?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t(x) = f(x + 3) = 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3 adds 3 to the input: f(x + 3).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translating right n units gives the same graph as which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n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n) = x − n = f(x) − 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293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b(x) = j(x − 2). Simplify b(x).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b(x) = 2x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− 2) − 1 = 2x − 4 − 1 = 2x − 5.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300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+ 5).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left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5 to the input moves the graph left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 of walking. Which domain fits the situation?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≥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He can't walk a negative number of minutes.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minutes. How many calories does he burn in 45 minutes?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180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45 = 180.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4</Slides>
  <Notes>4</Notes>
</Properties>
</file>

<file path=docProps/core.xml><?xml version="1.0" encoding="utf-8"?>
<cp:coreProperties xmlns:cp="http://schemas.openxmlformats.org/package/2006/metadata/core-properties" xmlns:dc="http://purl.org/dc/elements/1.1/">
  <dc:title>Topic 2 Lesson 2 Homework Answer Key</dc:title>
  <dc:subject>Bluebonnet Algebra I</dc:subject>
</cp:coreProperties>
</file>