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2 Lesson 2 Homework · IEP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6 questions, 1 point each. The answer choices are shuffled for each student, so match the answer text, not the letter.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919222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Each IEP question has 3 choices; "was" gives the question number on the general homework.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739896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2 Homework · IEP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1) · SE p. 289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= x is translated left 3 units to make t(x). Which is t(x)?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t(x) = f(x + 3) = x + 3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Left 3 adds 3 to the input: f(x + 3).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3) · SE p. 291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For f(x) = x, translating right n units gives the same graph as which translation?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Down n units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 − n) = x − n = f(x) − n.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2 Homework · IEP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4) · SE p. 293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j(x) = 2x − 1 and b(x) = j(x − 2). Simplify b(x).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b(x) = 2x − 5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2(x − 2) − 1 = 2x − 4 − 1 = 2x − 5.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45745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45745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7) · SE p. 300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45745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= x and g(x) = f(x + 5). Describe the transformation.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45745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Translated left 5 units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Adding 5 to the input moves the graph left 5.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48157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2 Homework · IEP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5–6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5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9) · SE p. 303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Ricardo burns w(x) = 4x calories in x minutes of walking. Which domain fits the situation?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x ≥ 0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He can't walk a negative number of minutes.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6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10) · SE p. 303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Ricardo burns w(x) = 4x calories in x minutes. How many calories does he burn in 45 minutes?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180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4 · 45 = 180.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2 Homework · IEP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opic 2 Lesson 2 Homework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4</Slides>
  <Notes>4</Notes>
</Properties>
</file>

<file path=docProps/core.xml><?xml version="1.0" encoding="utf-8"?>
<cp:coreProperties xmlns:cp="http://schemas.openxmlformats.org/package/2006/metadata/core-properties" xmlns:dc="http://purl.org/dc/elements/1.1/">
  <dc:title>Topic 2 Lesson 2 Homework Answer Key</dc:title>
  <dc:subject>Bluebonnet Algebra I</dc:subject>
</cp:coreProperties>
</file>