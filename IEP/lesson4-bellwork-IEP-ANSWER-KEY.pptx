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4 Bell Work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8 questions over 2 days,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the questions are the same as the general bell 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Bell Work · IEP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the line through (1, 3) and (4, 9)?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(9 − 3) ÷ (4 − 1) = 6 ÷ 3 = 2. Rise over run: the change in y goes on top.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slope and y-intercept of y = −3x + 5?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 −3, y-intercept (0, 5)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In y = mx + b, m is the slope and b is the y-intercept, so m = −3 and the line crosses the y-axis at (0, 5).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Bell 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has slope 4 and y-intercept (0, −2)?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4x − 2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Put m = 4 and b = −2 into y = mx + b: y = 4x − 2.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−2(x + 3)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−2x − 6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both terms by −2: −2 · x = −2x and −2 · 3 = −6.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Bell 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204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in point-slope form has slope −4 and passes through (3, −1)?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+ 1 = −4(x − 3)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− (−1) = −4(x − 3) becomes y + 1 = −4(x − 3). The signs inside are the opposite of the point's.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in point-slope form passes through (2, 5) and (4, 11)?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− 5 = 3(x − 2)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(11 − 5) ÷ (4 − 2) = 6 ÷ 2 = 3. Using (2, 5): y − 5 = 3(x − 2).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Bell 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Rewrite y − 5 = 3(x − 2) in slope-intercept form.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3x − 1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y − 5 = 3x − 6. Add 5 to both sides: y = 3x − 1.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are the horizontal and vertical lines through (−3, 8)?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y = 8, vertical x = −3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horizontal line keeps the y-value (y = 8); a vertical line keeps the x-value (x = −3). HOY VUX.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Bell 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4 Bell 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5</Slides>
  <Notes>5</Notes>
</Properties>
</file>

<file path=docProps/core.xml><?xml version="1.0" encoding="utf-8"?>
<cp:coreProperties xmlns:cp="http://schemas.openxmlformats.org/package/2006/metadata/core-properties" xmlns:dc="http://purl.org/dc/elements/1.1/">
  <dc:title>Lesson 4 Bell Work Answer Key</dc:title>
  <dc:subject>Bluebonnet Algebra I</dc:subject>
</cp:coreProperties>
</file>