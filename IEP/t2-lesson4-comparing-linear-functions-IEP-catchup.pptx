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November 4</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22</Slides>
  <Notes>22</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