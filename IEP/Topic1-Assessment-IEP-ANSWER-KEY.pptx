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 Assessment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Grade with Form M: 3 choices per multiple-choice item; written answers are the same as the original.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8049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 (1 for the value, 1 for units or meaning).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21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874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y = 1750x + 40,500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LinReg with x = years since 2000: a = 1750, b = 40,500.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don't brush → cavities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Not brushing causes cavities. The others are coincidence or reversed.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$2.75 per cookie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2.75 · 1 · 2.75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(1.25 − (−1.50)) ÷ (5 − 4) = 2.75. Profit goes up $2.75 per cookie.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Weak positive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LinReg gives r ≈ 0.04: positive but close to 0, so weak.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66877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−77x + 950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b = 950 · m = −77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= 0 in March, so b = 950. Each month changes by −77.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$131.46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LinReg: y ≈ 14.357x + 2.25. At x = 9: ≈ 131.46.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−5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−15x + 45 · −5x + 15 · −5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3y = −15x + 45 → y = −5x + 15.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(1/3)x − 5/3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−2 · 1/3 · −1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+ 2 = (1/3)(x + 1) → y = (1/3)x + 1/3 − 2.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66877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−60 liters per minute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−60 · circle down · 60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(240 − 360) ÷ (2 − 0) = −60. Meaning: the water goes down 60 L each minute.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(40, 0)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40 · 40 · 0 · home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Meaning: after 40 minutes Gracie is 0 miles from home (she is home).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(0, 2 2/3)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2 2/3 · 2 2/3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Meaning: she starts 2 2/3 miles from home (school is 2 2/3 mi away).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−1/15 mile per minute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−1/15 · 1/15 · circle closer to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(1 − 2) ÷ (25 − 10) = −1/15. Meaning: 1/15 mile closer to home each minute.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2174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−94.94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23.2(−4.2) + 2.5 = −97.44 + 2.5.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1450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14503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14503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{0, 1, 2, …, 10}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14503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Domain = x-values; only whole batches, 0 to 10.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8948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B · 2 C · 3 $2.75 per cookie · 4 B · 5 y = −77x + 950 · 6 B · 7 m = −5 · 8 y = (1/3)x − 5/3 · 9 −60 liters per minute · 10 (40, 0) · 11 (0, 2 2/3) · 12 −1/15 mile per minute · 13 B · 14 B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1 Assessmen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1 Assessment Answer Key</dc:title>
  <dc:subject>Bluebonnet Algebra I</dc:subject>
</cp:coreProperties>
</file>