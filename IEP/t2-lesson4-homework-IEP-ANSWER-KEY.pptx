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Homework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398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table has the points (−4, 3), (0, 2), (2, 1.5) and (8, 0). How does its line compare to y = 4x − 3?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(2 − 3) ÷ (0 − (−4)) = −¼, and 4 · (−¼)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An elevator descends 4 feet every second. How does its graph compare to y = 4x − 3?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 parallel nor perpendicular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Its slope is −4: not equal to 4, and 4 · (−4) ≠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pays w(x) = 15x and Hays pays j(x) = 20x dollars for x tons. Compare w(3) and j(3).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w(3) &lt; j(3)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w(3) = 45 and j(3) = 60.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323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Xavier uses J(x) = 9/5x + 32. Which conversion does he make?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°C to °F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x is Celsius and the output J(x) is Fahrenheit.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does the y-intercept of J(x) = 9/5x + 32 mean?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0°C is 32°F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At x = 0 (0°C), J(0) = 32 (32°F).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324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Lauren starts with $25 and deposits $25 each month. How much does she have after 3 months?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$100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25 + 25 · 3 = 100.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Topic 2 Lesson 4 Homework Answer Key</dc:title>
  <dc:subject>Bluebonnet Algebra I</dc:subject>
</cp:coreProperties>
</file>