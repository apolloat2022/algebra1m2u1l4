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(−4, 3), (0, 2), (2, 1.5) and (8, 0). How does its line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(2 − 3) ÷ (0 − (−4)) = −¼, and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 How does its graph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Its slope is −4: not equal to 4, and 4 · (−4) ≠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pays w(x) = 15x and Hays pays j(x) = 20x dollars for x tons. Compare w(3) and j(3).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w(3) &lt; j(3)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w(3) = 45 and j(3) =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Xavier uses J(x) = 9/5x + 32. Which conversion does he make?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x is Celsius and the output J(x) is Fahrenheit.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J(x) = 9/5x + 32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0°C is 32°F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At x = 0 (0°C), J(0) = 32 (32°F).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 How much does she have after 3 months?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25 + 25 · 3 = 100.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11)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A's total cost is shown in the table. Plan B's total cost is c = 30m + 10, where m is the number of months. Which plan has the greater rate of change, and which has the greater initial value?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Plan B has the greater rate ($30 vs. $20 a month); Plan A has the greater initial value ($40 vs. $10)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 goes up $20 each month and starts at $40. Plan B goes up $30 each month and starts at $10.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8290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8290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14)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8290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phone has 80% battery and uses 4% each hour: b(h) = 80 − 4h. What is the domain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8290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h ≤ 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the inputs, the hours: from 0 until the battery is empty, 80 − 4h = 0 at h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51274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Homework Answer Key</dc:title>
  <dc:subject>Bluebonnet Algebra I</dc:subject>
</cp:coreProperties>
</file>