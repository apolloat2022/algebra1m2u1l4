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Lesson 4 Homework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6 questions,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Each IEP question has 3 choices; "was" gives the question number on the general homework.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73989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4 Homework · IEP Version · Answer Key (teacher copy)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1) · SE p. 321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table has the points (−4, 3), (0, 2), (2, 1.5) and (8, 0). How does its line compare to y = 4x − 3?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Perpendicular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= (2 − 3) ÷ (0 − (−4)) = −¼, and 4 · (−¼) = −1.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2) · SE p. 321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An elevator descends 4 feet every second. How does its graph compare to y = 4x − 3?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Neither parallel nor perpendicular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Its slope is −4: not equal to 4, and 4 · (−4) ≠ −1.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4 Homework · IEP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4) · SE p. 322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Travis pays w(x) = 15x and Hays pays j(x) = 20x dollars for x tons. Compare w(3) and j(3).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w(3) &lt; j(3)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w(3) = 45 and j(3) = 60.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6) · SE p. 323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Xavier uses J(x) = 9/5x + 32. Which conversion does he make?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°C to °F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input x is Celsius and the output J(x) is Fahrenheit.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4 Homework · IEP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5–6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7) · SE p. 323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does the y-intercept of J(x) = 9/5x + 32 mean?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0°C is 32°F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At x = 0 (0°C), J(0) = 32 (32°F).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574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5745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9) · SE p. 324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574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Lauren starts with $25 and deposits $25 each month. How much does she have after 3 months?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574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$100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25 + 25 · 3 = 100.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815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4 Homework · IEP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Lesson 4 Homework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4</Slides>
  <Notes>4</Notes>
</Properties>
</file>

<file path=docProps/core.xml><?xml version="1.0" encoding="utf-8"?>
<cp:coreProperties xmlns:cp="http://schemas.openxmlformats.org/package/2006/metadata/core-properties" xmlns:dc="http://purl.org/dc/elements/1.1/">
  <dc:title>Topic 2 Lesson 4 Homework Answer Key</dc:title>
  <dc:subject>Bluebonnet Algebra I</dc:subject>
</cp:coreProperties>
</file>