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Exit Ticket · IEP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Slope 4, point (1, 6). Write point-slope form.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− 6 = 4(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− 1)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#1 as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A line through (4, 1) and (4, −7). Horizontal or vertical? Write its equation.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4 · vertical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Put m = 4, x₁ = 1, y₁ = 6 into y − y₁ = m(x − x₁). 2. Distribute: y − 6 = 4x − 4. Add 6: y = 4x + 2. 3. Both points have x = 4, so the line is vertical: x = 4, slope undefined.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Exit Ticket · IEP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4 Exit Ticket Answer Key</dc:title>
  <dc:subject>Bluebonnet Algebra I</dc:subject>
</cp:coreProperties>
</file>