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 of Lesson 2: a modified lesson that keeps the core skills (the starred activities) and cuts the number of items. Each skill follows I do, We do (sentence frames), You do. Apply each student's IEP accommodations too: extended time, read-aloud, breaks, calculator, small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key terms. Leave up or print as a reference card.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 questions as the online IEP Day 1 bell work (3 answer choices there). Click to reveal one answer at a time; read each step aloud.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chart: students keep this out for every problem.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exit ticket: the first 3 items of the printed exit ticket (EXIT TICKET/T1-Exit-Ticket-Mon-11-09-IEP.pdf), with a tip, 3 answer choices on multiple choice, and step frames. Students may use the steps chart and notes.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printed copy of the notes.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 questions as the online IEP Day 2 bell work (3 answer choices there). Click to reveal one answer at a time; read each step aloud.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chart: students keep this out for every problem.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exit ticket: the first 3 items of the printed exit ticket (EXIT TICKET/T1-Exit-Ticket-Tue-11-10-IEP.pdf), with a tip, 3 answer choices on multiple choice, and step frames. Students may use the steps chart and notes.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printed copy of the notes.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IEP/m3t1-lesson2-bellwork-day1-IEP.html" TargetMode="External"/><Relationship Id="rId4" Type="http://schemas.openxmlformats.org/officeDocument/2006/relationships/hyperlink" Target="https://algebra1m2u1l4.vercel.app/IEP/m3t1-lesson2-bellwork-day2-IEP.html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2 · IEP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6164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5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Equations</a:t>
            </a:r>
            <a:endParaRPr lang="en-US" sz="45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49958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 can…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963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rewrite a line in slope-intercept form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98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solve a formula for one letter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00450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18591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Based on Bluebonnet Learning Secondary Mathematics, Algebra I (©2024–2025 Texas Education Agency, portions ©2021 Carnegie Learning, Inc.), licensed CC BY-NC 4.0. A private site for Algebra I teachers.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 = mx + b. Shows the slope m and y-intercept (0, b).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 = 2x + 3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 − y₁ = m(x − x₁). Shows the slope and a point.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 − 4 = 3(x + 2)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Ax + By = C, with integers A, B, C.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6x + 3y = 12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642360"/>
            <a:ext cx="3492398" cy="20924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x-intercept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Where the line crosses the x-axis. Put 0 in for y.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(5, 0)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642360"/>
            <a:ext cx="3492398" cy="20924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y-intercept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Where the line crosses the y-axis. Put 0 in for x.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−2)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642360"/>
            <a:ext cx="3492398" cy="20924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283964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formula with letters for measures. You can solve it for any letter.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15416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V = Bh → h = V/B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value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distribute, then get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on one side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455926"/>
            <a:ext cx="3293783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−10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+ 6 =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+ 6 = −4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6: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−10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755898"/>
            <a:ext cx="5295748" cy="22821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92734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How many solutions does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 =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26034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same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-term + different numbers → no solution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833366"/>
            <a:ext cx="4155731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 solution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Both sides have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The numbers are different: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1 = −5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is never true: no solution.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2821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are the slope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36296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slope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695956"/>
            <a:ext cx="2814923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(0, 7)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Match to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slope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7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(0, 7)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399592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416737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is the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50037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put 0 in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4833366"/>
            <a:ext cx="3581099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(3, 0)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0 = 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Add 6: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6 = 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2: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(3, 0)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Steps Chart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Steps to follow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Circle the letter you want alone.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 if there are parentheses.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Add or subtract to move other terms.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every term by the number with your letter.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Check by substituting.</a:t>
            </a:r>
            <a:endParaRPr lang="en-US" sz="1950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I do · ★ Essential · Standard form → slope-intercept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6x + 2y = 8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6x: 2y = −6x + 8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every term by 2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4486046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y = −3x + 4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We do · Standard form → slope-intercept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4x + 2y = 6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4x: 2y =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Divide every term by 2: y =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4486046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y = −2x + 3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You do · Standard form → slope-intercept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3x + y = 5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4486046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y = −3x + 5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I do · ★ Essential · Point-slope → slope-intercept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y − 2 = 4(x + 1)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y − 2 = 4x + 4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Add 2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4282775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y = 4x + 6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We do · Point-slope → slope-intercept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y − 1 = 2(x + 3)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− 1 =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Add 1: y =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4282775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y = 2x + 7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You do · Point-slope → slope-intercept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y + 3 = 5(x − 1)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4282775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y = 5x − 8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1618488"/>
            <a:ext cx="3492398" cy="414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Rewrite the equation in slope-intercept form.</a:t>
            </a:r>
            <a:b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8315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Get y alone: subtract the x-term, then divide every term.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70179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6x: 3y = ______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4091940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Divide every term by 3: y = ______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722114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4349648" y="1618488"/>
            <a:ext cx="3492398" cy="36682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Rewrite the equation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 = 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28315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Distribute first, then add 4 to both sides.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46176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− 4 = ______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559198" y="385191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4: y = ______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4559198" y="4242054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endParaRPr lang="en-US" sz="2325" dirty="0"/>
          </a:p>
        </p:txBody>
      </p:sp>
      <p:sp>
        <p:nvSpPr>
          <p:cNvPr id="20" name="Shape 20"/>
          <p:cNvSpPr txBox="1"/>
          <p:nvPr/>
        </p:nvSpPr>
        <p:spPr>
          <a:xfrm>
            <a:off x="8013497" y="1618488"/>
            <a:ext cx="3492398" cy="3758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are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28315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x-intercept: put 0 in for y. y-intercept: put 0 in for x.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370179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−2)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−5)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223047" y="4331970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(5, 0)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and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−2)</a:t>
            </a:r>
            <a:endParaRPr lang="en-US" sz="2325" dirty="0"/>
          </a:p>
        </p:txBody>
      </p:sp>
      <p:sp>
        <p:nvSpPr>
          <p:cNvPr id="21" name="Slide Number 2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908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→ slope-intercept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8013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Subtract the x-term.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Divide every term by the number with y.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908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→ slope-intercept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58013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Distribute.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Add or subtract to get y alone.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908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Intercepts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x-intercept: y = 0.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y-intercept: x = 0.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69798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252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Which equation is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written in slope-intercept form?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36296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alone: subtract, then divide every term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935986"/>
            <a:ext cx="3293783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every term by 2.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235958"/>
            <a:ext cx="5295748" cy="1824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40740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value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− 7 = 11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74040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undo − with +, undo × with ÷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5073396"/>
            <a:ext cx="2527607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Add 7: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18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3: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2ℓ + 2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ℓ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put in the numbers you know, then solve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455926"/>
            <a:ext cx="4059959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30 = 2ℓ + 2(5)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30 = 2ℓ + 10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, subtract 10: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2ℓ = 20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2: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ℓ = 10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3755898"/>
            <a:ext cx="5295748" cy="1824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392734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5/9(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26034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parentheses first, then multiply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4593336"/>
            <a:ext cx="3198011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Parentheses: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50 − 32 = 18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Multiply: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5/9 · 18 = 10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Steps Chart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Steps to follow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Circle the letter you want alone.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 if there are parentheses.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Add or subtract to move other terms.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every term by the number with your letter.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Check by substituting.</a:t>
            </a:r>
            <a:endParaRPr lang="en-US" sz="1950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I do · ★ Essential · Solve a formula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V = Bh for h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 is multiplied by B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both sides by B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672962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h = V/B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We do · Solve a formula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A = ℓw for ℓ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ℓ is multiplied by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both sides by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672962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ℓ = A/w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You do · Solve a formula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d = rt for 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672962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t = d/r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I do · ★ Essential · Use the formula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V = Bh, V = 450, B = 75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 = V/B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 = 450 ÷ 75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h = 6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We do · Use the formula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A = ℓw, A = 36, w = 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ℓ = A ÷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ℓ = 36 ÷ 4 = 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ℓ = 9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You do · Use the formula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d = rt, d = 120, r = 40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t = 3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1618488"/>
            <a:ext cx="3492398" cy="36111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12435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The formula for the area of a rectangle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ℓ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the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1287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Undo the multiplication.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51891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= ℓw. Divide both sides by ______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414909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 = ______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539234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/ℓ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4349648" y="1618488"/>
            <a:ext cx="3492398" cy="4205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1789938"/>
            <a:ext cx="3073298" cy="12435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The formula for the volume of a cylinder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²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the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312877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Everything multiplied by h moves together.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75894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 = πr²h. Divide both sides by ______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559198" y="438912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 = ______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4559198" y="4779264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</a:t>
            </a:r>
            <a:endParaRPr lang="en-US" sz="2325" dirty="0"/>
          </a:p>
        </p:txBody>
      </p:sp>
      <p:sp>
        <p:nvSpPr>
          <p:cNvPr id="20" name="Shape 20"/>
          <p:cNvSpPr txBox="1"/>
          <p:nvPr/>
        </p:nvSpPr>
        <p:spPr>
          <a:xfrm>
            <a:off x="8013497" y="1618488"/>
            <a:ext cx="3492398" cy="2386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equation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solved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253441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Undo × with ÷.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292455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223047" y="3314700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21" name="Slide Number 2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Circle the letter you want. Undo everything around it.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Undo in reverse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Undo + and − first, then × and ÷.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Then plug in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Put the numbers in after you solve for the letter.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iteral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22</Slides>
  <Notes>22</Notes>
</Properties>
</file>

<file path=docProps/core.xml><?xml version="1.0" encoding="utf-8"?>
<cp:coreProperties xmlns:cp="http://schemas.openxmlformats.org/package/2006/metadata/core-properties" xmlns:dc="http://purl.org/dc/elements/1.1/">
  <dc:title>Literal Equations</dc:title>
  <dc:subject>Bluebonnet Algebra I</dc:subject>
</cp:coreProperties>
</file>