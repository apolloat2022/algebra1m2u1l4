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What is r(30)?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w(30) = 120, and half of that is 60.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285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w(x) = 4x and r(x) = ½ · w(x). Which is r(x) in general form?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 · 4x = 2x.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285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2x and passes through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2, and the y-intercept is (0, 4).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280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− 7.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down 7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7 from the output moves every point down 7.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−3f(x).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−3x: stretched by 3 and reflected across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−3x + 4 and passes through (−1, 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 = −3(−1) + b = 3 + b, so b =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Homework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1 Homework Answer Key</dc:title>
  <dc:subject>Bluebonnet Algebra I</dc:subject>
</cp:coreProperties>
</file>