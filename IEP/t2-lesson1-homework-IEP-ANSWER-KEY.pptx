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285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w(x) = 4x and r(x) = ½ · w(x). What is r(30)?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w(30) = 120, and half of that is 60.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285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w(x) = 4x and r(x) = ½ · w(x). Which is r(x) in general form?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r(x)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½ · 4x = 2x.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285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2x and passes through (0, 4)?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+ 4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2, and the y-intercept is (0, 4).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280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− 7. Describe the transformation.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down 7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7 from the output moves every point down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278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−3f(x). What is the slope of g(x)?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−3x: stretched by 3 and reflected across the x-axis.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276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−3x + 4 and passes through (−1, 5)?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−3x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 = −3(−1) + b = 3 + b, so b = 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11)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f(x) = x is transformed to make g(x) = x + 6. Which describes the transformation?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translation up 6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+ 6 is outside: it adds 6 to every output (y-value), so the graph moves up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14) · SE p. 274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f(x) = x (dashed) and a transformed function g(x). Which equation represents g(x)? (uses the table on the page)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f(x)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is parallel to f and crosses the y-axis at 2 instead of 0: up 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1 Homework Answer Key</dc:title>
  <dc:subject>Bluebonnet Algebra I</dc:subject>
</cp:coreProperties>
</file>