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−⅘. What is the slope of a line perpendicular to j?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−⅘ is 5/4.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−3. What is the slope of a line perpendicular to j?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⅓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−3 · ⅓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2x + 1 and passes through (6, 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−½x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−½: y − 2 = −½(x − 6), so y = −½x + 3 + 2 = −½x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x = 5 and passes through (1,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5 is vertical, so the perpendicular line is horizontal: y =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−2 and passes through (5, 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−2 is horizontal, so the perpendicular line is vertical: x =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vertical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run is 0, and you can't divide by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12)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perpendicular to y = −3x + 2 that passes through the point (6, 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⅓x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slope: ⅓. Put in the point: 1 = ⅓(6) + b = 2 + b, so b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13)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in slope-intercept form of the line parallel to y = 2x − 5 that passes through the point (3, 4)?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slope: 2. y − 4 = 2(x − 3), so y = 2x − 6 + 4 = 2x − 2.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Homework Answer Key</dc:title>
  <dc:subject>Bluebonnet Algebra I</dc:subject>
</cp:coreProperties>
</file>