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3 Homework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3989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IEP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309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Line j has slope −⅘. What is the slope of a line perpendicular to j?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5/4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negative reciprocal of −⅘ is 5/4.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309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Line j has slope −3. What is the slope of a line perpendicular to j?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⅓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−3 · ⅓ =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3) · SE p. 312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y = 2x + 1 and passes through (6, 2)?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−½x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−½: y − 2 = −½(x − 6), so y = −½x + 3 + 2 = −½x + 5.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5) · SE p. 311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x = 5 and passes through (1, 0)?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= 5 is vertical, so the perpendicular line is horizontal: y = 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6) · SE p. 311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y = −2 and passes through (5, 6)?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−2 is horizontal, so the perpendicular line is vertical: x =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10) · SE p. 310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any vertical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Undefined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run is 0, and you can't divide by 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3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  <Notes>4</Notes>
</Properties>
</file>

<file path=docProps/core.xml><?xml version="1.0" encoding="utf-8"?>
<cp:coreProperties xmlns:cp="http://schemas.openxmlformats.org/package/2006/metadata/core-properties" xmlns:dc="http://purl.org/dc/elements/1.1/">
  <dc:title>Topic 2 Lesson 3 Homework Answer Key</dc:title>
  <dc:subject>Bluebonnet Algebra I</dc:subject>
</cp:coreProperties>
</file>