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− 3. How does the graph move?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3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The −3 is outside f(x), so the graph moves up or down. 2. Minus means down: down 3 units.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g(x) = 3x − 8?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Match g(x) = 3x − 8 to y = mx + b. 2. m = 3, so the slope is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x-intercept of g(x) = 3x − 8?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3x − 8 = 0. 2. Add 8 to both sides: 3x = 8. 3. Divide both sides by 3: x = 8/3. The point is (8/3, 0).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Is h(x) = −⅔x + 5 increasing or decreasing?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The slope is −⅔, the number with x. 2. It is negative, so the line falls from left to right: decreasing.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right 5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f(x − 5) = 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Right 5 means subtract 5 inside: f(x − 5). 2. For f(x) = x: f(x − 5) = x − 5.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a translation right 5 gives the same graph as which other translation?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Right 5: f(x − 5) = x − 5. 2. Down 5: f(x) − 5 = x − 5. 3. Same equation, so the same graph: down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r(x) = j(x + 4). Simplify r(x).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r(x) = 2(x + 4) − 1. 2. Distribute: 2 · x + 2 · 4 = 2x + 8. 3. Combine: 2x + 8 − 1 = 2x + 7.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is the graph of f(2x) the same as the graph of 2f(x)?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both are y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f(2x): put 2x in for x, so 2x. 2. 2f(x): multiply x by 2, so 2x. 3. Both are y = 2x: yes, the same graph.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2 Bell Work Answer Key</dc:title>
  <dc:subject>Bluebonnet Algebra I</dc:subject>
</cp:coreProperties>
</file>