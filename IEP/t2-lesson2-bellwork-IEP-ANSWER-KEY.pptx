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Bell 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8 questions over 2 days,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the questions are the same as the general bell 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f(x) − 3. How does the graph move?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3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Subtracting from the output is a vertical translation down 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slope of g(x) = 3x − 8?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 y = mx + b, m is the slope.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x-intercept of g(x) = 3x − 8?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(8/3,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Set g(x) = 0: 3x − 8 = 0, so x = 8/3.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288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Is h(x) = −⅔x + 5 increasing or decreasing?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Decreasing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 −⅔ is negative, so the line falls from left to right.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289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right 5 units. Which equation is the new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g(x) = f(x − 5) = 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horizontal translation right 5 subtracts 5 from the input: f(x − 5).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a translation right 5 gives the same graph as which other translation?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5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− 5) = x − 5 = f(x) − 5, a vertical translation down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 · 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292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r(x) = j(x + 4). Simplify r(x).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r(x) = 2x + 7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+ 4) − 1 = 2x + 8 − 1 = 2x + 7.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295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is the graph of f(2x) the same as the graph of 2f(x)?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both are y = 2x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f(2x) = 2x and 2f(x) = 2x. For the parent function they match.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Bell 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Bell 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5</Slides>
  <Notes>5</Notes>
</Properties>
</file>

<file path=docProps/core.xml><?xml version="1.0" encoding="utf-8"?>
<cp:coreProperties xmlns:cp="http://schemas.openxmlformats.org/package/2006/metadata/core-properties" xmlns:dc="http://purl.org/dc/elements/1.1/">
  <dc:title>Topic 2 Lesson 2 Bell Work Answer Key</dc:title>
  <dc:subject>Bluebonnet Algebra I</dc:subject>
</cp:coreProperties>
</file>