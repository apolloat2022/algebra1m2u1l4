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− 3. How does the graph move?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3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from the output is a vertical translation down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g(x) = 3x − 8?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is the slope.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g(x) = 3x − 8?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Set g(x) = 0: 3x − 8 = 0, so x = 8/3.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Is h(x) = −⅔x + 5 increasing or decreasing?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−⅔ is negative, so the line falls from left to right.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right 5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f(x − 5) = 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translation right 5 subtracts 5 from the input: f(x − 5).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translation right 5 gives the same graph as which other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− 5) = x − 5 = f(x) − 5, a vertical translation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r(x) = j(x + 4). Simplify r(x).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+ 8 − 1 = 2x + 7.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is the graph of f(2x) the same as the graph of 2f(x)?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both are y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f(2x) = 2x and 2f(x) = 2x. For the parent function they match.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Bell Work Answer Key</dc:title>
  <dc:subject>Bluebonnet Algebra I</dc:subject>
</cp:coreProperties>
</file>