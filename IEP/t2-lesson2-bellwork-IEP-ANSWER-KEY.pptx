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−3 is outside f(x), so the graph moves up or down. 2. Minus means down: down 3 units.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Match g(x) = 3x − 8 to y = mx + b. 2. m = 3, so the slope is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3x − 8 = 0. 2. Add 8 to both sides: 3x = 8. 3. Divide both sides by 3: x = 8/3. The point is (8/3, 0).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x and g(x) = 2f(x) − 3. Which is g(x) in slope-intercept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2x − 3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g(x) = 2f(x) − 3. 2. Put in x for f(x): g(x) = 2x − 3. 3. Slope 2 (dilation by 2), y-intercept −3 (down 3).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Right 5 means subtract 5 inside: f(x − 5). 2. For f(x) = x: f(x − 5) = 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Right 5: f(x − 5) = x − 5. 2. Down 5: f(x) − 5 = x − 5. 3. Same equation, so the same graph: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r(x) = 2(x + 4) − 1. 2. Distribute: 2 · x + 2 · 4 = 2x + 8. 3. Combine: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3x is translated right 2 units. Which function represents the new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3x − 6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Right 2: g(x) = f(x − 2) = 3(x − 2). 2. Distribute: 3 · x − 3 · 2 = 3x − 6. 3. g(x) = 3x − 6.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