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Lesson 5: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lesson5-bellwork-day1-IEP.html" TargetMode="External"/><Relationship Id="rId4" Type="http://schemas.openxmlformats.org/officeDocument/2006/relationships/hyperlink" Target="https://algebra1m2u1l4.vercel.app/IEP/lesson5-bellwork-day2-IEP.html" TargetMode="External"/><Relationship Id="rId5" Type="http://schemas.openxmlformats.org/officeDocument/2006/relationships/hyperlink" Target="https://algebra1m2u1l4.vercel.app/IEP/lesson5-bellwork-day3-IEP.html" TargetMode="External"/><Relationship Id="rId6" Type="http://schemas.openxmlformats.org/officeDocument/2006/relationships/hyperlink" Target="https://algebra1m2u1l4.vercel.app/IEP/lesson5-homework-IEP.html" TargetMode="External"/><Relationship Id="rId7" Type="http://schemas.openxmlformats.org/officeDocument/2006/relationships/hyperlink" Target="https://algebra1m2u1l4.vercel.app/IEP/lesson5-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5-bellwork-day1-IEP.html" TargetMode="External"/><Relationship Id="rId4" Type="http://schemas.openxmlformats.org/officeDocument/2006/relationships/hyperlink" Target="https://algebra1m2u1l4.vercel.app/IEP/lesson5-bellwork-day2-IEP.html" TargetMode="External"/><Relationship Id="rId5" Type="http://schemas.openxmlformats.org/officeDocument/2006/relationships/hyperlink" Target="https://algebra1m2u1l4.vercel.app/IEP/lesson5-bellwork-day3-IEP.html" TargetMode="External"/><Relationship Id="rId6" Type="http://schemas.openxmlformats.org/officeDocument/2006/relationships/hyperlink" Target="https://algebra1m2u1l4.vercel.app/IEP/lesson5-homework-IEP.html" TargetMode="External"/><Relationship Id="rId7" Type="http://schemas.openxmlformats.org/officeDocument/2006/relationships/hyperlink" Target="https://algebra1m2u1l4.vercel.app/IEP/lesson5-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Graphing Linear Equations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mx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Ax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By</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C</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graph a line from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using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the slope.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graph a line from point-slope form.</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intercepts of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and graph the line.</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
        <p:nvSpPr>
          <p:cNvPr id="54" name="Slide Number 5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
        <p:nvSpPr>
          <p:cNvPr id="52" name="Slide Number 5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15</Slides>
  <Notes>15</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