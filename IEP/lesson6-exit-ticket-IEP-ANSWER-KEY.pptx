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6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Is the table linear?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: 1, 3, 7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: 4, 10, 22. If yes, write the function.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slope 3: 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zero of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4(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− 5)?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9329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932938"/>
            <a:ext cx="4869043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Bracelets sell for $10 each. The booth costs $30: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10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− 30. What does the 10 mean?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932938"/>
            <a:ext cx="5951052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$10 earned for each bracelet (the slope)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9570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12851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(10 − 4) ÷ (3 − 1) = 3 and (22 − 10) ÷ (7 − 3) = 3, so linear. 4 = 3(1) + b gives b = 1. 2. x − 5 = 0 when x = 5. 3. 10 is the rate: $10 for each bracelet. −30 is the booth cost.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6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Lesson 6 Exit Ticket Answer Key</dc:title>
  <dc:subject>Bluebonnet Algebra I</dc:subject>
</cp:coreProperties>
</file>