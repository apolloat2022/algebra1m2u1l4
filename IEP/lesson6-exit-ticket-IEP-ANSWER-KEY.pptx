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Lesson 6 Exit Ticket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 questions, the same ones on the exit ticket slide of the IEP deck.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22042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Exit Ticket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Exit ticket answers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4869043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5554843" y="1209294"/>
            <a:ext cx="5951052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cxnSp>
        <p:nvCxnSpPr>
          <p:cNvPr id="5" name="Line 5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6" name="Shape 6"/>
          <p:cNvSpPr txBox="1"/>
          <p:nvPr/>
        </p:nvSpPr>
        <p:spPr>
          <a:xfrm>
            <a:off x="685800" y="1707642"/>
            <a:ext cx="4869043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1. Is the table linear?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: 1, 3, 7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: 4, 10, 22. If yes, write the function.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5554843" y="1707642"/>
            <a:ext cx="5951052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Yes, slope 3: </a:t>
            </a: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) = 3</a:t>
            </a: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+ 1</a:t>
            </a:r>
            <a:endParaRPr lang="en-US" sz="1800" dirty="0"/>
          </a:p>
        </p:txBody>
      </p:sp>
      <p:cxnSp>
        <p:nvCxnSpPr>
          <p:cNvPr id="8" name="Line 8"/>
          <p:cNvCxnSpPr/>
          <p:nvPr/>
        </p:nvCxnSpPr>
        <p:spPr>
          <a:xfrm>
            <a:off x="685800" y="24574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9" name="Shape 9"/>
          <p:cNvSpPr txBox="1"/>
          <p:nvPr/>
        </p:nvSpPr>
        <p:spPr>
          <a:xfrm>
            <a:off x="685800" y="2457450"/>
            <a:ext cx="4869043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2. What is the zero of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) = 4(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− 5)?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5554843" y="2457450"/>
            <a:ext cx="5951052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endParaRPr lang="en-US" sz="1800" dirty="0"/>
          </a:p>
        </p:txBody>
      </p:sp>
      <p:cxnSp>
        <p:nvCxnSpPr>
          <p:cNvPr id="11" name="Line 11"/>
          <p:cNvCxnSpPr/>
          <p:nvPr/>
        </p:nvCxnSpPr>
        <p:spPr>
          <a:xfrm>
            <a:off x="685800" y="29329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2" name="Shape 12"/>
          <p:cNvSpPr txBox="1"/>
          <p:nvPr/>
        </p:nvSpPr>
        <p:spPr>
          <a:xfrm>
            <a:off x="685800" y="2932938"/>
            <a:ext cx="4869043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3. Bracelets sell for $10 each. The booth costs $30: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) = 10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− 30. What does the 10 mean?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5554843" y="2932938"/>
            <a:ext cx="5951052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$10 earned for each bracelet (the slope)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95706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4128516"/>
            <a:ext cx="10820095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1. (10 − 4) ÷ (3 − 1) = 3 and (22 − 10) ÷ (7 − 3) = 3, so linear. 4 = 3(1) + b gives b = 1. 2. x − 5 = 0 when x = 5. 3. 10 is the rate: $10 for each bracelet. −30 is the booth cost.</a:t>
            </a:r>
            <a:endParaRPr lang="en-US" sz="157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Exit Ticket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Lesson 6 Exit Ticket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</Slides>
  <Notes>2</Notes>
</Properties>
</file>

<file path=docProps/core.xml><?xml version="1.0" encoding="utf-8"?>
<cp:coreProperties xmlns:cp="http://schemas.openxmlformats.org/package/2006/metadata/core-properties" xmlns:dc="http://purl.org/dc/elements/1.1/">
  <dc:title>Lesson 6 Exit Ticket Answer Key</dc:title>
  <dc:subject>Bluebonnet Algebra I</dc:subject>
</cp:coreProperties>
</file>