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line passes through the points </a:t>
            </a:r>
            <a:r>
              <a:rPr lang="en-US" sz="1575" dirty="0">
                <a:solidFill>
                  <a:srgbClr val="16171D"/>
                </a:solidFill>
                <a:latin typeface="Cambria"/>
                <a:cs typeface="Cambria"/>
              </a:rPr>
              <a:t xml:space="preserve">(−1, 4)</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(2, −2)</a:t>
            </a:r>
            <a:r>
              <a:rPr lang="en-US" sz="1575" dirty="0">
                <a:solidFill>
                  <a:srgbClr val="16171D"/>
                </a:solidFill>
                <a:latin typeface="Segoe UI"/>
                <a:cs typeface="Segoe UI"/>
              </a:rPr>
              <a:t xml:space="preserve">. What is the slope of the line?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11149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4)</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(2,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−2 − 4 = −6</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−6 ÷ 3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9794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represents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that passes through the point </a:t>
            </a:r>
            <a:r>
              <a:rPr lang="en-US" sz="1575" dirty="0">
                <a:solidFill>
                  <a:srgbClr val="16171D"/>
                </a:solidFill>
                <a:latin typeface="Cambria"/>
                <a:cs typeface="Cambria"/>
              </a:rPr>
              <a:t xml:space="preserve">(4, 1)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8013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537438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2. Flip and change the sign: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a:solidFill>
                  <a:srgbClr val="16171D"/>
                </a:solidFill>
                <a:latin typeface="Cambria"/>
                <a:cs typeface="Cambria"/>
              </a:rPr>
              <a:t xml:space="preserve">(4, 1)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−½(4) +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