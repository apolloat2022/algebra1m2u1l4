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November 2.</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November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Thu, Oct 29 · Day 2: Mon, Nov 2</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Start at the next slide, “Start: Monday, November 2.”</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November 2</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Mon, Nov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Nov 2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November 2</a:t>
            </a:r>
            <a:endParaRPr lang="en-US" sz="8250" dirty="0"/>
          </a:p>
        </p:txBody>
      </p:sp>
      <p:sp>
        <p:nvSpPr>
          <p:cNvPr id="4" name="Shape 4"/>
          <p:cNvSpPr txBox="1"/>
          <p:nvPr/>
        </p:nvSpPr>
        <p:spPr>
          <a:xfrm>
            <a:off x="685800" y="52532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November 3. Open the Lesson 4 deck.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25</Slides>
  <Notes>25</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