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4x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−¼x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must be the negative reciprocal of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 How does this compare to y = 4x − 3?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Both have slope 4 but different y-intercepts.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322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ton; Hays County's graph shows $20 per ton. Which is true?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pays $5 more per ton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the slopes: 20 &gt; 15.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324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y-intercept of Miguel's account (0)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He started with $0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y-intercept is the amount at 0 months.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this table? (uses the table on the page)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(5 − 0) ÷ (10 − (−10)) = 5 ÷ 20 = ¼.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325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less steep than a slope of ¼?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0.2x + 30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0.2 &lt; 0.25.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11) · SE p. 324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C's total cost is shown in the table. Gym D's total cost is c = 15m + 45. Which gym has the greater rate of change, and what does it mean? (uses the table on the page)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Gym C: it costs $20 more each month (Gym D costs $15 more)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C goes up $20 each month; Gym D goes up $15. The rate of change is the cost per month.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14)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90-liter tank drains 6 liters each minute: v(t) = 90 − 6t. What is the domain of the function for this situation?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 ≤ t ≤ 15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 = the inputs, the minutes: from 0 until the tank is empty, 90 − 6t = 0 at t = 15.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Topic 2 Lesson 4 Quiz Answer Key</dc:title>
  <dc:subject>Bluebonnet Algebra I</dc:subject>
</cp:coreProperties>
</file>