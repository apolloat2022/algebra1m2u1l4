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2)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−¼x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must be the negative reciprocal of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 How does this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have slope 4 but different y-intercepts.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322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ton; Hays County's graph shows $20 per ton. Which is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pays $5 more per ton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the slopes: 20 &gt; 15.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6)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Miguel's account (0)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He started with $0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amount at 0 months.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this table? (uses the table on the page)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(5 − 0) ÷ (10 − (−10)) = 5 ÷ 20 = ¼.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325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less steep than a slope of ¼?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0.2x + 30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0.2 &lt; 0.25.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4 Quiz Answer Key</dc:title>
  <dc:subject>Bluebonnet Algebra I</dc:subject>
</cp:coreProperties>
</file>