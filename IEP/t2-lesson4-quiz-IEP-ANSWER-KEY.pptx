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4 Quiz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321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y = 4x − 3?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−¼x + 2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must be the negative reciprocal of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3) · SE p. 321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every hour Chiletso bakes, she makes 4 dozen cookies. How does this compare to y = 4x − 3?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Both have slope 4 but different y-intercepts.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75589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4) · SE p. 322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75589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Travis County pays $15 per ton; Hays County's graph shows $20 per ton. Which is true?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75589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Hays pays $5 more per ton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Compare the slopes: 20 &gt; 15.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7800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324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does the y-intercept of Miguel's account (0) mean?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He started with $0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y-intercept is the amount at 0 months.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325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this table? (uses the table on the page)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¼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(5 − 0) ÷ (10 − (−10)) = 5 ÷ 20 = ¼.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325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less steep than a slope of ¼?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0.2x + 30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0.2 &lt; 0.25.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2313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4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  <Notes>3</Notes>
</Properties>
</file>

<file path=docProps/core.xml><?xml version="1.0" encoding="utf-8"?>
<cp:coreProperties xmlns:cp="http://schemas.openxmlformats.org/package/2006/metadata/core-properties" xmlns:dc="http://purl.org/dc/elements/1.1/">
  <dc:title>Topic 2 Lesson 4 Quiz Answer Key</dc:title>
  <dc:subject>Bluebonnet Algebra I</dc:subject>
</cp:coreProperties>
</file>