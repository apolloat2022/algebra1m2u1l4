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255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x-values −2, 0, 2, 4 and y-values 5⅔, 5, 4⅓, 3⅔. Is it linear? If so, which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Yes: y = −⅓x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Each time x goes up 2, y goes down ⅔. Slope = −⅔ ÷ 2 = −⅓, and (0, 5) is the y-intercept.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255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x-values −5, 0, 5, 10 and y-values −27, −2, 20, 48. Is it linear?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the slopes are 5, 4.4 and 5.6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(−2 − (−27)) ÷ 5 = 5, (20 − (−2)) ÷ 5 = 4.4, (48 − 20) ÷ 5 = 5.6. The rate isn't constant, so it isn't linear.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256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Juliana sells vases for $35 each and breaks 3 in the kiln each month: f(x) = 35(x − 3). How much does she earn if she makes 17 vases?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$490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f(17) = 35(17 − 3) = 35(14) = 490.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8) · SE p. 256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Antonio sells toys for $12 each and pays $50 for his booth. Which functions give his earnings for x toys sold?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f(x) = 12x − 50 and f(x) = 12(x − 25/6)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$12 per toy minus the $50 fee: 12x − 50. Factor out 12: 50 ÷ 12 = 25/6, so 12(x − 25/6).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256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much will Antonio earn if he sells 35 toys?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$370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f(35) = 12(35) − 50 = 420 − 50 = 370. $420 forgets the booth fee.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10) · SE p. 256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many toys does Antonio need to sell to earn $250?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12x − 50 = 250, so 12x = 300 and x = 25.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Lesson 6 Homework Answer Key</dc:title>
  <dc:subject>Bluebonnet Algebra I</dc:subject>
</cp:coreProperties>
</file>