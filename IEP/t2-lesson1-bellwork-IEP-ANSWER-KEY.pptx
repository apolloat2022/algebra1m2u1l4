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Label the points: (x₁, y₁) = (1, 2) and (x₂, y₂) = (4, 11). 2. Subtract the y-values: 11 − 2 = 9. Subtract the x-values: 4 − 1 = 3. 3. Divide: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Match y = 3x − 7 to y = mx + b: m = 3 and b = −7. 2. The y-intercept is (0, b) =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Replace x with (−3): f(−3) = 2(−3) + 1. 2. Multiply: 2(−3) = −6. 3. Add: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3x + 1?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slope of y = 3x + 1 is 3, the number with x. 2. Find the choice with slope 3: y = 3x − 5.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Up 4 means add 4 to every output: g(x) = f(x) + 4. 2. Replace f(x) with x: g(x)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x stays the same: x = 2. 2. Down 3, so subtract 3 from y: 5 − 3 = 2. 3. The new point is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g(x) = 2x − 1 + 6 = 2x + 5. 2. The number with x is still 2, so the slope is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y-intercept of g(x) = f(x) + 6?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g(x) = 2x − 1 + 6. 2. Combine: −1 + 6 = 5, so g(x) = 2x + 5. 3. b = 5, so the y-intercept is (0, 5): (0, −1) moved up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Replace f(x) with x: g(x) = 3x. 2. The number with x is 3, so the slope is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= −2. The size, 2, is more than 1: stretched by 2. 2. The sign is negative: reflected (flipped)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Look for a number between 0 and 1 in front of f(x). 2. ½ is between 0 and 1, so g(x) = ½f(x) compresses.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2f(x) − 5. What is the y-intercept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Replace f(x) with x: g(x) = 2x − 5. 2. d = −5, so the y-intercept is (0, −5).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