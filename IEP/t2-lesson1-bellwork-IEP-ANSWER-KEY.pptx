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(1, 2) and (4, 11)?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(11 − 2) ÷ (4 − 1) = 9 ÷ 3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= 3x − 7?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the y-intercept is (0, b), so it is (0, −7).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+ 1. What is f(−3)?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2(−3) + 1 = −6 + 1 = −5.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3x + 1?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the same slope. Only y = 3x − 5 has slope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up 4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adds to the output: g(x) = f(x) + 4 = x + 4.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(2, 5) is translated down 3 units.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changes only y: 5 − 3 = 2, so (2,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slope of g(x) = f(x) + 6?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does not change the slope. g(x) = 2x + 5 still has slope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y-intercept of g(x) = f(x) + 6?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− 1 + 6 = 2x + 5, so the y-intercept moves from (0, −1) up 6 to (0, 5).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3x. A vertical dilation by 3 multiplies the slope of f(x) = x by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−2f(x)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2 and 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2 stretches the graph and the negative sign reflects it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compression of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by a number between 0 and 1 compresses the graph toward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2f(x) − 5. What is the y-intercept of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− 5. The dilation keeps (0, 0) fixed, then the graph moves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Topic 2 Lesson 1 Bell Work Answer Key</dc:title>
  <dc:subject>Bluebonnet Algebra I</dc:subject>
</cp:coreProperties>
</file>