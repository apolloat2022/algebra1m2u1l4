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between (1, 2) and (4, 11)?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Label the points: (x₁, y₁) = (1, 2) and (x₂, y₂) = (4, 11). 2. Subtract the y-values: 11 − 2 = 9. Subtract the x-values: 4 − 1 = 3. 3. Divide: 9 ÷ 3 =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5547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55473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y = 3x − 7?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Match y = 3x − 7 to y = mx + b: m = 3 and b = −7. 2. The y-intercept is (0, b) = (0, −7).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+ 1. What is f(−3)?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Replace x with (−3): f(−3) = 2(−3) + 1. 2. Multiply: 2(−3) = −6. 3. Add: −6 + 1 = −5.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slope-intercept form is parallel to y = 3x + 1 and passes through (1, 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Parallel to y = 3x + 1 means the same slope: m = 3. 2. Put in the point (1, 5): 5 = 3(1) + b. 3. 5 = 3 + b, so b = 2: y = 3x + 2.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up 4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Up 4 means add 4 to every output: g(x) = f(x) + 4. 2. Replace f(x) with x: g(x) = x + 4.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 (2, 5) is translated down 3 units.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x stays the same: x = 2. 2. Down 3, so subtract 3 from y: 5 − 3 = 2. 3. The new point is (2,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slope of g(x) = f(x) + 6?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g(x) = 2x − 1 + 6 = 2x + 5. 2. The number with x is still 2, so the slope is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x is transformed to make g(x) = x − 2. Which describes the transformation?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translation down 2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− 2 is outside f(x): it changes every output (y-value). 2. Minus means down: a translation down 2 units.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What is the slope of g(x)?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Replace f(x) with x: g(x) = 3x. 2. The number with x is 3, so the slope is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−2f(x)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2 and 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a = −2. The size, 2, is more than 1: stretched by 2. 2. The sign is negative: reflected (flipped)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vertical compression of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Look for a number between 0 and 1 in front of f(x). 2. ½ is between 0 and 1, so g(x) = ½f(x) compresses.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reflection of f(x) = x across the x-axis and a vertical dilation by a factor of 2?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−2x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Reflect: a is negative. Factor of 2: |a| = 2. 2. So a = −2 and g(x) = −2x.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Topic 2 Lesson 1 Bell Work Answer Key</dc:title>
  <dc:subject>Bluebonnet Algebra I</dc:subject>
</cp:coreProperties>
</file>