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Lesson 5 Exit Ticket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 questions, the same ones on the exit ticket slide of the IEP deck.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22042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5 Exit Ticket · IEP Version · Answer Key (teacher copy)</a:t>
            </a:r>
            <a:endParaRPr lang="en-US" sz="1125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Exit ticket answers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4869043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5554843" y="1209294"/>
            <a:ext cx="5951052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cxnSp>
        <p:nvCxnSpPr>
          <p:cNvPr id="5" name="Line 5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6" name="Shape 6"/>
          <p:cNvSpPr txBox="1"/>
          <p:nvPr/>
        </p:nvSpPr>
        <p:spPr>
          <a:xfrm>
            <a:off x="685800" y="1707642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= 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+ 2. Name the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and one more point.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5554843" y="1707642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(0, 2), then down 3, right 4: (4, −1)</a:t>
            </a:r>
            <a:endParaRPr lang="en-US" sz="1800" dirty="0"/>
          </a:p>
        </p:txBody>
      </p:sp>
      <p:cxnSp>
        <p:nvCxnSpPr>
          <p:cNvPr id="8" name="Line 8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9" name="Shape 9"/>
          <p:cNvSpPr txBox="1"/>
          <p:nvPr/>
        </p:nvSpPr>
        <p:spPr>
          <a:xfrm>
            <a:off x="685800" y="2457450"/>
            <a:ext cx="4869043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2. Find the intercepts of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+ 2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= 8.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5554843" y="2457450"/>
            <a:ext cx="5951052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(8, 0) and (0, 4)</a:t>
            </a:r>
            <a:endParaRPr lang="en-US" sz="1800" dirty="0"/>
          </a:p>
        </p:txBody>
      </p:sp>
      <p:cxnSp>
        <p:nvCxnSpPr>
          <p:cNvPr id="11" name="Line 11"/>
          <p:cNvCxnSpPr/>
          <p:nvPr/>
        </p:nvCxnSpPr>
        <p:spPr>
          <a:xfrm>
            <a:off x="685800" y="29329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2" name="Shape 12"/>
          <p:cNvSpPr txBox="1"/>
          <p:nvPr/>
        </p:nvSpPr>
        <p:spPr>
          <a:xfrm>
            <a:off x="685800" y="2932938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3. Name the point and slope of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− 1 = 2(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+ 3).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5554843" y="2932938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point (−3, 1), slope 2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68274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854196"/>
            <a:ext cx="10820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1. b = 2, so start at (0, 2). Slope −3/4: down 3, right 4. 2. y = 0: x = 8. x = 0: 2y = 8, so y = 4. 3. The signs flip: x + 3 gives x₁ = −3 and y − 1 gives y₁ = 1. The slope is 2.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5 Exit Ticket · IEP Version · Answer Key (teacher copy)</a:t>
            </a:r>
            <a:endParaRPr lang="en-US" sz="1125" dirty="0"/>
          </a:p>
        </p:txBody>
      </p:sp>
      <p:sp>
        <p:nvSpPr>
          <p:cNvPr id="17" name="Slide Number 1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Lesson 5 Exit Ticket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</Slides>
  <Notes>2</Notes>
</Properties>
</file>

<file path=docProps/core.xml><?xml version="1.0" encoding="utf-8"?>
<cp:coreProperties xmlns:cp="http://schemas.openxmlformats.org/package/2006/metadata/core-properties" xmlns:dc="http://purl.org/dc/elements/1.1/">
  <dc:title>Lesson 5 Exit Ticket Answer Key</dc:title>
  <dc:subject>Bluebonnet Algebra I</dc:subject>
</cp:coreProperties>
</file>