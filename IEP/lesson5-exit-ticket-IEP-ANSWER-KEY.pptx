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5 Exit Ticket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IEP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Exit Ticket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= 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+ 2. Name the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 and one more point.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2), then down 3, right 4: (4, −1)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457450"/>
            <a:ext cx="4869043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Find the intercepts of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+ 2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= 8.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457450"/>
            <a:ext cx="5951052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(8, 0) and (0, 4)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29329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2932938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Name the point and slope of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− 1 = 2(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+ 3).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2932938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 (−3, 1), slope 2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68274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854196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1. b = 2, so start at (0, 2). Slope −3/4: down 3, right 4. 2. y = 0: x = 8. x = 0: 2y = 8, so y = 4. 3. The signs flip: x + 3 gives x₁ = −3 and y − 1 gives y₁ = 1. The slope is 2.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Exit Ticket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5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Lesson 5 Exit Ticket Answer Key</dc:title>
  <dc:subject>Bluebonnet Algebra I</dc:subject>
</cp:coreProperties>
</file>