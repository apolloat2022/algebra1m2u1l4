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4 Bell Work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8 questions over 2 days,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the questions are the same as the general bell 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the line through (−2.5, −6) and (0, 4)?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(4 − (−6)) ÷ (0 − (−2.5)) = 10 ÷ 2.5 = 4.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slope does a line parallel to y = 4x − 3 have?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Parallel lines have equal slopes.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slope does a line perpendicular to y = 4x − 3 have?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−¼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negative reciprocal of 4 is −¼.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ratio of 9th-graders to 10th-graders is 1 : 1. What is the slope of this relationship?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Equal numbers of each grade: y = x, slope 1.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Travis County pays $15 per ton of cardboard. How much is paid for 3 tons?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$45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15 · 3 = 45.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Hays County's graph passes through (0, 0) and (1, 20). What is the payout per ton?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$20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20 ÷ 1 = 20 dollars per ton.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J(x) = 9/5x + 32 converts °C to °F. What is J(10)?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9/5 · 10 + 32 = 18 + 32 = 50, so 10°C is 50°F.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Miguel started with $0 and had $80 after 4 months. How much did he save each month?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$20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80 ÷ 4 = 20 dollars per month.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4 Bell 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Topic 2 Lesson 4 Bell Work Answer Key</dc:title>
  <dc:subject>Bluebonnet Algebra I</dc:subject>
</cp:coreProperties>
</file>