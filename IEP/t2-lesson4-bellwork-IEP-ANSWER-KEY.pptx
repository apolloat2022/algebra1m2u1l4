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Key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521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Topic 2 Lesson 4 Bell Work · IEP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9854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8 questions over 2 days, 1 point each. The answer choices are shuffled for each student, so match the answer text, not the letter.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91922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Each IEP question has 3 choices; the questions are the same as the general bell work.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442716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Teacher copy. Do not share with students.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4 Bell Work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1 · Questions 1–2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321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slope of the line through (−2.5, −6) and (0, 4)?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Slope = (4 − (−6)) ÷ (0 − (−2.5)) = 10 ÷ 2.5 = 4.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321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slope does a line parallel to y = 4x − 3 have?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Parallel lines have equal slopes.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48157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4 Bell Work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1 · Questions 3–4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321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slope does a line perpendicular to y = 4x − 3 have?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−¼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The negative reciprocal of 4 is −¼.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45745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45745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320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45745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The ratio of 9th-graders to 10th-graders is 1 : 1. What is the slope of this relationship?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45745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Equal numbers of each grade: y = x, slope 1.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48157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4 Bell Work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2 · Questions 1–2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322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Travis County pays $15 per ton of cardboard. How much is paid for 3 tons?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$45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15 · 3 = 45.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322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Hays County's graph passes through (0, 0) and (1, 20). What is the payout per ton?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$20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Slope = 20 ÷ 1 = 20 dollars per ton.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75589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4 Bell Work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2 · Questions 3–4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323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J(x) = 9/5x + 32 converts °C to °F. What is J(10)?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50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9/5 · 10 + 32 = 18 + 32 = 50, so 10°C is 50°F.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324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Miguel started with $0 and had $80 after 4 months. How much did he save each month?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$20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80 ÷ 4 = 20 dollars per month.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75589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4 Bell Work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opic 2 Lesson 4 Bell Work Answer Key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5</Slides>
  <Notes>5</Notes>
</Properties>
</file>

<file path=docProps/core.xml><?xml version="1.0" encoding="utf-8"?>
<cp:coreProperties xmlns:cp="http://schemas.openxmlformats.org/package/2006/metadata/core-properties" xmlns:dc="http://purl.org/dc/elements/1.1/">
  <dc:title>Topic 2 Lesson 4 Bell Work Answer Key</dc:title>
  <dc:subject>Bluebonnet Algebra I</dc:subject>
</cp:coreProperties>
</file>