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through (−2.5, −6) and (0, 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Subtract the y-values: 4 − (−6) = 4 + 6 = 10. 2. Subtract the x-values: 0 − (−2.5) = 2.5. 3. Divide: 10 ÷ 2.5 =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parallel to y = 4x − 3 have?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The slope of y = 4x − 3 is 4, the number with x. 2. A parallel line has the same slope: 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perpendicular to y = 4x − 3 have?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4 = 4/1. Flip it: 1/4. 2. Change the sign: −¼. 3. Check: 4 · (−¼)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9th-graders to 10th-graders is 1 : 1. What is the slope of this relationship?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1 : 1 means 1 tenth-grader for every 1 ninth-grader. 2. 1 ÷ 1 = 1, so y = x and the slope is 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 of cardboard. How much is paid for 3 tons?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$45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Rate: $15 per ton. Amount: 3 tons. 2. 15 · 3 = 45, so $45.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County's graph passes through (0, 0) and (1, 20). What is the payout per ton?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Change in y: 20 − 0 = 20. Change in x: 1 − 0 = 1. 2. 20 ÷ 1 = 20, so $20 per ton.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9/5x + 32 converts °C to °F. What is J(10)?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J(10) = 9/5 · 10 + 32. 2. Multiply: 9/5 · 10 = 90 ÷ 5 = 18. 3. Add: 18 + 32 = 50. 10°C is 50°F.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Miguel started with $0 and had $80 after 4 months. How much did he save each month?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Change in money: 80 − 0 = 80 dollars. 2. Change in time: 4 months. 3. 80 ÷ 4 = 20, so $20 per month.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4 Bell Work Answer Key</dc:title>
  <dc:subject>Bluebonnet Algebra I</dc:subject>
</cp:coreProperties>
</file>