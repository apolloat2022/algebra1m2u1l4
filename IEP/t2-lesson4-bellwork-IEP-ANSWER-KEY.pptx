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4 Bell Work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8 questions over 2 days,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the questions are the same as the general bell 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IEP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the line through (−2.5, −6) and (0, 4)?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Subtract the y-values: 4 − (−6) = 4 + 6 = 10. 2. Subtract the x-values: 0 − (−2.5) = 2.5. 3. Divide: 10 ÷ 2.5 = 4.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28041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28041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28041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slope does a line parallel to y = 4x − 3 have?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28041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The slope of y = 4x − 3 is 4, the number with x. 2. A parallel line has the same slope: 4.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5788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slope does a line perpendicular to y = 4x − 3 have?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−¼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4 = 4/1. Flip it: 1/4. 2. Change the sign: −¼. 3. Check: 4 · (−¼) = −1.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Function p passes through (0, 1) and (4, 4). Which function has a greater rate of change than function p?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x − 2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Slope of p: (4 − 1) ÷ (4 − 0) = 3/4 = 0.75. 2. Compare each slope with 0.75: 1, 0.5, 0.75 (3x − 4y = 8 is y = ¾x − 2), 0.7. 3. Only 1 is greater: y = x − 2.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8531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Travis County pays $15 per ton of cardboard. How much is paid for 3 tons?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$45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Rate: $15 per ton. Amount: 3 tons. 2. 15 · 3 = 45, so $45.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Hays County's graph passes through (0, 0) and (1, 20). What is the payout per ton?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$20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Change in y: 20 − 0 = 20. Change in x: 1 − 0 = 1. 2. 20 ÷ 1 = 20, so $20 per ton.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J(x) = 9/5x + 32 converts °C to °F. What is J(10)?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J(10) = 9/5 · 10 + 32. 2. Multiply: 9/5 · 10 = 90 ÷ 5 = 18. 3. Add: 18 + 32 = 50. 10°C is 50°F.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200-gallon tank drains 10 gallons each minute: w(t) = 200 − 10t. What is the range of the function for this situation?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0 ≤ w(t) ≤ 200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The output is w(t), the gallons left. 2. Most: 200 gallons at the start. Least: 0 gallons, when 200 − 10t = 0 at t = 20. 3. Range: 0 ≤ w(t) ≤ 200.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8531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4 Bell 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Topic 2 Lesson 4 Bell Work Answer Key</dc:title>
  <dc:subject>Bluebonnet Algebra I</dc:subject>
</cp:coreProperties>
</file>