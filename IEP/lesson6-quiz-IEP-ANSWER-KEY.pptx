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240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of these represents a nonlinear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2ˣ + 1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2ˣ + 1 the variable is in the exponent, so the rate of change isn't constant. The others change by the same amount each step.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241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the points (2, 9), (5, 15) and (11, 27). Which function does it represent?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(15 − 9) ÷ (5 − 2) = 2 and (27 − 15) ÷ (11 − 5) = 2, so the slope is 2. Then 9 = 2(2) + b, so b =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57885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5) · SE p. 244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5788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Gracie earns E(t) = 15t dollars for t T-shirts. What does E(6) = 90 mean?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5788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Selling 6 T-shirts earns $90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t is T-shirts and the output E(t) is dollars, so (6, 90) means 6 shirts earn $90.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8773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IEP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244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Gracie earns $15 per T-shirt. How many T-shirts must she sell to earn at least $200?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15t = 200 gives t ≈ 13.3. She can't sell part of a shirt, and 13 shirts earn only $195, so she needs 14.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248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G(t) = 15(t − 3) in general form, and what is its y-intercept?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G(t) = 15t − 45; (0, −45)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15t − 45. In general form f(x) = ax + b, b is the y-intercept. (3, 0) is the x-intercept.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249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zero of f(x) = 6(x − 2.5)?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− 2.5 = 0 when x = 2.5. In factored form f(x) = a(x − c), c is the zero. (−15 is the y-intercept.)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6029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IEP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Lesson 6 Quiz Answer Key</dc:title>
  <dc:subject>Bluebonnet Algebra I</dc:subject>
</cp:coreProperties>
</file>