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Quiz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275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changes when f(x) becomes f(x) + d?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The y-intercept only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translation moves the line up or down; it stays parallel, so the slope is unchanged.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274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f(x) + 5. Which is g(x)?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+ 5 = x + 5.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4) · SE p. 278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is g(x) = 4f(x) related to f(x) = x?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Stretched vertically by a factor of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Multiplying the output by 4 stretches the graph.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0543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IEP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5) · SE p. 278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is g(x) = −f(x) related to f(x) = x?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Reflected across the x-axis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Each output changes sign, which flips the graph across the x-axis.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276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½x + 3 and passes through (2, 9)?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½x + 8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9 = ½(2) + b = 1 + b, so b = 8.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275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 and q(x) = j(x) + 4. Which is q(x)?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q(x) = 2x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2x − 1 + 4 = 2x + 3.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IEP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11) · SE p. 275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f(x) = x is transformed to make g(x) = x − 9. Which describes the transformation?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translation down 9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− 9 is outside: it subtracts 9 from every output, so the graph moves down 9.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14) · SE p. 274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shows f(x) = x (dashed) and a transformed function g(x). Which equation represents g(x)? (uses the table on the page)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f(x) − 5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is parallel to f and crosses the y-axis at −5: 5 units down. (f(x + 5) = x + 5 would be up 5.)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Quiz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Topic 2 Lesson 1 Quiz Answer Key</dc:title>
  <dc:subject>Bluebonnet Algebra I</dc:subject>
</cp:coreProperties>
</file>