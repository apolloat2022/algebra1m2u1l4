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changes when f(x) becomes f(x) + 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y-intercept only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moves the line up or down; it stays parallel, so the slope is unchanged.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274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+ 5. Which is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+ 5 = x + 5.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278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4f(x) related to f(x) = x?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4 stretches the graph.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−f(x) related to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output changes sign, which flips the graph across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½x + 3 and passes through (2, 9)?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½x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 = ½(2) + b = 1 + b, so b = 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275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q(x) = j(x) + 4. Which is q(x)?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q(x)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− 1 + 4 = 2x + 3.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1 Quiz Answer Key</dc:title>
  <dc:subject>Bluebonnet Algebra I</dc:subject>
</cp:coreProperties>
</file>