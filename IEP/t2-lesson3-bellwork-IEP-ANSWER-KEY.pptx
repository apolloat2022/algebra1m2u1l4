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3 Bell 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 questions over 2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the questions are the same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reciprocal of ⅔?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3/2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Flip the fraction: ⅔ · 3/2 = 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Rotate the point (8, 5) 90° counterclockwise about the origin. Where does it go?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(−5, 8)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90° counterclockwise rotation maps (x, y) to (−y, x).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the segment from (0, 0) to (8, 5)?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5/8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(5 − 0) ÷ (8 − 0) = 5/8.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y = −3x + 5?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y = mx + b, m = −3.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2072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309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Line j has slope ⅔. Line k is perpendicular to it. What is the slope of k?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−3/2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slopes are negative reciprocals: ⅔ · (−3/2) = −1.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any horizontal line?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On a horizontal line y never changes, so the rise is 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the equation of the vertical line through (2, −1)?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point on a vertical line has the same x-value, here 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product of the slopes of two perpendicular lines (neither vertical)?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Negative reciprocals multiply to −1.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3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Topic 2 Lesson 3 Bell Work Answer Key</dc:title>
  <dc:subject>Bluebonnet Algebra I</dc:subject>
</cp:coreProperties>
</file>