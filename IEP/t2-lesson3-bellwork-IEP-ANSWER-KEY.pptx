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reciprocal of ⅔?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fraction: ⅔ · 3/2 = 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Rotate the point (8, 5) 90° counterclockwise about the origin.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(−5, 8)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counterclockwise rotation maps (x, y) to (−y, x).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segment from (0, 0) to (8, 5)?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(5 − 0) ÷ (8 − 0) = 5/8.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y = −3x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= −3.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⅔. Line k is perpendicular to it. What is the slope of k?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slopes are negative reciprocals: ⅔ · (−3/2)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horizontal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On a horizontal line y never changes, so the rise is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equation of the vertical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vertical line has the same x-value, here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product of the slopes of two perpendicular lines (neither vertical)?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reciprocals multiply to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Bell Work Answer Key</dc:title>
  <dc:subject>Bluebonnet Algebra I</dc:subject>
</cp:coreProperties>
</file>