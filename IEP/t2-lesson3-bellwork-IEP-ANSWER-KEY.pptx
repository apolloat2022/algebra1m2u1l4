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⅔?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⅔ has 2 on top and 3 on the bottom. Flip them: 3/2. 2. Check: ⅔ · 3/2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Rotate the point (8, 5) 90° counterclockwise about the origin.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(−5,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x = 8 and y = 5. 2. (−y, x) = (−5, 8).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segment from (0, 0) to (8,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Subtract the y-values: 5 − 0 = 5. 2. Subtract the x-values: 8 − 0 = 8. 3. Divide: 5 ÷ 8 = 5/8.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y = −3x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Match y = −3x + 5 to y = mx + b: m = −3 and b = 5. 2. The slope is −3.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⅔. Line k is perpendicular to it. What is the slope of k?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Flip ⅔: 3/2. 2. Change the sign: −3/2. 3. Check: ⅔ · (−3/2)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horizontal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A horizontal line is flat: it never goes up or down, so the rise is 0. 2. 0 ÷ run = 0. The slope is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of the vertical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On a vertical line, x never changes. 2. The point has x = 2, so the line is x =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product of the slopes of two perpendicular lines (neither vertical)?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Example: slopes 2 and −½ are perpendicular. 2. 2 · (−½) = −1. The product is always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Bell Work Answer Key</dc:title>
  <dc:subject>Bluebonnet Algebra I</dc:subject>
</cp:coreProperties>
</file>