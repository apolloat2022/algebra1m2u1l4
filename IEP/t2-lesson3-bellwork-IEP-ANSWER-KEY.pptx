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reciprocal of ⅔?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⅔ has 2 on top and 3 on the bottom. Flip them: 3/2. 2. Check: ⅔ · 3/2 =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Rotate the point (8, 5) 90° counterclockwise about the origin.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(−5, 8)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x = 8 and y = 5. 2. (−y, x) = (−5, 8).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segment from (0, 0) to (8, 5)?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Subtract the y-values: 5 − 0 = 5. 2. Subtract the x-values: 8 − 0 = 8. 3. Divide: 5 ÷ 8 = 5/8.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passes through the points (−1, 4) and (2, −2). What is the slope of the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Label the points: (x₁, y₁) = (−1, 4) and (x₂, y₂) = (2, −2). 2. Subtract the y-values: −2 − 4 = −6. Subtract the x-values: 2 − (−1) = 3. 3. Divide: −6 ÷ 3 = −2.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⅔. Line k is perpendicular to it. What is the slope of k?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Flip ⅔: 3/2. 2. Change the sign: −3/2. 3. Check: ⅔ · (−3/2)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any horizontal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A horizontal line is flat: it never goes up or down, so the rise is 0. 2. 0 ÷ run = 0. The slope is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equation of the vertical line through (2,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On a vertical line, x never changes. 2. The point has x = 2, so the line is x =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represents a line perpendicular to y = 2x + 3 that passes through the point (4, 1)?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−½x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Slope of y = 2x + 3 is 2. Flip and change the sign: −½. 2. Put in (4, 1): 1 = −½(4) + b = −2 + b. 3. b = 3: y = −½x + 3.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3 Bell Work Answer Key</dc:title>
  <dc:subject>Bluebonnet Algebra I</dc:subject>
</cp:coreProperties>
</file>