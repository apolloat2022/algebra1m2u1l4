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5 Homework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3989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235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 graph y = 4x + 2, which point do you plot first, and which point do you reach next using the slope?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2), then (1, 6)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Plot the y-intercept (0, 2). The slope 4 = 4/1 means up 4, right 1, to (1, 6).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235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three points lie on y = −⅓x − 5?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−5), (3, −6), (−3, −4)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(0, −5). Slope −⅓: down 1, right 3 to (3, −6), or up 1, left 3 to (−3, −4).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3) · SE p. 235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 graph y + 1 = ¾(x − 8), which point do you start from, and what is the slope?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 (8, −1), slope ¾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(−1) = ¾(x − 8). The point is (8, −1) and the slope is ¾: up 3, right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4) · SE p. 235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the given point of y − 4 = −⅔(x − 6) and use the slope. Which point is also on the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(9, 2)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point is (6, 4). Slope −⅔: down 2, right 3 gives (9, 2). (Up 2, left 3 gives (3, 6).)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5) · SE p. 236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intercepts of 4x + 6y = 48?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(12, 0) and (0, 8)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y = 0: 4x = 48, so x = 12. Let x = 0: 6y = 48, so y = 8.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236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intercepts of −2x + 8y = 56?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(−28, 0) and (0, 7)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y = 0: −2x = 56, so x = −28. Let x = 0: 8y = 56, so y = 7.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5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  <Notes>4</Notes>
</Properties>
</file>

<file path=docProps/core.xml><?xml version="1.0" encoding="utf-8"?>
<cp:coreProperties xmlns:cp="http://schemas.openxmlformats.org/package/2006/metadata/core-properties" xmlns:dc="http://purl.org/dc/elements/1.1/">
  <dc:title>Lesson 5 Homework Answer Key</dc:title>
  <dc:subject>Bluebonnet Algebra I</dc:subject>
</cp:coreProperties>
</file>