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4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215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has slope m = 2 and passes through (5, 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− 6 = 2(x − 5)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Point-slope form is y − y₁ = m(x − x₁). Substitute m = 2, x₁ = 5 and y₁ =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215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in point-slope form passes through (−2, −3) and (8, −8)?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+ 3 = −½(x + 2)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(−8 − (−3)) ÷ (8 − (−2)) = −5 ÷ 10 = −½. Using the point (−2, −3): y − (−3) = −½(x − (−2)), which is y + 3 = −½(x + 2).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203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Rewrite y − 4 = 3(x + 2) in slope-intercept form.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3x + 10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y − 4 = 3x + 6. Add 4 to both sides: y = 3x + 10.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slope and a point on the line y + 5 = −2(x − 4)?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−2, point (4,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Write it as y − (−5) = −2(x − 4). So m = −2, x₁ = 4 and y₁ = −5. The signs in the parentheses are the opposite of the point's coordinates.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8) · SE p. 206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horizontal line through (3, −6)?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−6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 Here it's −6, so the line is y = −6.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207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the vertical line through (−2, 7)?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−2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vertical line has the same x-value. Here it's −2, so the line is x = −2.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4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Lesson 4 Homework Answer Key</dc:title>
  <dc:subject>Bluebonnet Algebra I</dc:subject>
</cp:coreProperties>
</file>