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Quiz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204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has slope m = −3 and passes through (2, 7)?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− 7 = −3(x − 2)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 m = −3, x₁ = 2 and y₁ = 7 into y − y₁ = m(x − x₁).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216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(2, 2) and (4, 14). Which is its equation in point-slope form?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− 2 = 6(x − 2)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(14 − 2) ÷ (4 − 2) = 12 ÷ 2 = 6. Using (2, 2) gives y − 2 = 6(x − 2). Both numbers in the equation must come from the same point.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4) · SE p. 203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y − 1 = 4(x + 3) in slope-intercept form.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4x + 13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− 1 = 4x + 12. Add 1 to both sides: y = 4x + 13.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206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horizontal line through (−4, 9)?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9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horizontal line keeps the same y-value, so it is y = 9.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8) · SE p. 207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vertical line through (−4, 9)?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−4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line keeps the same x-value, so it is x = −4.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207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the graph of y = −1?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horizontal line with slope 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y = a number is a horizontal line, and a horizontal line has slope 0 (HOY: Horizontal, zerO slope, y = a number).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Lesson 4 Quiz Answer Key</dc:title>
  <dc:subject>Bluebonnet Algebra I</dc:subject>
</cp:coreProperties>
</file>