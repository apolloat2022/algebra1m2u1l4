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3 Exit Ticket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IEP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Exit Ticket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slope is perpendicular to 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−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1831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183130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the vertical line through (5, 6).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183130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5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29329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2932938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Write the line ⊥ to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= −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(0, 3).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2932938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68274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3854196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Flip 3/4 to 4/3 and change the sign. 2. A vertical line keeps x the same: x = 5. 3. y = −x has slope −1, so the new slope is 1; (0, 3) is the y-intercept.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3 Exit Ticket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3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Topic 2 Lesson 3 Exit Ticket Answer Key</dc:title>
  <dc:subject>Bluebonnet Algebra I</dc:subject>
</cp:coreProperties>
</file>