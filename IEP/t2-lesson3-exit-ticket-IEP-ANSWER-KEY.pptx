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3 Exit Ticket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 questions, the same ones on the exit ticket slide of the IEP deck.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Exit Ticket · IEP Version · Answer Key (teacher copy)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Exit ticket answers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4869043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5554843" y="1209294"/>
            <a:ext cx="5951052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6" name="Shape 6"/>
          <p:cNvSpPr txBox="1"/>
          <p:nvPr/>
        </p:nvSpPr>
        <p:spPr>
          <a:xfrm>
            <a:off x="685800" y="1707642"/>
            <a:ext cx="4869043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slope is perpendicular to 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5554843" y="1707642"/>
            <a:ext cx="5951052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218313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2183130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vertical line through (5, 6).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5554843" y="2183130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5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29329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2932938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line ⊥ to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= −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(0, 3).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5554843" y="2932938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+ 3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6827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854196"/>
            <a:ext cx="10820095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1. Flip 3/4: 4/3. Change the sign: −4/3. Check: 3/4 · (−4/3) = −1. 2. On a vertical line, x never changes. The point has x = 5, so the line is x = 5. 3. The slope of y = −x is −1. Flip and change the sign: −1 becomes 1. (0, 3) is on the y-axis, so b = 3: y = x + 3.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Exit Ticket · IEP Version · Answer Key (teacher copy)</a:t>
            </a:r>
            <a:endParaRPr lang="en-US" sz="11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3 Exit Ticke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>
  <dc:title>Topic 2 Lesson 3 Exit Ticket Answer Key</dc:title>
  <dc:subject>Bluebonnet Algebra I</dc:subject>
</cp:coreProperties>
</file>