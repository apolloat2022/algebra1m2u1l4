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140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Assessment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223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IEP Form: 3 choices per multiple-choice item; written answers match the general test.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0774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point per multiple-choice item, 2 points per written item. Total: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20 points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9313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down 4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− 4 subtracts 4 from every output. (It is also right 4, which is not a choice.)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6936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6936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A. g(x) = −3x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= −3: negative reflects across the x-axis, |−3| = 3 stretches.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434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4347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4347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2x + 5; vertical dilation by a factor of 2, translation up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2 · 5 · circle dilation · 2 · circle up · 5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4347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2x + 5. 1 pt equation, 1 pt both transformations.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74192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741926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74192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f(x) − 3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74192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 crosses the y-axis at −3, parallel to f: 3 units down.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549173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Left 6 units; same as up 6 units (h(x) = x + 6)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6 · circle left · 6 · circle up · 6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h(x) = x + 6. 1 pt left 6, 1 pt up 6.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9679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967990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96799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2x − 6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967990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g(x) = 2(x − 3) = 2x − 6.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434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4347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4347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 = −2/3; parallel −2/3; perpendicular 3/2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−4/6 · −2/3 · −2/3 · 3/2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4347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(1 − 5) ÷ (4 − (−2)) = −4/6. 1 pt slope, 1 pt parallel and perpendicular.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46760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467606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46760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C. y = (−1/4)x + 5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46760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slope −1/4. 3 = (−1/4)(8) + b → b = 5. (A is parallel; the others miss (8, 3).)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549173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−3x + 2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−3 · −3 · −3 · 2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+ 4 = −3(x − 2) → y = −3x + 6 − 4. 1 pt slope, 1 pt equation.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193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1935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perpendicular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2x + 3y = 6 → y = (−2/3)x + 2. (−2/3)(3/2) = −1.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1691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16915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16915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Gym B has the greater rate ($35 vs $25 per month); Gym A has the greater initial value ($50 vs $20)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50 · 25 · 20 · 35 · B · A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16915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Gym A: $25/month, starts $50. Gym B: $35/month, starts $20 (joining fee). 1 pt each comparison with meaning.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46760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467606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467606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 months, $125; Gym A costs less for 6 months ($200 vs $230)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5F6272"/>
                </a:solidFill>
                <a:latin typeface="Segoe UI"/>
                <a:cs typeface="Segoe UI"/>
              </a:rPr>
              <a:t xml:space="preserve">Blanks: 30 · 10 · 3 · 125 · 200 · 230 · A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467606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50 + 25m = 20 + 35m → 30 = 10m. 6 months: A = 50 + 150 = $200, B = 20 + 210 = $230. 1 pt meet, 1 pt 6 months.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576605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13–14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C. y = (3/4)x − 2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p: slope 2/3 ≈ 0.67. 3/4 = 0.75 is greater; 2x − 3y = 6 has slope 2/3 (equal); 0.5 is less.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6936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6936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0 ≤ w(t) ≤ 300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Outputs: 300 gallons at t = 0 down to 0 gallons at t = 20.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434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Quick key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B · 2 A · 3 g(x) = 2x + 5 · 4 B · 5 Left 6 units · 6 B · 7 m = −2/3 · 8 C · 9 y = −3x + 2 · 10 B · 11 Gym B has the greater rate ($35 vs $25 per month) · 12 3 months, $125 · 13 C · 14 B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Assessmen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Topic 2 Assessment Answer Key</dc:title>
  <dc:subject>Bluebonnet Algebra I</dc:subject>
</cp:coreProperties>
</file>