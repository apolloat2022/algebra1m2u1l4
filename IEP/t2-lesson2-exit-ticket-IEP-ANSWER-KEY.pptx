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2 Exit Ticket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 questions, the same ones on the exit ticket slide of the IEP deck.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22042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Exit Ticket · IEP Version · Answer Key (teacher copy)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Exit ticket answers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4869043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5554843" y="1209294"/>
            <a:ext cx="5951052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cxnSp>
        <p:nvCxnSpPr>
          <p:cNvPr id="5" name="Line 5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6" name="Shape 6"/>
          <p:cNvSpPr txBox="1"/>
          <p:nvPr/>
        </p:nvSpPr>
        <p:spPr>
          <a:xfrm>
            <a:off x="685800" y="1707642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− 6). Which way, and how far?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5554843" y="1707642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right 6</a:t>
            </a:r>
            <a:endParaRPr lang="en-US" sz="1800" dirty="0"/>
          </a:p>
        </p:txBody>
      </p:sp>
      <p:cxnSp>
        <p:nvCxnSpPr>
          <p:cNvPr id="8" name="Line 8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9" name="Shape 9"/>
          <p:cNvSpPr txBox="1"/>
          <p:nvPr/>
        </p:nvSpPr>
        <p:spPr>
          <a:xfrm>
            <a:off x="685800" y="2457450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2.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) + 1. Which way, and how far?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5554843" y="2457450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up 1</a:t>
            </a:r>
            <a:endParaRPr lang="en-US" sz="1800" dirty="0"/>
          </a:p>
        </p:txBody>
      </p:sp>
      <p:cxnSp>
        <p:nvCxnSpPr>
          <p:cNvPr id="11" name="Line 11"/>
          <p:cNvCxnSpPr/>
          <p:nvPr/>
        </p:nvCxnSpPr>
        <p:spPr>
          <a:xfrm>
            <a:off x="685800" y="32072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2" name="Shape 12"/>
          <p:cNvSpPr txBox="1"/>
          <p:nvPr/>
        </p:nvSpPr>
        <p:spPr>
          <a:xfrm>
            <a:off x="685800" y="3207258"/>
            <a:ext cx="4869043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j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) = 3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. Simplify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j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+ 1).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5554843" y="3207258"/>
            <a:ext cx="5951052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+ 3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68274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854196"/>
            <a:ext cx="10820095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1. The 6 is inside the parentheses, so the graph moves left or right. Inside, the sign flips: minus means right. Right 6. 2. The 1 is outside, so the graph moves up or down. Outside, no flip: plus means up. Up 1. 3. Put (x + 1) in for x: j(x + 1) = 3(x + 1). Distribute: 3 · x + 3 · 1 = 3x + 3.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Exit Ticket · IEP Version · Answer Key (teacher copy)</a:t>
            </a:r>
            <a:endParaRPr lang="en-US" sz="1125" dirty="0"/>
          </a:p>
        </p:txBody>
      </p:sp>
      <p:sp>
        <p:nvSpPr>
          <p:cNvPr id="17" name="Slide Number 1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2 Exit Ticket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</Slides>
  <Notes>2</Notes>
</Properties>
</file>

<file path=docProps/core.xml><?xml version="1.0" encoding="utf-8"?>
<cp:coreProperties xmlns:cp="http://schemas.openxmlformats.org/package/2006/metadata/core-properties" xmlns:dc="http://purl.org/dc/elements/1.1/">
  <dc:title>Topic 2 Lesson 2 Exit Ticket Answer Key</dc:title>
  <dc:subject>Bluebonnet Algebra I</dc:subject>
</cp:coreProperties>
</file>