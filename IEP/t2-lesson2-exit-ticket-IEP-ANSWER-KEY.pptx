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− 6). Which way, and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+ 1. Which way, and how far?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1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j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Inside, minus moves right: right 6. 2. Outside, plus moves up: up 1. 3. 3(x + 1) = 3x + 3.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2 Exit Ticket Answer Key</dc:title>
  <dc:subject>Bluebonnet Algebra I</dc:subject>
</cp:coreProperties>
</file>