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12</Slides>
  <Notes>12</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