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Quiz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298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 − 7). Describe the transformation.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Translated right 7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Subtracting 7 from the input moves the graph right 7.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2) · SE p. 298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3f(x). Describe the transformation.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Stretched vertically by a factor of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Multiplying the output by 3 is a vertical stretch. (For f(x) = x it matches f(3x).)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30453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3) · SE p. 291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30453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which gives the same graph as a translation down 4?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30453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f(x − 4)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 − 4) = x − 4 = f(x) − 4.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0543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6) · SE p. 296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compressed horizontally by a factor of ½. Which is the new function?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f(2x) = 2x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f(bx) with |b| &gt; 1, the graph compresses horizontally by 1/b = ½.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8) · SE p. 292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− 1. Simplify j(x + 4).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2x + 7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2(x + 4) − 1 = 2x + 7.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10) · SE p. 304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reciprocal of −⅘?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−5/4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−⅘ · (−5/4) = 1.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2313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</Slides>
  <Notes>3</Notes>
</Properties>
</file>

<file path=docProps/core.xml><?xml version="1.0" encoding="utf-8"?>
<cp:coreProperties xmlns:cp="http://schemas.openxmlformats.org/package/2006/metadata/core-properties" xmlns:dc="http://purl.org/dc/elements/1.1/">
  <dc:title>Topic 2 Lesson 2 Quiz Answer Key</dc:title>
  <dc:subject>Bluebonnet Algebra I</dc:subject>
</cp:coreProperties>
</file>