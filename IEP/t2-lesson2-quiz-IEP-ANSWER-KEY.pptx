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298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 − 7). Describe the transformation.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right 7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7 from the input moves the graph right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298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3f(x). Describe the transformation.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a factor of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the output by 3 is a vertical stretch. (For f(x) = x it matches f(3x).)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291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which gives the same graph as a translation down 4?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 − 4)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− 4) = x − 4 = f(x) − 4.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0543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296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compressed horizontally by a factor of ½. Which is the new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f(2x)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f(bx) with |b| &gt; 1, the graph compresses horizontally by 1/b = ½.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292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− 1. Simplify j(x + 4).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+ 7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+ 4) − 1 = 2x + 7.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304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reciprocal of −⅘?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−⅘ · (−5/4) = 1.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2313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Topic 2 Lesson 2 Quiz Answer Key</dc:title>
  <dc:subject>Bluebonnet Algebra I</dc:subject>
</cp:coreProperties>
</file>