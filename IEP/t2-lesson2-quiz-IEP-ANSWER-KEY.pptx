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298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− 7).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right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input moves the graph right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298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3 is a vertical stretch. (For f(x) = x it matches f(3x).)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gives the same graph as a translation down 4?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− 4) = x − 4 = f(x) − 4.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296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horizontally by a factor of ½. Which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f(2x)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|b| &gt; 1, the graph compresses horizontally by 1/b = ½.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292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− 1. Simplify j(x + 4).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−⅘?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−⅘ · (−5/4) = 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12)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5x is translated right 1 unit. Which function represents the new graph?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5x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1 means f(x − 1) = 5(x − 1) = 5x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13)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½x is translated left 4 units. Which function represents the new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4 means f(x + 4) = ½(x + 4) = ½x + 2.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2 Quiz Answer Key</dc:title>
  <dc:subject>Bluebonnet Algebra I</dc:subject>
</cp:coreProperties>
</file>