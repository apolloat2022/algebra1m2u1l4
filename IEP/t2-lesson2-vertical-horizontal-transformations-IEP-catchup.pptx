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Is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−⅔</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+ 5</a:t>
            </a:r>
            <a:r>
              <a:rPr lang="en-US" sz="1575" dirty="0">
                <a:solidFill>
                  <a:srgbClr val="16171D"/>
                </a:solidFill>
                <a:latin typeface="Segoe UI"/>
                <a:cs typeface="Segoe UI"/>
              </a:rPr>
              <a:t xml:space="preserve"> increasing or decreasing?</a:t>
            </a:r>
            <a:endParaRPr lang="en-US" sz="1575" dirty="0"/>
          </a:p>
        </p:txBody>
      </p:sp>
      <p:sp>
        <p:nvSpPr>
          <p:cNvPr id="17" name="Shape 17"/>
          <p:cNvSpPr txBox="1"/>
          <p:nvPr/>
        </p:nvSpPr>
        <p:spPr>
          <a:xfrm>
            <a:off x="6419698" y="451561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rises, slope − falls</a:t>
            </a:r>
            <a:endParaRPr lang="en-US" sz="1575" dirty="0"/>
          </a:p>
        </p:txBody>
      </p:sp>
      <p:sp>
        <p:nvSpPr>
          <p:cNvPr id="18" name="Shape 18"/>
          <p:cNvSpPr txBox="1"/>
          <p:nvPr/>
        </p:nvSpPr>
        <p:spPr>
          <a:xfrm>
            <a:off x="6419698" y="484860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Decreasing</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slope is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the number with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It is negative, so the line falls from left to right: decreasing.</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 same as the graph of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inside: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 outside: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8" name="Shape 18"/>
          <p:cNvSpPr txBox="1"/>
          <p:nvPr/>
        </p:nvSpPr>
        <p:spPr>
          <a:xfrm>
            <a:off x="6419698" y="5111496"/>
            <a:ext cx="4251503"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Yes, both are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put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in for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so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multiply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by 2, so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Both are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yes, the same graph.</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
        <p:nvSpPr>
          <p:cNvPr id="26" name="Slide Number 2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23723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8" name="Shape 8"/>
          <p:cNvSpPr txBox="1"/>
          <p:nvPr/>
        </p:nvSpPr>
        <p:spPr>
          <a:xfrm>
            <a:off x="895350" y="367969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1" name="Shape 11"/>
          <p:cNvSpPr txBox="1"/>
          <p:nvPr/>
        </p:nvSpPr>
        <p:spPr>
          <a:xfrm>
            <a:off x="895350" y="512216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28</Slides>
  <Notes>28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