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an extra Lesson 2 day.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an extra Lesson 2 day.</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extra day</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Which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slope-intercept form?</a:t>
            </a:r>
            <a:endParaRPr lang="en-US" sz="1575" dirty="0"/>
          </a:p>
        </p:txBody>
      </p:sp>
      <p:sp>
        <p:nvSpPr>
          <p:cNvPr id="17" name="Shape 17"/>
          <p:cNvSpPr txBox="1"/>
          <p:nvPr/>
        </p:nvSpPr>
        <p:spPr>
          <a:xfrm>
            <a:off x="6419698" y="47556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replace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with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08863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Slope 2 (dilation by 2),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(down 3).</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10835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Lesson 3 starts: open the Lesson 3 deck. (Monday is the Catch-Up Day deck; use the next slide only if you get an extra Lesson 2 day.)</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an extra Lesson 2 day</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extra day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2 units. Which function represents the new graph?</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then distribute</a:t>
            </a:r>
            <a:endParaRPr lang="en-US" sz="1575" dirty="0"/>
          </a:p>
        </p:txBody>
      </p:sp>
      <p:sp>
        <p:nvSpPr>
          <p:cNvPr id="18" name="Shape 18"/>
          <p:cNvSpPr txBox="1"/>
          <p:nvPr/>
        </p:nvSpPr>
        <p:spPr>
          <a:xfrm>
            <a:off x="6419698" y="5111496"/>
            <a:ext cx="415573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− 6</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2: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3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extra day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
        <p:nvSpPr>
          <p:cNvPr id="26" name="Slide Number 2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310667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53441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6" name="Shape 6"/>
          <p:cNvSpPr txBox="1"/>
          <p:nvPr/>
        </p:nvSpPr>
        <p:spPr>
          <a:xfrm>
            <a:off x="895350" y="3148584"/>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6 is inside the parentheses, so the graph moves left or right.</a:t>
            </a:r>
            <a:endParaRPr lang="en-US" sz="1575" dirty="0"/>
          </a:p>
        </p:txBody>
      </p:sp>
      <p:sp>
        <p:nvSpPr>
          <p:cNvPr id="7" name="Shape 7"/>
          <p:cNvSpPr txBox="1"/>
          <p:nvPr/>
        </p:nvSpPr>
        <p:spPr>
          <a:xfrm>
            <a:off x="895350" y="401878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Inside, the sign flips: minus means right. Right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10" name="Shape 10"/>
          <p:cNvSpPr txBox="1"/>
          <p:nvPr/>
        </p:nvSpPr>
        <p:spPr>
          <a:xfrm>
            <a:off x="4565548"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1 is outside, so the graph moves up or down.</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Outside, no flip: plus means up. Up 1.</a:t>
            </a:r>
            <a:endParaRPr lang="en-US" sz="1575" dirty="0"/>
          </a:p>
        </p:txBody>
      </p:sp>
      <p:sp>
        <p:nvSpPr>
          <p:cNvPr id="18" name="Shape 18"/>
          <p:cNvSpPr txBox="1"/>
          <p:nvPr/>
        </p:nvSpPr>
        <p:spPr>
          <a:xfrm>
            <a:off x="8026197"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5" name="Shape 15"/>
          <p:cNvSpPr txBox="1"/>
          <p:nvPr/>
        </p:nvSpPr>
        <p:spPr>
          <a:xfrm>
            <a:off x="8235747" y="253441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hape 16"/>
          <p:cNvSpPr txBox="1"/>
          <p:nvPr/>
        </p:nvSpPr>
        <p:spPr>
          <a:xfrm>
            <a:off x="8235747"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Put (x + 1) in for x: j(x + 1) = 3(x + 1).</a:t>
            </a:r>
            <a:endParaRPr lang="en-US" sz="1575" dirty="0"/>
          </a:p>
        </p:txBody>
      </p:sp>
      <p:sp>
        <p:nvSpPr>
          <p:cNvPr id="17" name="Shape 17"/>
          <p:cNvSpPr txBox="1"/>
          <p:nvPr/>
        </p:nvSpPr>
        <p:spPr>
          <a:xfrm>
            <a:off x="8235747"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Distribute: 3 · x + 3 · 1 = 3x + 3.</a:t>
            </a:r>
            <a:endParaRPr lang="en-US" sz="157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an extra Lesson 2 day</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Lesson 3. Open the Lesson 3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28</Slides>
  <Notes>28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