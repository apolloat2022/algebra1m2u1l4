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595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1668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9037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4500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8" name="Shape 8"/>
          <p:cNvSpPr txBox="1"/>
          <p:nvPr/>
        </p:nvSpPr>
        <p:spPr>
          <a:xfrm>
            <a:off x="685800" y="49735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9" name="Shape 9"/>
          <p:cNvSpPr txBox="1"/>
          <p:nvPr/>
        </p:nvSpPr>
        <p:spPr>
          <a:xfrm>
            <a:off x="685800" y="54970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10" name="Shape 10"/>
          <p:cNvSpPr txBox="1"/>
          <p:nvPr/>
        </p:nvSpPr>
        <p:spPr>
          <a:xfrm>
            <a:off x="685800" y="60777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495898"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2372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8" name="Shape 8"/>
          <p:cNvSpPr txBox="1"/>
          <p:nvPr/>
        </p:nvSpPr>
        <p:spPr>
          <a:xfrm>
            <a:off x="895350" y="367969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1" name="Shape 11"/>
          <p:cNvSpPr txBox="1"/>
          <p:nvPr/>
        </p:nvSpPr>
        <p:spPr>
          <a:xfrm>
            <a:off x="895350" y="512216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26</Slides>
  <Notes>26</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