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Exit Ticket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+ 6. Up or down? How far?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 6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1831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183130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5 ·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)?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183130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6586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65861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line parallel to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+ 1 through (0, −2).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265861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− 2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084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579876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+ 6 is outside, so the graph moves up 6. 2. 5 · f(x) = 5x, so the slope is 5. 3. Same slope 4; the point (0, −2) is the y-intercept.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Exit Ticket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1 Exit Ticket Answer Key</dc:title>
  <dc:subject>Bluebonnet Algebra I</dc:subject>
</cp:coreProperties>
</file>