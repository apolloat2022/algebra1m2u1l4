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Exit Ticket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IEP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Exit Ticket · IEP Version · Answer Key (teacher copy)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+ 6. Up or down? How far?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up 6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18313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183130"/>
            <a:ext cx="4869043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slope of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 = 5 ·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)?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183130"/>
            <a:ext cx="5951052" cy="47548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26586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2658618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Write the line parallel to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+ 1 through (0, −2).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2658618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− 2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0842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579876"/>
            <a:ext cx="10820095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The + 6 is outside f(x), so the graph moves up or down. Plus means up: up 6. 2. Replace f(x) with x: g(x) = 5x. The number with x is 5, so the slope is 5. 3. Parallel means the same slope: m = 4. Put x = 0, y = −2 into y = mx + b: −2 = 4(0) + b, so b = −2. Write it: y = 4x − 2.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Exit Ticket · IEP Version · Answer Key (teacher copy)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Topic 2 Lesson 1 Exit Ticket Answer Key</dc:title>
  <dc:subject>Bluebonnet Algebra I</dc:subject>
</cp:coreProperties>
</file>