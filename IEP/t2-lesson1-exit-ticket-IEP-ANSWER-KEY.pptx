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1 Exit Ticket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IEP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Exit Ticket · IEP Version · Answer Key (teacher copy)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) + 6. Up or down? How far?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 6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18313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183130"/>
            <a:ext cx="4869043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slope of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) = 5 ·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)?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183130"/>
            <a:ext cx="5951052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26586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2658618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Write the line parallel to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+ 1 through (0, −2).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2658618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− 2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0842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579876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1. + 6 is outside, so the graph moves up 6. 2. 5 · f(x) = 5x, so the slope is 5. 3. Same slope 4; the point (0, −2) is the y-intercept.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Exit Ticket · IEP Version · Answer Key (teacher copy)</a:t>
            </a:r>
            <a:endParaRPr lang="en-US" sz="1125" dirty="0"/>
          </a:p>
        </p:txBody>
      </p:sp>
      <p:sp>
        <p:nvSpPr>
          <p:cNvPr id="17" name="Slide Number 1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1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Topic 2 Lesson 1 Exit Ticket Answer Key</dc:title>
  <dc:subject>Bluebonnet Algebra I</dc:subject>
</cp:coreProperties>
</file>