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5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Quiz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219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describes how to graph y = −3x + 4?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Plot (0, 4), then go down 3 and right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the y-intercept (0, 4). The slope −3 = −3/1 means down 3, right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220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has y-intercept (0, −1) and passes through (2, 2)?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(3/2)x − 1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From (0, −1) to (2, 2) is up 3, right 2, so the slope is 3/2 and b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30453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5) · SE p. 224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30453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 graph y + 3 = ½(x − 4), which point do you plot first?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30453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(4, −3)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Write it as y − (−3) = ½(x − 4). The point is (4, −3); then go up 1, right 2.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6029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226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written in standard form?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3x − 5y = 15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Standard form is Ax + By = C with integers A, B, C. ½x + y = 4 has a fraction, so it isn't standard form.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227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x-intercept of 3x + 4y = 24?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(8, 0)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y = 0: 3x = 24, so x = 8. (0, 6) is the y-intercept.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03021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231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03021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y-intercept of y − 2 = 4(x + 1)?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03021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(0, 6)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y − 2 = 4x + 4, so y = 4x + 6. (−1, 2) is a point on the line, not the y-intercept.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3286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5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</Slides>
  <Notes>3</Notes>
</Properties>
</file>

<file path=docProps/core.xml><?xml version="1.0" encoding="utf-8"?>
<cp:coreProperties xmlns:cp="http://schemas.openxmlformats.org/package/2006/metadata/core-properties" xmlns:dc="http://purl.org/dc/elements/1.1/">
  <dc:title>Lesson 5 Quiz Answer Key</dc:title>
  <dc:subject>Bluebonnet Algebra I</dc:subject>
</cp:coreProperties>
</file>