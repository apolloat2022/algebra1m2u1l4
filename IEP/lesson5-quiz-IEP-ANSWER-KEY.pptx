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521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Lesson 5 Quiz · IEP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9854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6 questions, 1 point each. The answer choices are shuffled for each student, so match the answer text, not the letter.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91922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Each IEP question has 3 choices; "was" gives the question number on the general quiz.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442716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5 Quiz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1–3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1) · SE p. 219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describes how to graph y = −3x + 4?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Plot (0, 4), then go down 3 and right 1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Start at the y-intercept (0, 4). The slope −3 = −3/1 means down 3, right 1.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28041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28041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2) · SE p. 220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28041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line has y-intercept (0, −1) and passes through (2, 2)?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28041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 = (3/2)x − 1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From (0, −1) to (2, 2) is up 3, right 2, so the slope is 3/2 and b = −1.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30453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4304538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5) · SE p. 224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4304538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To graph y + 3 = ½(x − 4), which point do you plot first?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4304538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(4, −3)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Write it as y − (−3) = ½(x − 4). The point is (4, −3); then go up 1, right 2.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560298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5 Quiz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4–6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6) · SE p. 226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Which equation is written in standard form?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3x − 5y = 15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Standard form is Ax + By = C with integers A, B, C. ½x + y = 4 has a fraction, so it isn't standard form.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00609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00609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7) · SE p. 227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00609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x-intercept of 3x + 4y = 24?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00609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(8, 0)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Let y = 0: 3x = 24, so x = 8. (0, 6) is the y-intercept.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03021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4030218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6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10) · SE p. 231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2849819" y="4030218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y-intercept of y − 2 = 4(x + 1)?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7177857" y="4030218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(0, 6)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Distribute: y − 2 = 4x + 4, so y = 4x + 6. (−1, 2) is a point on the line, not the y-intercept.</a:t>
            </a:r>
            <a:endParaRPr lang="en-US" sz="1800" dirty="0"/>
          </a:p>
        </p:txBody>
      </p:sp>
      <p:cxnSp>
        <p:nvCxnSpPr>
          <p:cNvPr id="18" name="Line 18"/>
          <p:cNvCxnSpPr/>
          <p:nvPr/>
        </p:nvCxnSpPr>
        <p:spPr>
          <a:xfrm>
            <a:off x="685800" y="532866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5 Quiz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Lesson 5 Quiz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3</Slides>
  <Notes>3</Notes>
</Properties>
</file>

<file path=docProps/core.xml><?xml version="1.0" encoding="utf-8"?>
<cp:coreProperties xmlns:cp="http://schemas.openxmlformats.org/package/2006/metadata/core-properties" xmlns:dc="http://purl.org/dc/elements/1.1/">
  <dc:title>Lesson 5 Quiz Answer Key</dc:title>
  <dc:subject>Bluebonnet Algebra I</dc:subject>
</cp:coreProperties>
</file>